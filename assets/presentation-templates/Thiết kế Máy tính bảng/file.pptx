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7"/>
  </p:notesMasterIdLst>
  <p:handoutMasterIdLst>
    <p:handoutMasterId r:id="rId8"/>
  </p:handoutMasterIdLst>
  <p:sldIdLst>
    <p:sldId id="260" r:id="rId5"/>
    <p:sldId id="261" r:id="rId6"/>
  </p:sldIdLst>
  <p:sldSz cx="12192000" cy="6858000"/>
  <p:notesSz cx="6858000" cy="9144000"/>
  <p:defaultTextStyle>
    <a:defPPr rtl="0"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6C32D-8E92-4BC2-94E1-732BCE24B8BA}" type="datetime1">
              <a:rPr lang="vi-VN" smtClean="0">
                <a:latin typeface="Calibri" panose="020F0502020204030204" pitchFamily="34" charset="0"/>
              </a:rPr>
              <a:t>30/10/2026</a:t>
            </a:fld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C034A-74EA-4BB6-8321-BBD206D593D6}" type="slidenum">
              <a:rPr lang="vi-VN" smtClean="0">
                <a:latin typeface="Calibri" panose="020F0502020204030204" pitchFamily="34" charset="0"/>
              </a:rPr>
              <a:t>‹#›</a:t>
            </a:fld>
            <a:endParaRPr lang="vi-VN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00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ỗ dành sẵn cho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F94ED50-A5E5-41ED-A39C-A98F4E0E974F}" type="datetime1">
              <a:rPr lang="vi-VN" smtClean="0"/>
              <a:pPr/>
              <a:t>30/10/2026</a:t>
            </a:fld>
            <a:endParaRPr lang="vi-VN" dirty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 dirty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6" name="Chỗ dành sẵ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80CB90E-A225-4324-8C33-43B910608846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7678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E80CB90E-A225-4324-8C33-43B910608846}" type="slidenum">
              <a:rPr lang="vi-VN" smtClean="0">
                <a:latin typeface="Calibri" panose="020F0502020204030204" pitchFamily="34" charset="0"/>
              </a:rPr>
              <a:t>1</a:t>
            </a:fld>
            <a:endParaRPr lang="vi-VN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24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E80CB90E-A225-4324-8C33-43B910608846}" type="slidenum">
              <a:rPr lang="vi-VN" smtClean="0">
                <a:latin typeface="Calibri" panose="020F0502020204030204" pitchFamily="34" charset="0"/>
              </a:rPr>
              <a:t>2</a:t>
            </a:fld>
            <a:endParaRPr lang="vi-VN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94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</a:t>
            </a:r>
            <a:r>
              <a:rPr lang="vi-VN" noProof="0" dirty="0" err="1"/>
              <a:t>phụ</a:t>
            </a:r>
            <a:r>
              <a:rPr lang="vi-VN" noProof="0" dirty="0"/>
              <a:t> </a:t>
            </a:r>
            <a:r>
              <a:rPr lang="vi-VN" noProof="0" dirty="0" err="1"/>
              <a:t>đề</a:t>
            </a:r>
            <a:r>
              <a:rPr lang="vi-VN" noProof="0" dirty="0"/>
              <a:t> </a:t>
            </a:r>
            <a:r>
              <a:rPr lang="vi-VN" noProof="0" dirty="0" err="1"/>
              <a:t>của</a:t>
            </a:r>
            <a:r>
              <a:rPr lang="vi-VN" noProof="0" dirty="0"/>
              <a:t> </a:t>
            </a:r>
            <a:r>
              <a:rPr lang="vi-VN" noProof="0" dirty="0" err="1"/>
              <a:t>Bản</a:t>
            </a:r>
            <a:r>
              <a:rPr lang="vi-VN" noProof="0" dirty="0"/>
              <a:t> </a:t>
            </a:r>
            <a:r>
              <a:rPr lang="vi-VN" noProof="0" dirty="0" err="1"/>
              <a:t>cái</a:t>
            </a:r>
            <a:endParaRPr lang="vi-VN" noProof="0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943F76-944C-4372-8730-9C371BBB194E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nội dung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494D9B-0061-42A5-927C-D96064F14BC8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ầu trang của M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DFE759-7D99-411F-B10D-4C270485C48D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nội dung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rtlCol="0" anchor="t">
            <a:normAutofit/>
          </a:bodyPr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ỗ dành sẵn cho nội dung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rtlCol="0" anchor="t">
            <a:normAutofit/>
          </a:bodyPr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FDB81B-B515-439E-BB98-6ABF64CDD707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Hình ảnh 19" descr="Đá_phiến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Hình ảnh 20" descr="Đá_phiến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4" name="Chỗ dành sẵn cho nội dung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6" name="Chỗ dành sẵn cho nội dung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2FEA32-2FF1-40DA-B1B0-A3687BD4393B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9" name="Chỗ dành sẵn cho số trang chiế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982852-4C56-40D0-87CE-C33FE9FAF720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47F0C4-1397-4C84-8AB1-871A4BC1CB7C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4" name="Chỗ dành sẵn cho số hiệu trang chiế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ội dung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nội dung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 rtlCol="0">
            <a:normAutofit/>
          </a:bodyPr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F1B822-54E2-4F52-B356-AB8970B3AAFA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Ảnh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Hình ảnh 21" descr="Đá_phiến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Ảnh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vào</a:t>
            </a:r>
            <a:r>
              <a:rPr lang="vi-VN" noProof="0" dirty="0"/>
              <a:t> </a:t>
            </a:r>
            <a:r>
              <a:rPr lang="vi-VN" noProof="0" dirty="0" err="1"/>
              <a:t>biểu</a:t>
            </a:r>
            <a:r>
              <a:rPr lang="vi-VN" noProof="0" dirty="0"/>
              <a:t> </a:t>
            </a:r>
            <a:r>
              <a:rPr lang="vi-VN" noProof="0" dirty="0" err="1"/>
              <a:t>tượng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thêm </a:t>
            </a:r>
            <a:r>
              <a:rPr lang="vi-VN" noProof="0" dirty="0" err="1"/>
              <a:t>ảnh</a:t>
            </a:r>
            <a:endParaRPr lang="vi-VN" noProof="0" dirty="0"/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E5B706-51A1-44BF-B4E3-2488806A5C94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ó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Hình ảnh 15" descr="Đá_phiến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ỗ dành sẵn cho Hình ảnh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vào</a:t>
            </a:r>
            <a:r>
              <a:rPr lang="vi-VN" noProof="0" dirty="0"/>
              <a:t> </a:t>
            </a:r>
            <a:r>
              <a:rPr lang="vi-VN" noProof="0" dirty="0" err="1"/>
              <a:t>biểu</a:t>
            </a:r>
            <a:r>
              <a:rPr lang="vi-VN" noProof="0" dirty="0"/>
              <a:t> </a:t>
            </a:r>
            <a:r>
              <a:rPr lang="vi-VN" noProof="0" dirty="0" err="1"/>
              <a:t>tượng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thêm </a:t>
            </a:r>
            <a:r>
              <a:rPr lang="vi-VN" noProof="0" dirty="0" err="1"/>
              <a:t>ảnh</a:t>
            </a:r>
            <a:endParaRPr lang="vi-VN" noProof="0" dirty="0"/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C750EE-615E-4370-ACBB-8223C05FC458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651529-F884-4B1E-B427-E3DFD058444E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12" name="Chỗ dành sẵn cho văn bản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DE4B0B-2C72-4B52-9B58-1975E69C0CFF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  <p:sp>
        <p:nvSpPr>
          <p:cNvPr id="11" name="Hộp_văn_bản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vi-VN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“</a:t>
            </a:r>
          </a:p>
        </p:txBody>
      </p:sp>
      <p:sp>
        <p:nvSpPr>
          <p:cNvPr id="13" name="Hộp_văn_bản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vi-VN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4" name="Chỗ dành sẵn cho văn bản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89AA23-93CF-4471-BD52-BED185EBB613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êu đê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7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8" name="Chỗ dành sẵn cho văn bản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9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10" name="Chỗ dành sẵn cho văn bản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11" name="Chỗ dành sẵn cho Văn bản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12" name="Chỗ dành sẵn cho văn bản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F57AA5-268F-4241-83E0-FF5D293BA980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ột Ảnh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ình ảnh 1" descr="Đá_phiến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Hình ảnh 35" descr="Đá_phiến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Hình ảnh 36" descr="Đá_phiến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êu đề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19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20" name="Chỗ dành sẵn cho Hình ảnh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vào</a:t>
            </a:r>
            <a:r>
              <a:rPr lang="vi-VN" noProof="0" dirty="0"/>
              <a:t> </a:t>
            </a:r>
            <a:r>
              <a:rPr lang="vi-VN" noProof="0" dirty="0" err="1"/>
              <a:t>biểu</a:t>
            </a:r>
            <a:r>
              <a:rPr lang="vi-VN" noProof="0" dirty="0"/>
              <a:t> </a:t>
            </a:r>
            <a:r>
              <a:rPr lang="vi-VN" noProof="0" dirty="0" err="1"/>
              <a:t>tượng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thêm </a:t>
            </a:r>
            <a:r>
              <a:rPr lang="vi-VN" noProof="0" dirty="0" err="1"/>
              <a:t>ảnh</a:t>
            </a:r>
            <a:endParaRPr lang="vi-VN" noProof="0" dirty="0"/>
          </a:p>
        </p:txBody>
      </p:sp>
      <p:sp>
        <p:nvSpPr>
          <p:cNvPr id="21" name="Chỗ dành sẵn cho văn bản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22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23" name="Chỗ dành sẵn cho Hình ảnh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vào</a:t>
            </a:r>
            <a:r>
              <a:rPr lang="vi-VN" noProof="0" dirty="0"/>
              <a:t> </a:t>
            </a:r>
            <a:r>
              <a:rPr lang="vi-VN" noProof="0" dirty="0" err="1"/>
              <a:t>biểu</a:t>
            </a:r>
            <a:r>
              <a:rPr lang="vi-VN" noProof="0" dirty="0"/>
              <a:t> </a:t>
            </a:r>
            <a:r>
              <a:rPr lang="vi-VN" noProof="0" dirty="0" err="1"/>
              <a:t>tượng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thêm </a:t>
            </a:r>
            <a:r>
              <a:rPr lang="vi-VN" noProof="0" dirty="0" err="1"/>
              <a:t>ảnh</a:t>
            </a:r>
            <a:endParaRPr lang="vi-VN" noProof="0" dirty="0"/>
          </a:p>
        </p:txBody>
      </p:sp>
      <p:sp>
        <p:nvSpPr>
          <p:cNvPr id="24" name="Chỗ dành sẵn cho văn bản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25" name="Chỗ dành sẵn cho Văn bản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26" name="Chỗ dành sẵn cho Ảnh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vào</a:t>
            </a:r>
            <a:r>
              <a:rPr lang="vi-VN" noProof="0" dirty="0"/>
              <a:t> </a:t>
            </a:r>
            <a:r>
              <a:rPr lang="vi-VN" noProof="0" dirty="0" err="1"/>
              <a:t>biểu</a:t>
            </a:r>
            <a:r>
              <a:rPr lang="vi-VN" noProof="0" dirty="0"/>
              <a:t> </a:t>
            </a:r>
            <a:r>
              <a:rPr lang="vi-VN" noProof="0" dirty="0" err="1"/>
              <a:t>tượng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thêm </a:t>
            </a:r>
            <a:r>
              <a:rPr lang="vi-VN" noProof="0" dirty="0" err="1"/>
              <a:t>ảnh</a:t>
            </a:r>
            <a:endParaRPr lang="vi-VN" noProof="0" dirty="0"/>
          </a:p>
        </p:txBody>
      </p:sp>
      <p:sp>
        <p:nvSpPr>
          <p:cNvPr id="27" name="Chỗ dành sẵn cho văn bản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B0E9A3-F044-4B85-8F28-DC6781F61B31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vi-VN" noProof="0" smtClean="0"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3CF52C-9305-43B0-8503-1C5D275944DE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Dọc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ỗ dành sẵn cho Văn bản Dọc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F6C04D-B219-42BC-A072-16ECEB0AC0AA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vi-VN" noProof="0" dirty="0"/>
          </a:p>
        </p:txBody>
      </p:sp>
      <p:sp>
        <p:nvSpPr>
          <p:cNvPr id="6" name="Chỗ dành sẵn cho số trang chiế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0E17B5E4-F45B-47B6-AC3A-CB8A644CAD1F}" type="datetime1">
              <a:rPr lang="vi-VN" noProof="0" smtClean="0"/>
              <a:t>30/10/2026</a:t>
            </a:fld>
            <a:endParaRPr lang="vi-VN" noProof="0" dirty="0"/>
          </a:p>
        </p:txBody>
      </p:sp>
      <p:sp>
        <p:nvSpPr>
          <p:cNvPr id="5" name="Chỗ dành sẵn cho chân trang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endParaRPr lang="vi-VN" noProof="0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DF28FB93-0A08-4E7D-8E63-9EFA29F1E093}" type="slidenum">
              <a:rPr lang="vi-VN" noProof="0" smtClean="0"/>
              <a:pPr/>
              <a:t>‹#›</a:t>
            </a:fld>
            <a:endParaRPr lang="vi-VN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794E20B4-B38C-431D-97FB-559753C4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5" name="Hình tự do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2769538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p14="http://schemas.microsoft.com/office/powerpoint/2010/main"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vi-VN" dirty="0">
              <a:latin typeface="Times New Roman" panose="02020603050405020304" pitchFamily="18" charset="0"/>
            </a:endParaRP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9E76074B-C45A-40AF-9F6D-1348D176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5" y="3496574"/>
            <a:ext cx="6436104" cy="1138686"/>
          </a:xfrm>
        </p:spPr>
        <p:txBody>
          <a:bodyPr rtlCol="0">
            <a:normAutofit/>
          </a:bodyPr>
          <a:lstStyle/>
          <a:p>
            <a:pPr algn="l"/>
            <a:r>
              <a:rPr lang="vi-VN" sz="4400" dirty="0"/>
              <a:t>Tiêu đề Lorem Ipsum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C73FCE9-28D4-427E-BF96-E6B19E59E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5" y="4548996"/>
            <a:ext cx="6436104" cy="534838"/>
          </a:xfrm>
        </p:spPr>
        <p:txBody>
          <a:bodyPr rtlCol="0">
            <a:normAutofit/>
          </a:bodyPr>
          <a:lstStyle/>
          <a:p>
            <a:pPr algn="l" rtl="0"/>
            <a:r>
              <a:rPr lang="vi-VN" sz="1800" dirty="0" err="1">
                <a:solidFill>
                  <a:srgbClr val="FF2A03"/>
                </a:solidFill>
              </a:rPr>
              <a:t>Sit</a:t>
            </a:r>
            <a:r>
              <a:rPr lang="vi-VN" sz="1800" dirty="0">
                <a:solidFill>
                  <a:srgbClr val="FF2A03"/>
                </a:solidFill>
              </a:rPr>
              <a:t> </a:t>
            </a:r>
            <a:r>
              <a:rPr lang="vi-VN" sz="1800" dirty="0" err="1">
                <a:solidFill>
                  <a:srgbClr val="FF2A03"/>
                </a:solidFill>
              </a:rPr>
              <a:t>Dolor</a:t>
            </a:r>
            <a:r>
              <a:rPr lang="vi-VN" sz="1800" dirty="0">
                <a:solidFill>
                  <a:srgbClr val="FF2A03"/>
                </a:solidFill>
              </a:rPr>
              <a:t> </a:t>
            </a:r>
            <a:r>
              <a:rPr lang="vi-VN" sz="1800" dirty="0" err="1">
                <a:solidFill>
                  <a:srgbClr val="FF2A03"/>
                </a:solidFill>
              </a:rPr>
              <a:t>Amet</a:t>
            </a:r>
            <a:endParaRPr lang="vi-VN" sz="1800" dirty="0">
              <a:solidFill>
                <a:srgbClr val="FF2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D83A355-F4EE-449A-8FF6-965BB822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vi-VN" sz="2800" dirty="0"/>
              <a:t>Tiêu đề Lorem Ipsum Dolor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BE292CA-6284-4C1D-9FB2-E1D962FC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078749" cy="4058751"/>
          </a:xfrm>
        </p:spPr>
        <p:txBody>
          <a:bodyPr rtlCol="0" anchor="t">
            <a:normAutofit/>
          </a:bodyPr>
          <a:lstStyle/>
          <a:p>
            <a:pPr marL="36900" indent="0" rtl="0">
              <a:spcAft>
                <a:spcPts val="1000"/>
              </a:spcAft>
              <a:buSzPct val="90000"/>
              <a:buNone/>
            </a:pPr>
            <a:r>
              <a:rPr lang="vi-VN" sz="1600" dirty="0" err="1"/>
              <a:t>Lorem</a:t>
            </a:r>
            <a:r>
              <a:rPr lang="vi-VN" sz="1600" dirty="0"/>
              <a:t> </a:t>
            </a:r>
            <a:r>
              <a:rPr lang="vi-VN" sz="1600" dirty="0" err="1"/>
              <a:t>ipsum</a:t>
            </a:r>
            <a:r>
              <a:rPr lang="vi-VN" sz="1600" dirty="0"/>
              <a:t> </a:t>
            </a:r>
            <a:r>
              <a:rPr lang="vi-VN" sz="1600" dirty="0" err="1"/>
              <a:t>dolor</a:t>
            </a:r>
            <a:r>
              <a:rPr lang="vi-VN" sz="1600" dirty="0"/>
              <a:t> </a:t>
            </a:r>
            <a:r>
              <a:rPr lang="vi-VN" sz="1600" dirty="0" err="1"/>
              <a:t>sit</a:t>
            </a:r>
            <a:r>
              <a:rPr lang="vi-VN" sz="1600" dirty="0"/>
              <a:t> </a:t>
            </a:r>
            <a:r>
              <a:rPr lang="vi-VN" sz="1600" dirty="0" err="1"/>
              <a:t>amet</a:t>
            </a:r>
            <a:r>
              <a:rPr lang="vi-VN" sz="1600" dirty="0"/>
              <a:t>, </a:t>
            </a:r>
            <a:r>
              <a:rPr lang="vi-VN" sz="1600" dirty="0" err="1"/>
              <a:t>consectetuer</a:t>
            </a:r>
            <a:r>
              <a:rPr lang="vi-VN" sz="1600" dirty="0"/>
              <a:t> </a:t>
            </a:r>
            <a:r>
              <a:rPr lang="vi-VN" sz="1600" dirty="0" err="1"/>
              <a:t>adipiscing</a:t>
            </a:r>
            <a:r>
              <a:rPr lang="vi-VN" sz="1600" dirty="0"/>
              <a:t> </a:t>
            </a:r>
            <a:r>
              <a:rPr lang="vi-VN" sz="1600" dirty="0" err="1"/>
              <a:t>elit</a:t>
            </a:r>
            <a:r>
              <a:rPr lang="vi-VN" sz="1600" dirty="0"/>
              <a:t>. </a:t>
            </a:r>
            <a:r>
              <a:rPr lang="vi-VN" sz="1600" dirty="0" err="1"/>
              <a:t>Maecenas</a:t>
            </a:r>
            <a:r>
              <a:rPr lang="vi-VN" sz="1600" dirty="0"/>
              <a:t> </a:t>
            </a:r>
            <a:r>
              <a:rPr lang="vi-VN" sz="1600" dirty="0" err="1"/>
              <a:t>porttitor</a:t>
            </a:r>
            <a:r>
              <a:rPr lang="vi-VN" sz="1600" dirty="0"/>
              <a:t> </a:t>
            </a:r>
            <a:r>
              <a:rPr lang="vi-VN" sz="1600" dirty="0" err="1"/>
              <a:t>congue</a:t>
            </a:r>
            <a:r>
              <a:rPr lang="vi-VN" sz="1600" dirty="0"/>
              <a:t> </a:t>
            </a:r>
            <a:r>
              <a:rPr lang="vi-VN" sz="1600" dirty="0" err="1"/>
              <a:t>massa</a:t>
            </a:r>
            <a:r>
              <a:rPr lang="vi-VN" sz="1600" dirty="0"/>
              <a:t>. </a:t>
            </a:r>
            <a:r>
              <a:rPr lang="vi-VN" sz="1600" dirty="0" err="1"/>
              <a:t>Fusce</a:t>
            </a:r>
            <a:r>
              <a:rPr lang="vi-VN" sz="1600" dirty="0"/>
              <a:t> </a:t>
            </a:r>
            <a:r>
              <a:rPr lang="vi-VN" sz="1600" dirty="0" err="1"/>
              <a:t>posuere</a:t>
            </a:r>
            <a:r>
              <a:rPr lang="vi-VN" sz="1600" dirty="0"/>
              <a:t>, </a:t>
            </a:r>
            <a:r>
              <a:rPr lang="vi-VN" sz="1600" dirty="0" err="1"/>
              <a:t>magna</a:t>
            </a:r>
            <a:r>
              <a:rPr lang="vi-VN" sz="1600" dirty="0"/>
              <a:t> </a:t>
            </a:r>
            <a:r>
              <a:rPr lang="vi-VN" sz="1600" dirty="0" err="1"/>
              <a:t>sed</a:t>
            </a:r>
            <a:r>
              <a:rPr lang="vi-VN" sz="1600" dirty="0"/>
              <a:t> </a:t>
            </a:r>
            <a:r>
              <a:rPr lang="vi-VN" sz="1600" dirty="0" err="1"/>
              <a:t>pulvinar</a:t>
            </a:r>
            <a:r>
              <a:rPr lang="vi-VN" sz="1600" dirty="0"/>
              <a:t> </a:t>
            </a:r>
            <a:r>
              <a:rPr lang="vi-VN" sz="1600" dirty="0" err="1"/>
              <a:t>ultricies</a:t>
            </a:r>
            <a:r>
              <a:rPr lang="vi-VN" sz="1600" dirty="0"/>
              <a:t>, </a:t>
            </a:r>
            <a:r>
              <a:rPr lang="vi-VN" sz="1600" dirty="0" err="1"/>
              <a:t>purus</a:t>
            </a:r>
            <a:r>
              <a:rPr lang="vi-VN" sz="1600" dirty="0"/>
              <a:t> </a:t>
            </a:r>
            <a:r>
              <a:rPr lang="vi-VN" sz="1600" dirty="0" err="1"/>
              <a:t>lectus</a:t>
            </a:r>
            <a:r>
              <a:rPr lang="vi-VN" sz="1600" dirty="0"/>
              <a:t> </a:t>
            </a:r>
            <a:r>
              <a:rPr lang="vi-VN" sz="1600" dirty="0" err="1"/>
              <a:t>malesuada</a:t>
            </a:r>
            <a:r>
              <a:rPr lang="vi-VN" sz="1600" dirty="0"/>
              <a:t> </a:t>
            </a:r>
            <a:r>
              <a:rPr lang="vi-VN" sz="1600" dirty="0" err="1"/>
              <a:t>libero</a:t>
            </a:r>
            <a:r>
              <a:rPr lang="vi-VN" sz="1600" dirty="0"/>
              <a:t> </a:t>
            </a:r>
            <a:r>
              <a:rPr lang="vi-VN" sz="1600" dirty="0" err="1"/>
              <a:t>quis</a:t>
            </a:r>
            <a:r>
              <a:rPr lang="vi-VN" sz="1600" dirty="0"/>
              <a:t> </a:t>
            </a:r>
            <a:r>
              <a:rPr lang="vi-VN" sz="1600" dirty="0" err="1"/>
              <a:t>urna</a:t>
            </a:r>
            <a:r>
              <a:rPr lang="vi-VN" sz="1600" dirty="0"/>
              <a:t>.</a:t>
            </a:r>
          </a:p>
          <a:p>
            <a:pPr marL="36900" indent="0" rtl="0">
              <a:spcAft>
                <a:spcPts val="1000"/>
              </a:spcAft>
              <a:buSzPct val="90000"/>
              <a:buNone/>
            </a:pPr>
            <a:r>
              <a:rPr lang="vi-VN" sz="1600" dirty="0" err="1"/>
              <a:t>Nunc</a:t>
            </a:r>
            <a:r>
              <a:rPr lang="vi-VN" sz="1600" dirty="0"/>
              <a:t> </a:t>
            </a:r>
            <a:r>
              <a:rPr lang="vi-VN" sz="1600" dirty="0" err="1"/>
              <a:t>viverra</a:t>
            </a:r>
            <a:r>
              <a:rPr lang="vi-VN" sz="1600" dirty="0"/>
              <a:t> </a:t>
            </a:r>
            <a:r>
              <a:rPr lang="vi-VN" sz="1600" dirty="0" err="1"/>
              <a:t>imperdiet</a:t>
            </a:r>
            <a:r>
              <a:rPr lang="vi-VN" sz="1600" dirty="0"/>
              <a:t> </a:t>
            </a:r>
            <a:r>
              <a:rPr lang="vi-VN" sz="1600" dirty="0" err="1"/>
              <a:t>enim</a:t>
            </a:r>
            <a:r>
              <a:rPr lang="vi-VN" sz="1600" dirty="0"/>
              <a:t>. </a:t>
            </a:r>
            <a:r>
              <a:rPr lang="vi-VN" sz="1600" dirty="0" err="1"/>
              <a:t>Fusce</a:t>
            </a:r>
            <a:r>
              <a:rPr lang="vi-VN" sz="1600" dirty="0"/>
              <a:t> </a:t>
            </a:r>
            <a:r>
              <a:rPr lang="vi-VN" sz="1600" dirty="0" err="1"/>
              <a:t>est</a:t>
            </a:r>
            <a:r>
              <a:rPr lang="vi-VN" sz="1600" dirty="0"/>
              <a:t>. </a:t>
            </a:r>
            <a:r>
              <a:rPr lang="vi-VN" sz="1600" dirty="0" err="1"/>
              <a:t>Vivamus</a:t>
            </a:r>
            <a:r>
              <a:rPr lang="vi-VN" sz="1600" dirty="0"/>
              <a:t> a </a:t>
            </a:r>
            <a:r>
              <a:rPr lang="vi-VN" sz="1600" dirty="0" err="1"/>
              <a:t>tellus</a:t>
            </a:r>
            <a:r>
              <a:rPr lang="vi-VN" sz="1600" dirty="0"/>
              <a:t>.</a:t>
            </a:r>
          </a:p>
          <a:p>
            <a:pPr marL="36900" indent="0" rtl="0">
              <a:spcAft>
                <a:spcPts val="1000"/>
              </a:spcAft>
              <a:buSzPct val="90000"/>
              <a:buNone/>
            </a:pPr>
            <a:r>
              <a:rPr lang="vi-VN" sz="1600" dirty="0" err="1"/>
              <a:t>Pellentesque</a:t>
            </a:r>
            <a:r>
              <a:rPr lang="vi-VN" sz="1600" dirty="0"/>
              <a:t> </a:t>
            </a:r>
            <a:r>
              <a:rPr lang="vi-VN" sz="1600" dirty="0" err="1"/>
              <a:t>habitant</a:t>
            </a:r>
            <a:r>
              <a:rPr lang="vi-VN" sz="1600" dirty="0"/>
              <a:t> </a:t>
            </a:r>
            <a:r>
              <a:rPr lang="vi-VN" sz="1600" dirty="0" err="1"/>
              <a:t>morbi</a:t>
            </a:r>
            <a:r>
              <a:rPr lang="vi-VN" sz="1600" dirty="0"/>
              <a:t> </a:t>
            </a:r>
            <a:r>
              <a:rPr lang="vi-VN" sz="1600" dirty="0" err="1"/>
              <a:t>tristique</a:t>
            </a:r>
            <a:r>
              <a:rPr lang="vi-VN" sz="1600" dirty="0"/>
              <a:t> </a:t>
            </a:r>
            <a:r>
              <a:rPr lang="vi-VN" sz="1600" dirty="0" err="1"/>
              <a:t>senectus</a:t>
            </a:r>
            <a:r>
              <a:rPr lang="vi-VN" sz="1600" dirty="0"/>
              <a:t> </a:t>
            </a:r>
            <a:r>
              <a:rPr lang="vi-VN" sz="1600" dirty="0" err="1"/>
              <a:t>et</a:t>
            </a:r>
            <a:r>
              <a:rPr lang="vi-VN" sz="1600" dirty="0"/>
              <a:t> </a:t>
            </a:r>
            <a:r>
              <a:rPr lang="vi-VN" sz="1600" dirty="0" err="1"/>
              <a:t>netus</a:t>
            </a:r>
            <a:r>
              <a:rPr lang="vi-VN" sz="1600" dirty="0"/>
              <a:t> </a:t>
            </a:r>
            <a:r>
              <a:rPr lang="vi-VN" sz="1600" dirty="0" err="1"/>
              <a:t>et</a:t>
            </a:r>
            <a:r>
              <a:rPr lang="vi-VN" sz="1600" dirty="0"/>
              <a:t> </a:t>
            </a:r>
            <a:r>
              <a:rPr lang="vi-VN" sz="1600" dirty="0" err="1"/>
              <a:t>malesuada</a:t>
            </a:r>
            <a:r>
              <a:rPr lang="vi-VN" sz="1600" dirty="0"/>
              <a:t> </a:t>
            </a:r>
            <a:r>
              <a:rPr lang="vi-VN" sz="1600" dirty="0" err="1"/>
              <a:t>fames</a:t>
            </a:r>
            <a:r>
              <a:rPr lang="vi-VN" sz="1600" dirty="0"/>
              <a:t> </a:t>
            </a:r>
            <a:r>
              <a:rPr lang="vi-VN" sz="1600" dirty="0" err="1"/>
              <a:t>ac</a:t>
            </a:r>
            <a:r>
              <a:rPr lang="vi-VN" sz="1600" dirty="0"/>
              <a:t> </a:t>
            </a:r>
            <a:r>
              <a:rPr lang="vi-VN" sz="1600" dirty="0" err="1"/>
              <a:t>turpis</a:t>
            </a:r>
            <a:r>
              <a:rPr lang="vi-VN" sz="1600" dirty="0"/>
              <a:t> </a:t>
            </a:r>
            <a:r>
              <a:rPr lang="vi-VN" sz="1600" dirty="0" err="1"/>
              <a:t>egestas</a:t>
            </a:r>
            <a:r>
              <a:rPr lang="vi-VN" sz="1600" dirty="0"/>
              <a:t>. </a:t>
            </a:r>
            <a:r>
              <a:rPr lang="vi-VN" sz="1600" dirty="0" err="1"/>
              <a:t>Proin</a:t>
            </a:r>
            <a:r>
              <a:rPr lang="vi-VN" sz="1600" dirty="0"/>
              <a:t> </a:t>
            </a:r>
            <a:r>
              <a:rPr lang="vi-VN" sz="1600" dirty="0" err="1"/>
              <a:t>pharetra</a:t>
            </a:r>
            <a:r>
              <a:rPr lang="vi-VN" sz="1600" dirty="0"/>
              <a:t> </a:t>
            </a:r>
            <a:r>
              <a:rPr lang="vi-VN" sz="1600" dirty="0" err="1"/>
              <a:t>nonummy</a:t>
            </a:r>
            <a:r>
              <a:rPr lang="vi-VN" sz="1600" dirty="0"/>
              <a:t> </a:t>
            </a:r>
            <a:r>
              <a:rPr lang="vi-VN" sz="1600" dirty="0" err="1"/>
              <a:t>pede</a:t>
            </a:r>
            <a:r>
              <a:rPr lang="vi-VN" sz="1600" dirty="0"/>
              <a:t>. </a:t>
            </a:r>
            <a:r>
              <a:rPr lang="vi-VN" sz="1600" dirty="0" err="1"/>
              <a:t>Mauris</a:t>
            </a:r>
            <a:r>
              <a:rPr lang="vi-VN" sz="1600" dirty="0"/>
              <a:t> </a:t>
            </a:r>
            <a:r>
              <a:rPr lang="vi-VN" sz="1600" dirty="0" err="1"/>
              <a:t>et</a:t>
            </a:r>
            <a:r>
              <a:rPr lang="vi-VN" sz="1600" dirty="0"/>
              <a:t> </a:t>
            </a:r>
            <a:r>
              <a:rPr lang="vi-VN" sz="1600" dirty="0" err="1"/>
              <a:t>orci</a:t>
            </a:r>
            <a:r>
              <a:rPr lang="vi-VN" sz="1600" dirty="0"/>
              <a:t>.</a:t>
            </a:r>
          </a:p>
          <a:p>
            <a:pPr marL="36900" indent="0" rtl="0">
              <a:spcAft>
                <a:spcPts val="1000"/>
              </a:spcAft>
              <a:buSzPct val="90000"/>
              <a:buNone/>
            </a:pPr>
            <a:endParaRPr lang="vi-VN" sz="1600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9FC094AD-DFDC-4944-8341-B513DBD94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40" r="11927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24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Đá phiến">
  <a:themeElements>
    <a:clrScheme name="Custom 18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6" ma:contentTypeDescription="Create a new document." ma:contentTypeScope="" ma:versionID="e463d1d10dfab8ea784b41375b92eff6">
  <xsd:schema xmlns:xsd="http://www.w3.org/2001/XMLSchema" xmlns:xs="http://www.w3.org/2001/XMLSchema" xmlns:p="http://schemas.microsoft.com/office/2006/metadata/properties" xmlns:ns2="9e626b82-2e62-4b56-b4f0-2eb243f478f4" targetNamespace="http://schemas.microsoft.com/office/2006/metadata/properties" ma:root="true" ma:fieldsID="0881876e15e5be9d4d273a20ce182099" ns2:_="">
    <xsd:import namespace="9e626b82-2e62-4b56-b4f0-2eb243f478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087985-FDCF-4BCD-98CF-678C6243378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8E4547-599A-4D55-8E8D-52C37BC979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F48FD5-CD5F-4801-9848-422BD16DEA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26b82-2e62-4b56-b4f0-2eb243f478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TM55991576</Template>
  <TotalTime>0</TotalTime>
  <Words>79</Words>
  <Application>Microsoft Office PowerPoint</Application>
  <PresentationFormat>Màn hình rộng</PresentationFormat>
  <Paragraphs>8</Paragraphs>
  <Slides>2</Slides>
  <Notes>2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3" baseType="lpstr">
      <vt:lpstr>Đá phiến</vt:lpstr>
      <vt:lpstr>Tiêu đề Lorem Ipsum</vt:lpstr>
      <vt:lpstr>Tiêu đề Lorem Ipsum Dolor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2026-10-30T12:38:12Z</dcterms:created>
  <dcterms:modified xsi:type="dcterms:W3CDTF">2026-10-30T12:38:30Z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</Properties>
</file>