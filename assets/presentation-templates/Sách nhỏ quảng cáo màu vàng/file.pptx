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86" r:id="rId5"/>
  </p:sldMasterIdLst>
  <p:notesMasterIdLst>
    <p:notesMasterId r:id="rId10"/>
  </p:notesMasterIdLst>
  <p:handoutMasterIdLst>
    <p:handoutMasterId r:id="rId11"/>
  </p:handoutMasterIdLst>
  <p:sldIdLst>
    <p:sldId id="263" r:id="rId6"/>
    <p:sldId id="270" r:id="rId7"/>
    <p:sldId id="271" r:id="rId8"/>
    <p:sldId id="272" r:id="rId9"/>
  </p:sldIdLst>
  <p:sldSz cx="10058400" cy="7772400"/>
  <p:notesSz cx="6858000" cy="9144000"/>
  <p:defaultTextStyle>
    <a:defPPr rtl="0"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93" userDrawn="1">
          <p15:clr>
            <a:srgbClr val="A4A3A4"/>
          </p15:clr>
        </p15:guide>
        <p15:guide id="3" pos="2102" userDrawn="1">
          <p15:clr>
            <a:srgbClr val="A4A3A4"/>
          </p15:clr>
        </p15:guide>
        <p15:guide id="4" orient="horz" pos="2064" userDrawn="1">
          <p15:clr>
            <a:srgbClr val="A4A3A4"/>
          </p15:clr>
        </p15:guide>
        <p15:guide id="5" orient="horz" pos="576" userDrawn="1">
          <p15:clr>
            <a:srgbClr val="A4A3A4"/>
          </p15:clr>
        </p15:guide>
        <p15:guide id="6" orient="horz" pos="4464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6B6"/>
    <a:srgbClr val="679B9B"/>
    <a:srgbClr val="FFB0CD"/>
    <a:srgbClr val="C2F0FC"/>
    <a:srgbClr val="F8DB02"/>
    <a:srgbClr val="FFC000"/>
    <a:srgbClr val="D6C666"/>
    <a:srgbClr val="1B1B1B"/>
    <a:srgbClr val="686764"/>
    <a:srgbClr val="F6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 autoAdjust="0"/>
    <p:restoredTop sz="93176" autoAdjust="0"/>
  </p:normalViewPr>
  <p:slideViewPr>
    <p:cSldViewPr snapToGrid="0" showGuides="1">
      <p:cViewPr varScale="1">
        <p:scale>
          <a:sx n="84" d="100"/>
          <a:sy n="84" d="100"/>
        </p:scale>
        <p:origin x="1651" y="125"/>
      </p:cViewPr>
      <p:guideLst>
        <p:guide orient="horz" pos="2448"/>
        <p:guide pos="4393"/>
        <p:guide pos="2102"/>
        <p:guide orient="horz" pos="2064"/>
        <p:guide orient="horz" pos="576"/>
        <p:guide orient="horz" pos="4464"/>
        <p:guide orient="horz" pos="4104"/>
      </p:guideLst>
    </p:cSldViewPr>
  </p:slideViewPr>
  <p:outlineViewPr>
    <p:cViewPr>
      <p:scale>
        <a:sx n="33" d="100"/>
        <a:sy n="33" d="100"/>
      </p:scale>
      <p:origin x="0" y="-329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38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53BDD9F-9277-4156-8EF8-712C2B83DC8D}" type="datetime1">
              <a:rPr lang="vi-VN" smtClean="0"/>
              <a:t>30/10/2026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B7E8E42-E7C5-4B24-8575-74A765CA0AB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DD9E39-E29D-4CB3-8A54-876BC3EF082C}" type="datetime1">
              <a:rPr lang="vi-VN" noProof="0" smtClean="0"/>
              <a:t>30/10/2026</a:t>
            </a:fld>
            <a:endParaRPr lang="vi-VN" noProof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vi-VN" noProof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481A707-0A4C-444E-BBAC-8F56E4534DF7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481A707-0A4C-444E-BBAC-8F56E4534DF7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12095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481A707-0A4C-444E-BBAC-8F56E4534DF7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0988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481A707-0A4C-444E-BBAC-8F56E4534DF7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8000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481A707-0A4C-444E-BBAC-8F56E4534DF7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162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ỗ dành sẵn cho Hình ảnh 15">
            <a:extLst>
              <a:ext uri="{FF2B5EF4-FFF2-40B4-BE49-F238E27FC236}">
                <a16:creationId xmlns:a16="http://schemas.microsoft.com/office/drawing/2014/main" id="{D2DB1223-D904-480A-B0CB-8465FBB574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48000" y="0"/>
            <a:ext cx="6710400" cy="7772400"/>
          </a:xfrm>
          <a:custGeom>
            <a:avLst/>
            <a:gdLst>
              <a:gd name="connsiteX0" fmla="*/ 0 w 6710400"/>
              <a:gd name="connsiteY0" fmla="*/ 0 h 7772400"/>
              <a:gd name="connsiteX1" fmla="*/ 6710400 w 6710400"/>
              <a:gd name="connsiteY1" fmla="*/ 0 h 7772400"/>
              <a:gd name="connsiteX2" fmla="*/ 6710400 w 6710400"/>
              <a:gd name="connsiteY2" fmla="*/ 5257800 h 7772400"/>
              <a:gd name="connsiteX3" fmla="*/ 3362362 w 6710400"/>
              <a:gd name="connsiteY3" fmla="*/ 5257800 h 7772400"/>
              <a:gd name="connsiteX4" fmla="*/ 3362362 w 6710400"/>
              <a:gd name="connsiteY4" fmla="*/ 7772400 h 7772400"/>
              <a:gd name="connsiteX5" fmla="*/ 0 w 6710400"/>
              <a:gd name="connsiteY5" fmla="*/ 777240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10400" h="7772400">
                <a:moveTo>
                  <a:pt x="0" y="0"/>
                </a:moveTo>
                <a:lnTo>
                  <a:pt x="6710400" y="0"/>
                </a:lnTo>
                <a:lnTo>
                  <a:pt x="6710400" y="5257800"/>
                </a:lnTo>
                <a:lnTo>
                  <a:pt x="3362362" y="5257800"/>
                </a:lnTo>
                <a:lnTo>
                  <a:pt x="3362362" y="7772400"/>
                </a:lnTo>
                <a:lnTo>
                  <a:pt x="0" y="7772400"/>
                </a:lnTo>
                <a:close/>
              </a:path>
            </a:pathLst>
          </a:custGeom>
          <a:noFill/>
        </p:spPr>
        <p:txBody>
          <a:bodyPr wrap="square" rtlCol="0">
            <a:noAutofit/>
          </a:bodyPr>
          <a:lstStyle/>
          <a:p>
            <a:pPr rtl="0"/>
            <a:r>
              <a:rPr lang="vi-VN" noProof="0"/>
              <a:t>Bấm vào biểu tượng để thêm ảnh</a:t>
            </a:r>
          </a:p>
        </p:txBody>
      </p:sp>
      <p:sp>
        <p:nvSpPr>
          <p:cNvPr id="24" name="Hình chữ nhật 23">
            <a:extLst>
              <a:ext uri="{FF2B5EF4-FFF2-40B4-BE49-F238E27FC236}">
                <a16:creationId xmlns:a16="http://schemas.microsoft.com/office/drawing/2014/main" id="{B9FE3184-BAAE-43EA-B40C-B1C1BD2103E1}"/>
              </a:ext>
            </a:extLst>
          </p:cNvPr>
          <p:cNvSpPr/>
          <p:nvPr userDrawn="1"/>
        </p:nvSpPr>
        <p:spPr>
          <a:xfrm>
            <a:off x="3336925" y="16191"/>
            <a:ext cx="6721475" cy="7772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Calibri" panose="020F0502020204030204" pitchFamily="34" charset="0"/>
            </a:endParaRP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BFB12B86-264E-4661-BF82-08C90F541140}"/>
              </a:ext>
            </a:extLst>
          </p:cNvPr>
          <p:cNvSpPr/>
          <p:nvPr userDrawn="1"/>
        </p:nvSpPr>
        <p:spPr>
          <a:xfrm>
            <a:off x="0" y="0"/>
            <a:ext cx="3348000" cy="77885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Calibri" panose="020F0502020204030204" pitchFamily="34" charset="0"/>
            </a:endParaRPr>
          </a:p>
        </p:txBody>
      </p:sp>
      <p:sp>
        <p:nvSpPr>
          <p:cNvPr id="15" name="Chỗ dành sẵn cho Nội dung 14">
            <a:extLst>
              <a:ext uri="{FF2B5EF4-FFF2-40B4-BE49-F238E27FC236}">
                <a16:creationId xmlns:a16="http://schemas.microsoft.com/office/drawing/2014/main" id="{982C572E-7CA2-476D-B0DD-4B4CC6ACF8B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42112" y="212649"/>
            <a:ext cx="2828538" cy="40467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sp>
        <p:nvSpPr>
          <p:cNvPr id="17" name="Chỗ dành sẵn cho Văn bản 16">
            <a:extLst>
              <a:ext uri="{FF2B5EF4-FFF2-40B4-BE49-F238E27FC236}">
                <a16:creationId xmlns:a16="http://schemas.microsoft.com/office/drawing/2014/main" id="{60137D9A-2EFC-467F-8F03-8DA3C4E33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61904" y="640812"/>
            <a:ext cx="2808746" cy="174165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120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20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20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20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200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để chỉnh sửa Bản cái </a:t>
            </a:r>
            <a:br>
              <a:rPr lang="vi-VN" noProof="0"/>
            </a:br>
            <a:r>
              <a:rPr lang="vi-VN" noProof="0"/>
              <a:t>kiểu văn bản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39" name="Chỗ dành sẵn cho Văn bản 37">
            <a:extLst>
              <a:ext uri="{FF2B5EF4-FFF2-40B4-BE49-F238E27FC236}">
                <a16:creationId xmlns:a16="http://schemas.microsoft.com/office/drawing/2014/main" id="{6067DEED-7734-4FB1-8ECC-8F590B39EB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3519" y="859243"/>
            <a:ext cx="2924479" cy="6578487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vi-VN" noProof="0"/>
              <a:t>Bấm vào đây để thêm văn bản</a:t>
            </a:r>
          </a:p>
          <a:p>
            <a:pPr lvl="0" rtl="0"/>
            <a:endParaRPr lang="vi-VN" noProof="0"/>
          </a:p>
        </p:txBody>
      </p:sp>
      <p:sp>
        <p:nvSpPr>
          <p:cNvPr id="11" name="Chỗ dành sẵn cho Nội dung 14">
            <a:extLst>
              <a:ext uri="{FF2B5EF4-FFF2-40B4-BE49-F238E27FC236}">
                <a16:creationId xmlns:a16="http://schemas.microsoft.com/office/drawing/2014/main" id="{F0E3B4AB-7CCE-4A71-8D26-6F26DD58AFE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23519" y="207670"/>
            <a:ext cx="2893612" cy="40467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92C78C9D-AC96-4A8A-B6BD-D223121FF474}"/>
              </a:ext>
            </a:extLst>
          </p:cNvPr>
          <p:cNvCxnSpPr>
            <a:cxnSpLocks/>
          </p:cNvCxnSpPr>
          <p:nvPr userDrawn="1"/>
        </p:nvCxnSpPr>
        <p:spPr>
          <a:xfrm>
            <a:off x="303032" y="742933"/>
            <a:ext cx="937709" cy="0"/>
          </a:xfrm>
          <a:prstGeom prst="line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1FB4ECD-2BAA-4528-AA62-234575823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17834" y="6910590"/>
            <a:ext cx="2966247" cy="518535"/>
          </a:xfrm>
        </p:spPr>
        <p:txBody>
          <a:bodyPr vert="horz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rtl="0"/>
            <a:r>
              <a:rPr lang="vi-VN" noProof="0"/>
              <a:t>BẤM ĐỂ CHỈNH SỬA KIỂU TIÊU ĐỀ PHỤ BẢN CÁI</a:t>
            </a:r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7833" y="5895974"/>
            <a:ext cx="2966247" cy="878091"/>
          </a:xfrm>
        </p:spPr>
        <p:txBody>
          <a:bodyPr vert="horz" rtlCol="0" anchor="b">
            <a:noAutofit/>
          </a:bodyPr>
          <a:lstStyle>
            <a:lvl1pPr algn="ctr">
              <a:lnSpc>
                <a:spcPct val="100000"/>
              </a:lnSpc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vi-VN" noProof="0"/>
              <a:t>BẤM VÀO ĐÂY ĐỂ CHỈNH SỬA TIÊU ĐỀ</a:t>
            </a:r>
          </a:p>
        </p:txBody>
      </p:sp>
    </p:spTree>
    <p:extLst>
      <p:ext uri="{BB962C8B-B14F-4D97-AF65-F5344CB8AC3E}">
        <p14:creationId xmlns:p14="http://schemas.microsoft.com/office/powerpoint/2010/main" val="115156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2102">
          <p15:clr>
            <a:srgbClr val="FBAE40"/>
          </p15:clr>
        </p15:guide>
        <p15:guide id="3" pos="4211">
          <p15:clr>
            <a:srgbClr val="FBAE40"/>
          </p15:clr>
        </p15:guide>
        <p15:guide id="4" orient="horz" pos="4693">
          <p15:clr>
            <a:srgbClr val="FBAE40"/>
          </p15:clr>
        </p15:guide>
        <p15:guide id="5" orient="horz" pos="180">
          <p15:clr>
            <a:srgbClr val="FBAE40"/>
          </p15:clr>
        </p15:guide>
        <p15:guide id="6" pos="192" userDrawn="1">
          <p15:clr>
            <a:srgbClr val="FBAE40"/>
          </p15:clr>
        </p15:guide>
        <p15:guide id="7" orient="horz" pos="5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663937CC-E76D-4CB5-9BF4-36F1AFEDF89C}"/>
              </a:ext>
            </a:extLst>
          </p:cNvPr>
          <p:cNvSpPr/>
          <p:nvPr userDrawn="1"/>
        </p:nvSpPr>
        <p:spPr>
          <a:xfrm>
            <a:off x="6711696" y="0"/>
            <a:ext cx="3355848" cy="777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vi-VN" noProof="0">
              <a:latin typeface="Calibri" panose="020F0502020204030204" pitchFamily="34" charset="0"/>
            </a:endParaRPr>
          </a:p>
        </p:txBody>
      </p:sp>
      <p:sp>
        <p:nvSpPr>
          <p:cNvPr id="12" name="Chỗ dành sẵn cho Hình ảnh 11">
            <a:extLst>
              <a:ext uri="{FF2B5EF4-FFF2-40B4-BE49-F238E27FC236}">
                <a16:creationId xmlns:a16="http://schemas.microsoft.com/office/drawing/2014/main" id="{93988413-9B64-4CCC-B63E-0D7644E922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9144" y="3886200"/>
            <a:ext cx="6720840" cy="3886200"/>
          </a:xfrm>
        </p:spPr>
        <p:txBody>
          <a:bodyPr rtlCol="0"/>
          <a:lstStyle/>
          <a:p>
            <a:pPr rtl="0"/>
            <a:r>
              <a:rPr lang="vi-VN" noProof="0"/>
              <a:t>Thêm hình ảnh</a:t>
            </a:r>
          </a:p>
        </p:txBody>
      </p:sp>
      <p:sp>
        <p:nvSpPr>
          <p:cNvPr id="19" name="Chỗ dành sẵn cho Văn bản 18">
            <a:extLst>
              <a:ext uri="{FF2B5EF4-FFF2-40B4-BE49-F238E27FC236}">
                <a16:creationId xmlns:a16="http://schemas.microsoft.com/office/drawing/2014/main" id="{5822DF17-82B7-434C-9A2B-B69D5EBAB6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320" y="883921"/>
            <a:ext cx="2804477" cy="2672067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 marL="75438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 marL="113157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 marL="150876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để thêm văn bản</a:t>
            </a:r>
          </a:p>
        </p:txBody>
      </p:sp>
      <p:cxnSp>
        <p:nvCxnSpPr>
          <p:cNvPr id="21" name="Đường nối Thẳng 20">
            <a:extLst>
              <a:ext uri="{FF2B5EF4-FFF2-40B4-BE49-F238E27FC236}">
                <a16:creationId xmlns:a16="http://schemas.microsoft.com/office/drawing/2014/main" id="{A6E1F595-C7A2-489A-AF16-62824DB3C714}"/>
              </a:ext>
            </a:extLst>
          </p:cNvPr>
          <p:cNvCxnSpPr/>
          <p:nvPr userDrawn="1"/>
        </p:nvCxnSpPr>
        <p:spPr>
          <a:xfrm>
            <a:off x="288925" y="710214"/>
            <a:ext cx="937709" cy="0"/>
          </a:xfrm>
          <a:prstGeom prst="line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hỗ dành sẵn cho Văn bản 16">
            <a:extLst>
              <a:ext uri="{FF2B5EF4-FFF2-40B4-BE49-F238E27FC236}">
                <a16:creationId xmlns:a16="http://schemas.microsoft.com/office/drawing/2014/main" id="{9E1CB6B1-120F-479E-9387-22CF6748A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7243" y="266483"/>
            <a:ext cx="2792875" cy="3289515"/>
          </a:xfrm>
        </p:spPr>
        <p:txBody>
          <a:bodyPr lIns="0" tIns="0"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vi-VN" noProof="0"/>
              <a:t>Bấm vào đây để thêm văn bản</a:t>
            </a:r>
          </a:p>
        </p:txBody>
      </p:sp>
      <p:sp>
        <p:nvSpPr>
          <p:cNvPr id="25" name="Chỗ dành sẵn cho Văn bản 16">
            <a:extLst>
              <a:ext uri="{FF2B5EF4-FFF2-40B4-BE49-F238E27FC236}">
                <a16:creationId xmlns:a16="http://schemas.microsoft.com/office/drawing/2014/main" id="{7D97B175-9E1D-4A80-8B61-E5F978BD0A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85243" y="266484"/>
            <a:ext cx="2804477" cy="384672"/>
          </a:xfrm>
        </p:spPr>
        <p:txBody>
          <a:bodyPr lIns="0" tIns="0" rtlCol="0" anchor="t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sp>
        <p:nvSpPr>
          <p:cNvPr id="29" name="Chỗ dành sẵn cho Văn bản 18">
            <a:extLst>
              <a:ext uri="{FF2B5EF4-FFF2-40B4-BE49-F238E27FC236}">
                <a16:creationId xmlns:a16="http://schemas.microsoft.com/office/drawing/2014/main" id="{80680718-1AAD-4AA9-A7AF-B918643294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87223" y="897114"/>
            <a:ext cx="2804477" cy="1426268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 marL="75438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để thêm văn bản</a:t>
            </a:r>
          </a:p>
          <a:p>
            <a:pPr lvl="0" rtl="0"/>
            <a:endParaRPr lang="vi-VN" noProof="0"/>
          </a:p>
        </p:txBody>
      </p:sp>
      <p:cxnSp>
        <p:nvCxnSpPr>
          <p:cNvPr id="23" name="Đường nối Thẳng 22">
            <a:extLst>
              <a:ext uri="{FF2B5EF4-FFF2-40B4-BE49-F238E27FC236}">
                <a16:creationId xmlns:a16="http://schemas.microsoft.com/office/drawing/2014/main" id="{D4BD65F1-DD79-B94E-BD08-2293EB46E00D}"/>
              </a:ext>
            </a:extLst>
          </p:cNvPr>
          <p:cNvCxnSpPr/>
          <p:nvPr userDrawn="1"/>
        </p:nvCxnSpPr>
        <p:spPr>
          <a:xfrm>
            <a:off x="6984925" y="714500"/>
            <a:ext cx="937709" cy="0"/>
          </a:xfrm>
          <a:prstGeom prst="line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hỗ dành sẵn cho Văn bản 18">
            <a:extLst>
              <a:ext uri="{FF2B5EF4-FFF2-40B4-BE49-F238E27FC236}">
                <a16:creationId xmlns:a16="http://schemas.microsoft.com/office/drawing/2014/main" id="{153BC095-21B2-478D-B282-47C2CB4448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85243" y="2671400"/>
            <a:ext cx="2804477" cy="4926101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 marL="75438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để thêm văn bản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7DE1CA95-4D6E-496A-B3C5-14E91FCC0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5" y="266485"/>
            <a:ext cx="2804477" cy="261116"/>
          </a:xfrm>
        </p:spPr>
        <p:txBody>
          <a:bodyPr lIns="0" tIns="0" rtlCol="0">
            <a:normAutofit/>
          </a:bodyPr>
          <a:lstStyle>
            <a:lvl1pPr>
              <a:spcBef>
                <a:spcPts val="825"/>
              </a:spcBef>
              <a:defRPr sz="2000" b="1" cap="all" baseline="0"/>
            </a:lvl1pPr>
          </a:lstStyle>
          <a:p>
            <a:pPr rtl="0"/>
            <a:r>
              <a:rPr lang="vi-VN" noProof="0"/>
              <a:t>Thêm tiêu đề</a:t>
            </a:r>
          </a:p>
        </p:txBody>
      </p:sp>
    </p:spTree>
    <p:extLst>
      <p:ext uri="{BB962C8B-B14F-4D97-AF65-F5344CB8AC3E}">
        <p14:creationId xmlns:p14="http://schemas.microsoft.com/office/powerpoint/2010/main" val="3706024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">
          <p15:clr>
            <a:srgbClr val="FBAE40"/>
          </p15:clr>
        </p15:guide>
        <p15:guide id="2" pos="3168">
          <p15:clr>
            <a:srgbClr val="FBAE40"/>
          </p15:clr>
        </p15:guide>
        <p15:guide id="3" pos="174">
          <p15:clr>
            <a:srgbClr val="FBAE40"/>
          </p15:clr>
        </p15:guide>
        <p15:guide id="4" pos="4392" userDrawn="1">
          <p15:clr>
            <a:srgbClr val="FBAE40"/>
          </p15:clr>
        </p15:guide>
        <p15:guide id="5" pos="61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BFB12B86-264E-4661-BF82-08C90F541140}"/>
              </a:ext>
            </a:extLst>
          </p:cNvPr>
          <p:cNvSpPr/>
          <p:nvPr userDrawn="1"/>
        </p:nvSpPr>
        <p:spPr>
          <a:xfrm>
            <a:off x="0" y="0"/>
            <a:ext cx="3348000" cy="777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Calibri" panose="020F0502020204030204" pitchFamily="34" charset="0"/>
            </a:endParaRPr>
          </a:p>
        </p:txBody>
      </p:sp>
      <p:sp>
        <p:nvSpPr>
          <p:cNvPr id="11" name="Chỗ dành sẵn cho Nội dung 14">
            <a:extLst>
              <a:ext uri="{FF2B5EF4-FFF2-40B4-BE49-F238E27FC236}">
                <a16:creationId xmlns:a16="http://schemas.microsoft.com/office/drawing/2014/main" id="{F0E3B4AB-7CCE-4A71-8D26-6F26DD58AFE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8119" y="202983"/>
            <a:ext cx="2897068" cy="40467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92C78C9D-AC96-4A8A-B6BD-D223121FF474}"/>
              </a:ext>
            </a:extLst>
          </p:cNvPr>
          <p:cNvCxnSpPr>
            <a:cxnSpLocks/>
          </p:cNvCxnSpPr>
          <p:nvPr userDrawn="1"/>
        </p:nvCxnSpPr>
        <p:spPr>
          <a:xfrm>
            <a:off x="274319" y="738246"/>
            <a:ext cx="937709" cy="0"/>
          </a:xfrm>
          <a:prstGeom prst="line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ỗ dành sẵn cho Văn bản 11">
            <a:extLst>
              <a:ext uri="{FF2B5EF4-FFF2-40B4-BE49-F238E27FC236}">
                <a16:creationId xmlns:a16="http://schemas.microsoft.com/office/drawing/2014/main" id="{BA5062D0-E551-4B70-86FC-990B87238C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120" y="994425"/>
            <a:ext cx="2897067" cy="6447977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19" name="Chỗ dành sẵn cho Hình ảnh 18">
            <a:extLst>
              <a:ext uri="{FF2B5EF4-FFF2-40B4-BE49-F238E27FC236}">
                <a16:creationId xmlns:a16="http://schemas.microsoft.com/office/drawing/2014/main" id="{C6F57966-D4B3-47A7-BD3E-5CC867196F1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6925" y="16191"/>
            <a:ext cx="6710400" cy="7756208"/>
          </a:xfrm>
          <a:custGeom>
            <a:avLst/>
            <a:gdLst>
              <a:gd name="connsiteX0" fmla="*/ 0 w 6710400"/>
              <a:gd name="connsiteY0" fmla="*/ 0 h 7772400"/>
              <a:gd name="connsiteX1" fmla="*/ 6710400 w 6710400"/>
              <a:gd name="connsiteY1" fmla="*/ 0 h 7772400"/>
              <a:gd name="connsiteX2" fmla="*/ 6710400 w 6710400"/>
              <a:gd name="connsiteY2" fmla="*/ 5089209 h 7772400"/>
              <a:gd name="connsiteX3" fmla="*/ 3373438 w 6710400"/>
              <a:gd name="connsiteY3" fmla="*/ 5089209 h 7772400"/>
              <a:gd name="connsiteX4" fmla="*/ 3373438 w 6710400"/>
              <a:gd name="connsiteY4" fmla="*/ 7576377 h 7772400"/>
              <a:gd name="connsiteX5" fmla="*/ 3374771 w 6710400"/>
              <a:gd name="connsiteY5" fmla="*/ 7576377 h 7772400"/>
              <a:gd name="connsiteX6" fmla="*/ 3374771 w 6710400"/>
              <a:gd name="connsiteY6" fmla="*/ 7772400 h 7772400"/>
              <a:gd name="connsiteX7" fmla="*/ 0 w 6710400"/>
              <a:gd name="connsiteY7" fmla="*/ 777240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10400" h="7772400">
                <a:moveTo>
                  <a:pt x="0" y="0"/>
                </a:moveTo>
                <a:lnTo>
                  <a:pt x="6710400" y="0"/>
                </a:lnTo>
                <a:lnTo>
                  <a:pt x="6710400" y="5089209"/>
                </a:lnTo>
                <a:lnTo>
                  <a:pt x="3373438" y="5089209"/>
                </a:lnTo>
                <a:lnTo>
                  <a:pt x="3373438" y="7576377"/>
                </a:lnTo>
                <a:lnTo>
                  <a:pt x="3374771" y="7576377"/>
                </a:lnTo>
                <a:lnTo>
                  <a:pt x="3374771" y="7772400"/>
                </a:lnTo>
                <a:lnTo>
                  <a:pt x="0" y="7772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rtl="0"/>
            <a:r>
              <a:rPr lang="vi-VN" noProof="0"/>
              <a:t>Thêm hình ảnh</a:t>
            </a:r>
          </a:p>
        </p:txBody>
      </p:sp>
      <p:sp>
        <p:nvSpPr>
          <p:cNvPr id="15" name="Chỗ dành sẵn cho Nội dung 14">
            <a:extLst>
              <a:ext uri="{FF2B5EF4-FFF2-40B4-BE49-F238E27FC236}">
                <a16:creationId xmlns:a16="http://schemas.microsoft.com/office/drawing/2014/main" id="{982C572E-7CA2-476D-B0DD-4B4CC6ACF8B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77038" y="199949"/>
            <a:ext cx="2893612" cy="40467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sp>
        <p:nvSpPr>
          <p:cNvPr id="17" name="Chỗ dành sẵn cho Văn bản 16">
            <a:extLst>
              <a:ext uri="{FF2B5EF4-FFF2-40B4-BE49-F238E27FC236}">
                <a16:creationId xmlns:a16="http://schemas.microsoft.com/office/drawing/2014/main" id="{60137D9A-2EFC-467F-8F03-8DA3C4E33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628112"/>
            <a:ext cx="2893612" cy="1741653"/>
          </a:xfrm>
        </p:spPr>
        <p:txBody>
          <a:bodyPr rtlCol="0">
            <a:norm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ts val="18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ts val="18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ts val="18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vi-VN" noProof="0"/>
              <a:t>Bấm để chỉnh sửa Bản cái </a:t>
            </a:r>
            <a:br>
              <a:rPr lang="vi-VN" noProof="0"/>
            </a:br>
            <a:r>
              <a:rPr lang="vi-VN" noProof="0"/>
              <a:t>kiểu văn bản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8" name="Chỗ dành sẵn cho Hình ảnh 7">
            <a:extLst>
              <a:ext uri="{FF2B5EF4-FFF2-40B4-BE49-F238E27FC236}">
                <a16:creationId xmlns:a16="http://schemas.microsoft.com/office/drawing/2014/main" id="{28EFC47E-3E71-499D-A09B-118EC606C07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31150" y="5268231"/>
            <a:ext cx="914400" cy="914400"/>
          </a:xfrm>
          <a:noFill/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rtl="0"/>
            <a:r>
              <a:rPr lang="vi-VN" noProof="0"/>
              <a:t>Thêm logo</a:t>
            </a:r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13996" y="6208573"/>
            <a:ext cx="2966247" cy="701345"/>
          </a:xfrm>
        </p:spPr>
        <p:txBody>
          <a:bodyPr vert="horz" rtlCol="0" anchor="b">
            <a:noAutofit/>
          </a:bodyPr>
          <a:lstStyle>
            <a:lvl1pPr algn="ctr">
              <a:lnSpc>
                <a:spcPct val="100000"/>
              </a:lnSpc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vi-VN" noProof="0"/>
              <a:t>CHỈNH SỬA VĂN BẢN</a:t>
            </a:r>
          </a:p>
        </p:txBody>
      </p:sp>
      <p:sp>
        <p:nvSpPr>
          <p:cNvPr id="18" name="Tiêu đề phụ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13996" y="6812496"/>
            <a:ext cx="2966247" cy="518535"/>
          </a:xfrm>
        </p:spPr>
        <p:txBody>
          <a:bodyPr vert="horz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rtl="0"/>
            <a:r>
              <a:rPr lang="vi-VN" noProof="0"/>
              <a:t>BẤM VÀO ĐỂ CHỈNH SỬA VĂN BẢN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470553E7-6DBB-4AC9-B30C-9DFE9F2FF7BE}"/>
              </a:ext>
            </a:extLst>
          </p:cNvPr>
          <p:cNvSpPr/>
          <p:nvPr userDrawn="1"/>
        </p:nvSpPr>
        <p:spPr>
          <a:xfrm>
            <a:off x="6710402" y="7591425"/>
            <a:ext cx="3347998" cy="180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002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2102">
          <p15:clr>
            <a:srgbClr val="FBAE40"/>
          </p15:clr>
        </p15:guide>
        <p15:guide id="3" pos="4211">
          <p15:clr>
            <a:srgbClr val="FBAE40"/>
          </p15:clr>
        </p15:guide>
        <p15:guide id="4" orient="horz" pos="4693">
          <p15:clr>
            <a:srgbClr val="FBAE40"/>
          </p15:clr>
        </p15:guide>
        <p15:guide id="5" orient="horz" pos="180">
          <p15:clr>
            <a:srgbClr val="FBAE40"/>
          </p15:clr>
        </p15:guide>
        <p15:guide id="6" pos="168" userDrawn="1">
          <p15:clr>
            <a:srgbClr val="FBAE40"/>
          </p15:clr>
        </p15:guide>
        <p15:guide id="7" orient="horz" pos="576">
          <p15:clr>
            <a:srgbClr val="FBAE40"/>
          </p15:clr>
        </p15:guide>
        <p15:guide id="8" pos="3168" userDrawn="1">
          <p15:clr>
            <a:srgbClr val="FBAE40"/>
          </p15:clr>
        </p15:guide>
        <p15:guide id="9" pos="5280" userDrawn="1">
          <p15:clr>
            <a:srgbClr val="FBAE40"/>
          </p15:clr>
        </p15:guide>
        <p15:guide id="10" orient="horz" pos="4464" userDrawn="1">
          <p15:clr>
            <a:srgbClr val="FBAE40"/>
          </p15:clr>
        </p15:guide>
        <p15:guide id="11" orient="horz" pos="4104" userDrawn="1">
          <p15:clr>
            <a:srgbClr val="FBAE40"/>
          </p15:clr>
        </p15:guide>
        <p15:guide id="12" pos="19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9C31538-66AA-45AA-8BA0-5D09C50D1BC9}"/>
              </a:ext>
            </a:extLst>
          </p:cNvPr>
          <p:cNvSpPr/>
          <p:nvPr userDrawn="1"/>
        </p:nvSpPr>
        <p:spPr>
          <a:xfrm>
            <a:off x="-6427" y="3884205"/>
            <a:ext cx="6722989" cy="3888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vi-VN" noProof="0">
              <a:latin typeface="Calibri" panose="020F0502020204030204" pitchFamily="34" charset="0"/>
            </a:endParaRPr>
          </a:p>
        </p:txBody>
      </p:sp>
      <p:sp>
        <p:nvSpPr>
          <p:cNvPr id="12" name="Chỗ dành sẵn cho Hình ảnh 11">
            <a:extLst>
              <a:ext uri="{FF2B5EF4-FFF2-40B4-BE49-F238E27FC236}">
                <a16:creationId xmlns:a16="http://schemas.microsoft.com/office/drawing/2014/main" id="{93988413-9B64-4CCC-B63E-0D7644E922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710082" cy="3886200"/>
          </a:xfrm>
        </p:spPr>
        <p:txBody>
          <a:bodyPr rtlCol="0"/>
          <a:lstStyle/>
          <a:p>
            <a:pPr rtl="0"/>
            <a:r>
              <a:rPr lang="vi-VN" noProof="0"/>
              <a:t>Thêm hình ảnh</a:t>
            </a:r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B4F9EA7F-F32D-4A82-919B-9594BA6FF9B2}"/>
              </a:ext>
            </a:extLst>
          </p:cNvPr>
          <p:cNvSpPr/>
          <p:nvPr userDrawn="1"/>
        </p:nvSpPr>
        <p:spPr>
          <a:xfrm>
            <a:off x="-6426" y="8637"/>
            <a:ext cx="6716826" cy="4997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9" name="Chỗ dành sẵn cho Văn bản 18">
            <a:extLst>
              <a:ext uri="{FF2B5EF4-FFF2-40B4-BE49-F238E27FC236}">
                <a16:creationId xmlns:a16="http://schemas.microsoft.com/office/drawing/2014/main" id="{5822DF17-82B7-434C-9A2B-B69D5EBAB6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362" y="4823028"/>
            <a:ext cx="2804477" cy="2485640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 marL="75438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 marL="113157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 marL="150876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để thêm văn bản</a:t>
            </a:r>
          </a:p>
        </p:txBody>
      </p:sp>
      <p:cxnSp>
        <p:nvCxnSpPr>
          <p:cNvPr id="21" name="Đường nối Thẳng 20">
            <a:extLst>
              <a:ext uri="{FF2B5EF4-FFF2-40B4-BE49-F238E27FC236}">
                <a16:creationId xmlns:a16="http://schemas.microsoft.com/office/drawing/2014/main" id="{A6E1F595-C7A2-489A-AF16-62824DB3C714}"/>
              </a:ext>
            </a:extLst>
          </p:cNvPr>
          <p:cNvCxnSpPr/>
          <p:nvPr userDrawn="1"/>
        </p:nvCxnSpPr>
        <p:spPr>
          <a:xfrm>
            <a:off x="274320" y="4609565"/>
            <a:ext cx="937709" cy="0"/>
          </a:xfrm>
          <a:prstGeom prst="line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hỗ dành sẵn cho Văn bản 16">
            <a:extLst>
              <a:ext uri="{FF2B5EF4-FFF2-40B4-BE49-F238E27FC236}">
                <a16:creationId xmlns:a16="http://schemas.microsoft.com/office/drawing/2014/main" id="{9E1CB6B1-120F-479E-9387-22CF6748A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08875" y="285750"/>
            <a:ext cx="2804477" cy="3028950"/>
          </a:xfrm>
        </p:spPr>
        <p:txBody>
          <a:bodyPr lIns="0" tIns="0"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vi-VN" noProof="0"/>
              <a:t>Bấm vào đây để thêm văn bản</a:t>
            </a:r>
          </a:p>
        </p:txBody>
      </p:sp>
      <p:sp>
        <p:nvSpPr>
          <p:cNvPr id="25" name="Chỗ dành sẵn cho Văn bản 16">
            <a:extLst>
              <a:ext uri="{FF2B5EF4-FFF2-40B4-BE49-F238E27FC236}">
                <a16:creationId xmlns:a16="http://schemas.microsoft.com/office/drawing/2014/main" id="{7D97B175-9E1D-4A80-8B61-E5F978BD0A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5975" y="4170070"/>
            <a:ext cx="2804477" cy="397076"/>
          </a:xfrm>
        </p:spPr>
        <p:txBody>
          <a:bodyPr lIns="0" tIns="0" rtlCol="0" anchor="t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sp>
        <p:nvSpPr>
          <p:cNvPr id="29" name="Chỗ dành sẵn cho Văn bản 18">
            <a:extLst>
              <a:ext uri="{FF2B5EF4-FFF2-40B4-BE49-F238E27FC236}">
                <a16:creationId xmlns:a16="http://schemas.microsoft.com/office/drawing/2014/main" id="{80680718-1AAD-4AA9-A7AF-B918643294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6680" y="4812952"/>
            <a:ext cx="2804477" cy="1426464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 marL="75438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để thêm văn bản</a:t>
            </a:r>
          </a:p>
        </p:txBody>
      </p:sp>
      <p:cxnSp>
        <p:nvCxnSpPr>
          <p:cNvPr id="23" name="Đường nối Thẳng 22">
            <a:extLst>
              <a:ext uri="{FF2B5EF4-FFF2-40B4-BE49-F238E27FC236}">
                <a16:creationId xmlns:a16="http://schemas.microsoft.com/office/drawing/2014/main" id="{D4BD65F1-DD79-B94E-BD08-2293EB46E00D}"/>
              </a:ext>
            </a:extLst>
          </p:cNvPr>
          <p:cNvCxnSpPr/>
          <p:nvPr userDrawn="1"/>
        </p:nvCxnSpPr>
        <p:spPr>
          <a:xfrm>
            <a:off x="3615657" y="4618086"/>
            <a:ext cx="937709" cy="0"/>
          </a:xfrm>
          <a:prstGeom prst="line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hỗ dành sẵn cho Văn bản 18">
            <a:extLst>
              <a:ext uri="{FF2B5EF4-FFF2-40B4-BE49-F238E27FC236}">
                <a16:creationId xmlns:a16="http://schemas.microsoft.com/office/drawing/2014/main" id="{153BC095-21B2-478D-B282-47C2CB4448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86016" y="4044950"/>
            <a:ext cx="2804477" cy="3441700"/>
          </a:xfrm>
        </p:spPr>
        <p:txBody>
          <a:bodyPr l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7719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 marL="75438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1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 rtl="0"/>
            <a:r>
              <a:rPr lang="vi-VN" noProof="0"/>
              <a:t>Bấm để thêm văn bản</a:t>
            </a:r>
          </a:p>
        </p:txBody>
      </p:sp>
      <p:sp>
        <p:nvSpPr>
          <p:cNvPr id="31" name="Chỗ dành sẵn cho Văn bản 16">
            <a:extLst>
              <a:ext uri="{FF2B5EF4-FFF2-40B4-BE49-F238E27FC236}">
                <a16:creationId xmlns:a16="http://schemas.microsoft.com/office/drawing/2014/main" id="{721C47CA-620D-418F-A6BC-C20DCD7CEB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86016" y="3651250"/>
            <a:ext cx="2804477" cy="221056"/>
          </a:xfrm>
        </p:spPr>
        <p:txBody>
          <a:bodyPr lIns="0" rtlCol="0" anchor="t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vi-VN" noProof="0"/>
              <a:t>Thêm tiêu đề ở đây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4360DDA1-609A-4DC4-A3B1-3686A505CDF1}"/>
              </a:ext>
            </a:extLst>
          </p:cNvPr>
          <p:cNvSpPr/>
          <p:nvPr userDrawn="1"/>
        </p:nvSpPr>
        <p:spPr>
          <a:xfrm>
            <a:off x="6703909" y="7589520"/>
            <a:ext cx="335280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vi-VN" noProof="0">
              <a:latin typeface="Calibri" panose="020F0502020204030204" pitchFamily="34" charset="0"/>
            </a:endParaRPr>
          </a:p>
        </p:txBody>
      </p:sp>
      <p:sp>
        <p:nvSpPr>
          <p:cNvPr id="16" name="Tiêu đề 2">
            <a:extLst>
              <a:ext uri="{FF2B5EF4-FFF2-40B4-BE49-F238E27FC236}">
                <a16:creationId xmlns:a16="http://schemas.microsoft.com/office/drawing/2014/main" id="{033BB383-DD29-4B76-90D6-67CB362F9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5" y="4170070"/>
            <a:ext cx="2804477" cy="261116"/>
          </a:xfrm>
        </p:spPr>
        <p:txBody>
          <a:bodyPr lIns="0" tIns="0" rtlCol="0">
            <a:normAutofit/>
          </a:bodyPr>
          <a:lstStyle>
            <a:lvl1pPr>
              <a:spcBef>
                <a:spcPts val="825"/>
              </a:spcBef>
              <a:defRPr sz="2000" b="1" cap="all" baseline="0"/>
            </a:lvl1pPr>
          </a:lstStyle>
          <a:p>
            <a:pPr rtl="0"/>
            <a:r>
              <a:rPr lang="vi-VN" noProof="0"/>
              <a:t>Thêm tiêu đề</a:t>
            </a:r>
          </a:p>
        </p:txBody>
      </p:sp>
    </p:spTree>
    <p:extLst>
      <p:ext uri="{BB962C8B-B14F-4D97-AF65-F5344CB8AC3E}">
        <p14:creationId xmlns:p14="http://schemas.microsoft.com/office/powerpoint/2010/main" val="4110334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">
          <p15:clr>
            <a:srgbClr val="FBAE40"/>
          </p15:clr>
        </p15:guide>
        <p15:guide id="2" pos="3168">
          <p15:clr>
            <a:srgbClr val="FBAE40"/>
          </p15:clr>
        </p15:guide>
        <p15:guide id="3" pos="174">
          <p15:clr>
            <a:srgbClr val="FBAE40"/>
          </p15:clr>
        </p15:guide>
        <p15:guide id="4" orient="horz" pos="2448" userDrawn="1">
          <p15:clr>
            <a:srgbClr val="FBAE40"/>
          </p15:clr>
        </p15:guide>
        <p15:guide id="5" orient="horz" pos="2548" userDrawn="1">
          <p15:clr>
            <a:srgbClr val="FBAE40"/>
          </p15:clr>
        </p15:guide>
        <p15:guide id="6" pos="2088" userDrawn="1">
          <p15:clr>
            <a:srgbClr val="FBAE40"/>
          </p15:clr>
        </p15:guide>
        <p15:guide id="7" pos="4224" userDrawn="1">
          <p15:clr>
            <a:srgbClr val="FBAE40"/>
          </p15:clr>
        </p15:guide>
        <p15:guide id="8" pos="43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1C79A7E9-4339-416F-B0E6-8551A47D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4877FB1-49D3-4391-A9B3-DD716F986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</p:spTree>
    <p:extLst>
      <p:ext uri="{BB962C8B-B14F-4D97-AF65-F5344CB8AC3E}">
        <p14:creationId xmlns:p14="http://schemas.microsoft.com/office/powerpoint/2010/main" val="34027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6" r:id="rId2"/>
  </p:sldLayoutIdLst>
  <p:hf sldNum="0" hdr="0" ftr="0" dt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None/>
        <a:defRPr sz="231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377190" indent="0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98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54380" indent="0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131570" indent="0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485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08760" indent="0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485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CEBA80D-FEF8-4C34-BC60-B004381B7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EFCF2912-3D9A-42F4-B9D0-E778B0D58B25}" type="datetime1">
              <a:rPr lang="vi-VN" noProof="0" smtClean="0"/>
              <a:t>30/10/2026</a:t>
            </a:fld>
            <a:endParaRPr lang="vi-VN" noProof="0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2317CC3-054B-4308-9332-3F1AB9D4F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vi-VN" noProof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2E22322-9331-4884-BF4B-E8EAD3E64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601A8B4-4F00-4D78-8B2A-559E01C5850B}" type="slidenum">
              <a:rPr lang="vi-VN" noProof="0" smtClean="0"/>
              <a:pPr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êu đề 15">
            <a:extLst>
              <a:ext uri="{FF2B5EF4-FFF2-40B4-BE49-F238E27FC236}">
                <a16:creationId xmlns:a16="http://schemas.microsoft.com/office/drawing/2014/main" id="{696912AF-CC11-413D-98FF-CAC615FD32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vi-VN"/>
              <a:t>VANARSDEL</a:t>
            </a:r>
          </a:p>
        </p:txBody>
      </p:sp>
      <p:sp>
        <p:nvSpPr>
          <p:cNvPr id="8" name="Tiêu đề phụ 7">
            <a:extLst>
              <a:ext uri="{FF2B5EF4-FFF2-40B4-BE49-F238E27FC236}">
                <a16:creationId xmlns:a16="http://schemas.microsoft.com/office/drawing/2014/main" id="{C71F2202-B3E1-EF4E-998E-711D24EB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vi-VN"/>
              <a:t>LOREM IPSUM DOLOR SIT AME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70C56E7-3668-4619-BD9A-753E2E64A1B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 rtlCol="0"/>
          <a:lstStyle/>
          <a:p>
            <a:pPr rtl="0"/>
            <a:r>
              <a:rPr lang="vi-VN"/>
              <a:t>TIÊU ĐỀ</a:t>
            </a:r>
          </a:p>
        </p:txBody>
      </p:sp>
      <p:sp>
        <p:nvSpPr>
          <p:cNvPr id="14" name="Chỗ dành sẵn cho Văn bản 13">
            <a:extLst>
              <a:ext uri="{FF2B5EF4-FFF2-40B4-BE49-F238E27FC236}">
                <a16:creationId xmlns:a16="http://schemas.microsoft.com/office/drawing/2014/main" id="{51C62A14-C2DE-4108-8118-8F56DD48F9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vi-VN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endParaRPr lang="vi-VN"/>
          </a:p>
          <a:p>
            <a:pPr rtl="0"/>
            <a:r>
              <a:rPr lang="vi-VN"/>
              <a:t>Pellentesque habitant morbi tristique senectus et netus et malesuada fames ac turpis egestas. Proin pharetra nonummy pede. Mauris et orci.</a:t>
            </a:r>
          </a:p>
          <a:p>
            <a:pPr rtl="0"/>
            <a:endParaRPr lang="vi-VN"/>
          </a:p>
          <a:p>
            <a:pPr rtl="0"/>
            <a:r>
              <a:rPr lang="vi-VN"/>
              <a:t>Maecenas porttitor congue massa. Fusce posuere, magna sed pulvinar ultricies, purus lectus malesuada libero, sit amet commodo magna eros quis eros quis urna.</a:t>
            </a:r>
          </a:p>
          <a:p>
            <a:pPr rtl="0"/>
            <a:endParaRPr lang="vi-VN"/>
          </a:p>
        </p:txBody>
      </p:sp>
      <p:pic>
        <p:nvPicPr>
          <p:cNvPr id="9" name="Chỗ dành sẵn cho Hình ảnh 8" descr="Bàn ăn trước cửa sổ-&#10;nhà bếp hiện đại">
            <a:extLst>
              <a:ext uri="{FF2B5EF4-FFF2-40B4-BE49-F238E27FC236}">
                <a16:creationId xmlns:a16="http://schemas.microsoft.com/office/drawing/2014/main" id="{53333449-22E6-4C67-BBFA-0E22D20DCAD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0" r="10"/>
          <a:stretch>
            <a:fillRect/>
          </a:stretch>
        </p:blipFill>
        <p:spPr/>
      </p:pic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79C44CC-FC98-E24B-A529-31A8F960564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vi-VN">
                <a:solidFill>
                  <a:schemeClr val="tx1"/>
                </a:solidFill>
              </a:rPr>
              <a:t>BỘ SƯU TẬP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E883A5B-A5B5-4C43-85A9-627724DFAA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vi-VN">
                <a:solidFill>
                  <a:schemeClr val="tx1"/>
                </a:solidFill>
              </a:rPr>
              <a:t>Bộ sưu tập nhà bếp</a:t>
            </a:r>
          </a:p>
        </p:txBody>
      </p:sp>
    </p:spTree>
    <p:extLst>
      <p:ext uri="{BB962C8B-B14F-4D97-AF65-F5344CB8AC3E}">
        <p14:creationId xmlns:p14="http://schemas.microsoft.com/office/powerpoint/2010/main" val="56908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êu đề 9">
            <a:extLst>
              <a:ext uri="{FF2B5EF4-FFF2-40B4-BE49-F238E27FC236}">
                <a16:creationId xmlns:a16="http://schemas.microsoft.com/office/drawing/2014/main" id="{4558C6B9-4AEF-44EE-B8C7-64015694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vi-VN"/>
              <a:t>DỊCH VỤ</a:t>
            </a:r>
          </a:p>
        </p:txBody>
      </p:sp>
      <p:sp>
        <p:nvSpPr>
          <p:cNvPr id="46" name="Chỗ dành sẵn cho Văn bản 45">
            <a:extLst>
              <a:ext uri="{FF2B5EF4-FFF2-40B4-BE49-F238E27FC236}">
                <a16:creationId xmlns:a16="http://schemas.microsoft.com/office/drawing/2014/main" id="{7264A775-FCE2-465E-ABA4-0572662FF7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>
            <a:normAutofit/>
          </a:bodyPr>
          <a:lstStyle/>
          <a:p>
            <a:pPr rtl="0"/>
            <a:r>
              <a:rPr lang="vi-VN"/>
              <a:t>Lorem ipsum dolor sit amet, consectetuer adipiscing elit. Maecenas porttitor congue massa. Fusce posuere, magna sed pulvinar ultricies, purus lectus malesuada libero.</a:t>
            </a:r>
          </a:p>
          <a:p>
            <a:pPr rtl="0"/>
            <a:endParaRPr lang="vi-VN"/>
          </a:p>
          <a:p>
            <a:pPr rtl="0"/>
            <a:r>
              <a:rPr lang="vi-VN"/>
              <a:t>Pellentesque habitant morbi tristique senectus et netus et malesuada fames ac turpis egestas. Proin pharetra nonummy pede. Mauris et orci.</a:t>
            </a:r>
          </a:p>
          <a:p>
            <a:pPr rtl="0"/>
            <a:endParaRPr lang="vi-VN"/>
          </a:p>
        </p:txBody>
      </p:sp>
      <p:sp>
        <p:nvSpPr>
          <p:cNvPr id="29" name="Chỗ dành sẵn cho Văn bản 28">
            <a:extLst>
              <a:ext uri="{FF2B5EF4-FFF2-40B4-BE49-F238E27FC236}">
                <a16:creationId xmlns:a16="http://schemas.microsoft.com/office/drawing/2014/main" id="{CE42C8F3-3B31-46A2-B6AD-ED5F11D875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vi-VN"/>
              <a:t>CHÚNG TÔI LÀM CHO NGÔI NHÀ CỦA BẠN TRỞ THÀNH NGÔI NHÀ VỚI NHỮNG ĐỒ VẬT PHONG CÁCH.</a:t>
            </a:r>
          </a:p>
        </p:txBody>
      </p:sp>
      <p:pic>
        <p:nvPicPr>
          <p:cNvPr id="5" name="Chỗ dành sẵn cho Hình ảnh 4" descr="Nhà bếp hiện đại có bồn rửa chén và cửa sổ&#10;&#10;">
            <a:extLst>
              <a:ext uri="{FF2B5EF4-FFF2-40B4-BE49-F238E27FC236}">
                <a16:creationId xmlns:a16="http://schemas.microsoft.com/office/drawing/2014/main" id="{BBE6C36E-FFF3-45BF-924D-0E306DFBD6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5" b="5"/>
          <a:stretch>
            <a:fillRect/>
          </a:stretch>
        </p:blipFill>
        <p:spPr/>
      </p:pic>
      <p:sp>
        <p:nvSpPr>
          <p:cNvPr id="6" name="Chỗ dành sẵn cho Văn bản 5">
            <a:extLst>
              <a:ext uri="{FF2B5EF4-FFF2-40B4-BE49-F238E27FC236}">
                <a16:creationId xmlns:a16="http://schemas.microsoft.com/office/drawing/2014/main" id="{349BAD20-B998-9E44-A1AE-E2FF5FA8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vi-VN"/>
              <a:t>LIÊN HỆ</a:t>
            </a:r>
          </a:p>
        </p:txBody>
      </p:sp>
      <p:sp>
        <p:nvSpPr>
          <p:cNvPr id="40" name="Chỗ dành sẵn cho Văn bản 39">
            <a:extLst>
              <a:ext uri="{FF2B5EF4-FFF2-40B4-BE49-F238E27FC236}">
                <a16:creationId xmlns:a16="http://schemas.microsoft.com/office/drawing/2014/main" id="{274461FF-D426-4D55-B1C3-F4EB73909E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vi-VN"/>
              <a:t>567 Main St </a:t>
            </a:r>
          </a:p>
          <a:p>
            <a:pPr rtl="0"/>
            <a:r>
              <a:rPr lang="vi-VN"/>
              <a:t>Buffalo, NY 98052</a:t>
            </a:r>
          </a:p>
          <a:p>
            <a:pPr rtl="0"/>
            <a:r>
              <a:rPr lang="vi-VN"/>
              <a:t>555-0100</a:t>
            </a:r>
          </a:p>
          <a:p>
            <a:pPr rtl="0"/>
            <a:r>
              <a:rPr lang="vi-VN"/>
              <a:t>john@vanarsdel.com</a:t>
            </a:r>
          </a:p>
          <a:p>
            <a:pPr rtl="0"/>
            <a:r>
              <a:rPr lang="vi-VN"/>
              <a:t>vanarsdel.com</a:t>
            </a:r>
          </a:p>
        </p:txBody>
      </p:sp>
      <p:sp>
        <p:nvSpPr>
          <p:cNvPr id="44" name="Chỗ dành sẵn cho Văn bản 43">
            <a:extLst>
              <a:ext uri="{FF2B5EF4-FFF2-40B4-BE49-F238E27FC236}">
                <a16:creationId xmlns:a16="http://schemas.microsoft.com/office/drawing/2014/main" id="{C2DFB518-5636-4B6C-A783-38D866BF31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vi-VN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endParaRPr lang="vi-VN"/>
          </a:p>
          <a:p>
            <a:pPr rtl="0"/>
            <a:r>
              <a:rPr lang="vi-VN"/>
              <a:t>Pellentesque habitant morbi tristique senectus et netus et malesuada fames ac turpis egestas. Proin pharetra nonummy pede. Mauris et orci.</a:t>
            </a:r>
          </a:p>
          <a:p>
            <a:pPr rt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314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êu đề 43">
            <a:extLst>
              <a:ext uri="{FF2B5EF4-FFF2-40B4-BE49-F238E27FC236}">
                <a16:creationId xmlns:a16="http://schemas.microsoft.com/office/drawing/2014/main" id="{3129AD9F-F5D3-4883-950E-1C34B4DB9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vi-VN"/>
              <a:t>VANARSDEL </a:t>
            </a:r>
          </a:p>
        </p:txBody>
      </p:sp>
      <p:sp>
        <p:nvSpPr>
          <p:cNvPr id="35" name="Tiêu đề phụ 34">
            <a:extLst>
              <a:ext uri="{FF2B5EF4-FFF2-40B4-BE49-F238E27FC236}">
                <a16:creationId xmlns:a16="http://schemas.microsoft.com/office/drawing/2014/main" id="{0007F172-969A-4A21-8442-BA5B7017C4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vi-VN"/>
              <a:t>LOREM IPSUM DOLOR</a:t>
            </a:r>
          </a:p>
        </p:txBody>
      </p:sp>
      <p:sp>
        <p:nvSpPr>
          <p:cNvPr id="9" name="Chỗ dành sẵn cho Nội dung 8">
            <a:extLst>
              <a:ext uri="{FF2B5EF4-FFF2-40B4-BE49-F238E27FC236}">
                <a16:creationId xmlns:a16="http://schemas.microsoft.com/office/drawing/2014/main" id="{EAC1973F-9B0B-42BA-9CD0-FA857C9FCC6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 rtlCol="0"/>
          <a:lstStyle/>
          <a:p>
            <a:pPr rtl="0"/>
            <a:r>
              <a:rPr lang="vi-VN"/>
              <a:t>TIÊU ĐỀ</a:t>
            </a:r>
          </a:p>
        </p:txBody>
      </p:sp>
      <p:sp>
        <p:nvSpPr>
          <p:cNvPr id="42" name="Chỗ dành sẵn cho Văn bản 41">
            <a:extLst>
              <a:ext uri="{FF2B5EF4-FFF2-40B4-BE49-F238E27FC236}">
                <a16:creationId xmlns:a16="http://schemas.microsoft.com/office/drawing/2014/main" id="{7C3575C9-53BA-4F58-A09A-E6909856F1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vi-VN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endParaRPr lang="vi-VN"/>
          </a:p>
          <a:p>
            <a:pPr rtl="0"/>
            <a:r>
              <a:rPr lang="vi-VN"/>
              <a:t>Pellentesque habitant morbi tristique senectus et netus et malesuada fames ac turpis egestas. Proin pharetra nonummy pede. Mauris et orci.</a:t>
            </a:r>
          </a:p>
          <a:p>
            <a:pPr rtl="0"/>
            <a:endParaRPr lang="vi-VN"/>
          </a:p>
          <a:p>
            <a:pPr rtl="0"/>
            <a:r>
              <a:rPr lang="vi-VN"/>
              <a:t>Maecenas porttitor congue massa. Fusce posuere, magna sed pulvinar ultricies, purus lectus malesuada libero, sit amet commodo magna eros quis urna.</a:t>
            </a:r>
          </a:p>
          <a:p>
            <a:pPr rtl="0"/>
            <a:endParaRPr lang="vi-VN"/>
          </a:p>
          <a:p>
            <a:pPr rtl="0"/>
            <a:r>
              <a:rPr lang="vi-VN"/>
              <a:t>Lorem ipsum dolor sit amet</a:t>
            </a:r>
          </a:p>
          <a:p>
            <a:pPr rtl="0"/>
            <a:r>
              <a:rPr lang="vi-VN"/>
              <a:t>Consectetuer adipiscing elit </a:t>
            </a:r>
          </a:p>
          <a:p>
            <a:pPr rtl="0"/>
            <a:r>
              <a:rPr lang="vi-VN"/>
              <a:t>Maecenas porttitor congue mas</a:t>
            </a:r>
          </a:p>
          <a:p>
            <a:pPr rtl="0"/>
            <a:r>
              <a:rPr lang="vi-VN"/>
              <a:t>Fusce posuere, magna sed pulvinar</a:t>
            </a:r>
          </a:p>
        </p:txBody>
      </p:sp>
      <p:pic>
        <p:nvPicPr>
          <p:cNvPr id="7" name="Chỗ dành sẵn cho Hình ảnh 6" descr="Bàn ăn trước cửa sổ&#10;-nhà bếp hiện đại">
            <a:extLst>
              <a:ext uri="{FF2B5EF4-FFF2-40B4-BE49-F238E27FC236}">
                <a16:creationId xmlns:a16="http://schemas.microsoft.com/office/drawing/2014/main" id="{3B5CA095-C58F-4383-BAFB-35376809D6A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92" b="92"/>
          <a:stretch>
            <a:fillRect/>
          </a:stretch>
        </p:blipFill>
        <p:spPr/>
      </p:pic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CC1D9CF-0A67-4495-BEF7-AAAA5BE24B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tlCol="0"/>
          <a:lstStyle/>
          <a:p>
            <a:pPr rtl="0"/>
            <a:r>
              <a:rPr lang="vi-VN"/>
              <a:t>Bộ sưu tập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0C99EAE-3BEC-42D2-81AC-8D19863B31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vi-VN"/>
              <a:t>Bộ sưu tập nhà bếp</a:t>
            </a:r>
          </a:p>
          <a:p>
            <a:pPr rtl="0"/>
            <a:endParaRPr lang="vi-VN"/>
          </a:p>
        </p:txBody>
      </p:sp>
      <p:pic>
        <p:nvPicPr>
          <p:cNvPr id="48" name="Chỗ dành sẵn cho Hình ảnh 47" descr="Chỗ dành sẵn cho logo&#10;">
            <a:extLst>
              <a:ext uri="{FF2B5EF4-FFF2-40B4-BE49-F238E27FC236}">
                <a16:creationId xmlns:a16="http://schemas.microsoft.com/office/drawing/2014/main" id="{3C04948C-CB28-40DE-81CA-416496E0A3A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47811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êu đề 12">
            <a:extLst>
              <a:ext uri="{FF2B5EF4-FFF2-40B4-BE49-F238E27FC236}">
                <a16:creationId xmlns:a16="http://schemas.microsoft.com/office/drawing/2014/main" id="{A4C135CF-91A1-4BBD-80B5-81BB99A6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91440" bIns="45720" rtlCol="0" anchor="t">
            <a:noAutofit/>
          </a:bodyPr>
          <a:lstStyle/>
          <a:p>
            <a:pPr rtl="0">
              <a:spcBef>
                <a:spcPts val="1000"/>
              </a:spcBef>
              <a:buFont typeface="Arial" panose="020B0604020202020204" pitchFamily="34" charset="0"/>
            </a:pPr>
            <a:r>
              <a:rPr lang="vi-VN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  <a:cs typeface="+mn-cs"/>
              </a:rPr>
              <a:t>TIÊU ĐỀ</a:t>
            </a:r>
          </a:p>
        </p:txBody>
      </p:sp>
      <p:pic>
        <p:nvPicPr>
          <p:cNvPr id="8" name="Chỗ dành sẵn cho Hình ảnh 7" descr="Nhà bếp hiện đại có bồn rửa chén và cửa sổ&#10;&#10;">
            <a:extLst>
              <a:ext uri="{FF2B5EF4-FFF2-40B4-BE49-F238E27FC236}">
                <a16:creationId xmlns:a16="http://schemas.microsoft.com/office/drawing/2014/main" id="{CE6A921F-AFFE-4AAB-A6B7-524DDC5B22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78" r="78"/>
          <a:stretch>
            <a:fillRect/>
          </a:stretch>
        </p:blipFill>
        <p:spPr/>
      </p:pic>
      <p:sp>
        <p:nvSpPr>
          <p:cNvPr id="14" name="Chỗ dành sẵn cho Văn bản 13">
            <a:extLst>
              <a:ext uri="{FF2B5EF4-FFF2-40B4-BE49-F238E27FC236}">
                <a16:creationId xmlns:a16="http://schemas.microsoft.com/office/drawing/2014/main" id="{2435A574-EC9F-4321-9CA3-5D765C30B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vi-VN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vi-VN"/>
              <a:t>Nunc viverra imperdiet enim. Fusce est. Vivamus a tellus.</a:t>
            </a:r>
          </a:p>
          <a:p>
            <a:pPr rtl="0"/>
            <a:endParaRPr lang="vi-VN"/>
          </a:p>
        </p:txBody>
      </p:sp>
      <p:sp>
        <p:nvSpPr>
          <p:cNvPr id="6" name="Chỗ dành sẵn cho Văn bản 5">
            <a:extLst>
              <a:ext uri="{FF2B5EF4-FFF2-40B4-BE49-F238E27FC236}">
                <a16:creationId xmlns:a16="http://schemas.microsoft.com/office/drawing/2014/main" id="{2B97F3D8-7869-4D84-8080-38282D8F19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vi-VN"/>
              <a:t>LIÊN HỆ VỚI CHÚNG TÔI</a:t>
            </a:r>
          </a:p>
        </p:txBody>
      </p:sp>
      <p:sp>
        <p:nvSpPr>
          <p:cNvPr id="26" name="Chỗ dành sẵn cho Văn bản 25">
            <a:extLst>
              <a:ext uri="{FF2B5EF4-FFF2-40B4-BE49-F238E27FC236}">
                <a16:creationId xmlns:a16="http://schemas.microsoft.com/office/drawing/2014/main" id="{DAB717E8-011C-4547-A6B4-B8F2FE4F15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vi-VN"/>
              <a:t>567 Main St </a:t>
            </a:r>
          </a:p>
          <a:p>
            <a:pPr rtl="0"/>
            <a:r>
              <a:rPr lang="vi-VN"/>
              <a:t>Buffalo, NY 98052</a:t>
            </a:r>
          </a:p>
          <a:p>
            <a:pPr rtl="0"/>
            <a:r>
              <a:rPr lang="vi-VN"/>
              <a:t>555-0100</a:t>
            </a:r>
          </a:p>
          <a:p>
            <a:pPr rtl="0"/>
            <a:r>
              <a:rPr lang="vi-VN"/>
              <a:t>john@vanarsdel.com</a:t>
            </a:r>
          </a:p>
          <a:p>
            <a:pPr rtl="0"/>
            <a:r>
              <a:rPr lang="vi-VN"/>
              <a:t>vanarsdel.com</a:t>
            </a:r>
          </a:p>
          <a:p>
            <a:pPr rtl="0"/>
            <a:endParaRPr lang="vi-VN"/>
          </a:p>
        </p:txBody>
      </p:sp>
      <p:sp>
        <p:nvSpPr>
          <p:cNvPr id="28" name="Chỗ dành sẵn cho Văn bản 27">
            <a:extLst>
              <a:ext uri="{FF2B5EF4-FFF2-40B4-BE49-F238E27FC236}">
                <a16:creationId xmlns:a16="http://schemas.microsoft.com/office/drawing/2014/main" id="{1F4A35EF-D140-46AF-8FDD-06CCCFC028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vi-VN"/>
              <a:t>CHÚNG TÔI LÀM CHO NGÔI NHÀ CỦA BẠN TRỞ THÀNH NGÔI NHÀ VỚI NHỮNG ĐỒ VẬT PHONG CÁCH.</a:t>
            </a:r>
          </a:p>
        </p:txBody>
      </p:sp>
      <p:sp>
        <p:nvSpPr>
          <p:cNvPr id="22" name="Chỗ dành sẵn cho Văn bản 21">
            <a:extLst>
              <a:ext uri="{FF2B5EF4-FFF2-40B4-BE49-F238E27FC236}">
                <a16:creationId xmlns:a16="http://schemas.microsoft.com/office/drawing/2014/main" id="{3F0CFD1C-F6E7-4B83-AB91-F24AF9E6539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rtl="0"/>
            <a:r>
              <a:rPr lang="vi-VN"/>
              <a:t>Tiêu đề</a:t>
            </a:r>
          </a:p>
        </p:txBody>
      </p:sp>
      <p:sp>
        <p:nvSpPr>
          <p:cNvPr id="18" name="Chỗ dành sẵn cho Văn bản 17">
            <a:extLst>
              <a:ext uri="{FF2B5EF4-FFF2-40B4-BE49-F238E27FC236}">
                <a16:creationId xmlns:a16="http://schemas.microsoft.com/office/drawing/2014/main" id="{D34FBE4E-7792-4126-8B20-20B75DADB1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vi-VN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endParaRPr lang="vi-VN"/>
          </a:p>
          <a:p>
            <a:pPr rtl="0"/>
            <a:r>
              <a:rPr lang="vi-VN"/>
              <a:t>Pellentesque habitant morbi tristique senectus et netus et malesuada fames ac turpis egestas. Proin pharetra nonummy pede. Mauris et orci.</a:t>
            </a:r>
          </a:p>
          <a:p>
            <a:pPr rtl="0"/>
            <a:endParaRPr lang="vi-VN"/>
          </a:p>
          <a:p>
            <a:pPr rt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theme/theme1.xml><?xml version="1.0" encoding="utf-8"?>
<a:theme xmlns:a="http://schemas.openxmlformats.org/drawingml/2006/main" name="Tùy chọn 1">
  <a:themeElements>
    <a:clrScheme name="Yellow Brochur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DB02"/>
      </a:accent1>
      <a:accent2>
        <a:srgbClr val="F6F5F1"/>
      </a:accent2>
      <a:accent3>
        <a:srgbClr val="686764"/>
      </a:accent3>
      <a:accent4>
        <a:srgbClr val="1B1B1B"/>
      </a:accent4>
      <a:accent5>
        <a:srgbClr val="D6C666"/>
      </a:accent5>
      <a:accent6>
        <a:srgbClr val="008DF6"/>
      </a:accent6>
      <a:hlink>
        <a:srgbClr val="0563C1"/>
      </a:hlink>
      <a:folHlink>
        <a:srgbClr val="954F72"/>
      </a:folHlink>
    </a:clrScheme>
    <a:fontScheme name="Custom 2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86487_win32_fixed" id="{649B85BC-804C-43C9-B1F5-E51D1E4BCDE3}" vid="{231F2C2A-162B-4437-9298-3E9264631D85}"/>
    </a:ext>
  </a:extLst>
</a:theme>
</file>

<file path=ppt/theme/theme2.xml><?xml version="1.0" encoding="utf-8"?>
<a:theme xmlns:a="http://schemas.openxmlformats.org/drawingml/2006/main" name="Tùy chọn 2">
  <a:themeElements>
    <a:clrScheme name="Yellow Brochur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DB02"/>
      </a:accent1>
      <a:accent2>
        <a:srgbClr val="F6F5F1"/>
      </a:accent2>
      <a:accent3>
        <a:srgbClr val="686764"/>
      </a:accent3>
      <a:accent4>
        <a:srgbClr val="1B1B1B"/>
      </a:accent4>
      <a:accent5>
        <a:srgbClr val="D6C666"/>
      </a:accent5>
      <a:accent6>
        <a:srgbClr val="008DF6"/>
      </a:accent6>
      <a:hlink>
        <a:srgbClr val="0563C1"/>
      </a:hlink>
      <a:folHlink>
        <a:srgbClr val="954F72"/>
      </a:folHlink>
    </a:clrScheme>
    <a:fontScheme name="Custom 4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89086487_win32_fixed" id="{649B85BC-804C-43C9-B1F5-E51D1E4BCDE3}" vid="{A7A2EF8B-76A4-41E5-9869-0EDA37341F98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63586B-5C94-47E2-A54C-EBA7F85E6A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9AB9ED-D919-437A-80F2-A8D31E1E05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5E3B1D6-808D-4B61-A9EA-90BE64985E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524</Words>
  <Application>Microsoft Office PowerPoint</Application>
  <PresentationFormat>Tùy chỉnh</PresentationFormat>
  <Paragraphs>57</Paragraphs>
  <Slides>4</Slides>
  <Notes>4</Notes>
  <HiddenSlides>0</HiddenSlides>
  <MMClips>0</MMClips>
  <ScaleCrop>false</ScaleCrop>
  <HeadingPairs>
    <vt:vector size="4" baseType="variant">
      <vt:variant>
        <vt:lpstr>Chủ đề</vt:lpstr>
      </vt:variant>
      <vt:variant>
        <vt:i4>2</vt:i4>
      </vt:variant>
      <vt:variant>
        <vt:lpstr>Tiêu đề Bản chiếu</vt:lpstr>
      </vt:variant>
      <vt:variant>
        <vt:i4>4</vt:i4>
      </vt:variant>
    </vt:vector>
  </HeadingPairs>
  <TitlesOfParts>
    <vt:vector size="6" baseType="lpstr">
      <vt:lpstr>Tùy chọn 1</vt:lpstr>
      <vt:lpstr>Tùy chọn 2</vt:lpstr>
      <vt:lpstr>VANARSDEL</vt:lpstr>
      <vt:lpstr>DỊCH VỤ</vt:lpstr>
      <vt:lpstr>VANARSDEL </vt:lpstr>
      <vt:lpstr>TIÊU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2026-10-30T12:35:34Z</dcterms:created>
  <dcterms:modified xsi:type="dcterms:W3CDTF">2026-10-30T12:35:49Z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