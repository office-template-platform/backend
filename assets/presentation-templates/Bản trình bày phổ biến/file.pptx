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58" r:id="rId7"/>
    <p:sldId id="259" r:id="rId8"/>
    <p:sldId id="260" r:id="rId9"/>
    <p:sldId id="273" r:id="rId10"/>
    <p:sldId id="271" r:id="rId11"/>
    <p:sldId id="269" r:id="rId12"/>
    <p:sldId id="264" r:id="rId13"/>
    <p:sldId id="270" r:id="rId14"/>
    <p:sldId id="265" r:id="rId15"/>
    <p:sldId id="266" r:id="rId16"/>
    <p:sldId id="267" r:id="rId17"/>
    <p:sldId id="275" r:id="rId18"/>
  </p:sldIdLst>
  <p:sldSz cx="12192000" cy="6858000"/>
  <p:notesSz cx="6858000" cy="9144000"/>
  <p:defaultTextStyle>
    <a:defPPr rtl="0">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Tác giả"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43"/>
    <p:restoredTop sz="94718"/>
  </p:normalViewPr>
  <p:slideViewPr>
    <p:cSldViewPr snapToGrid="0">
      <p:cViewPr varScale="1">
        <p:scale>
          <a:sx n="102" d="100"/>
          <a:sy n="102" d="100"/>
        </p:scale>
        <p:origin x="1642" y="86"/>
      </p:cViewPr>
      <p:guideLst/>
    </p:cSldViewPr>
  </p:slideViewPr>
  <p:notesTextViewPr>
    <p:cViewPr>
      <p:scale>
        <a:sx n="1" d="1"/>
        <a:sy n="1" d="1"/>
      </p:scale>
      <p:origin x="0" y="0"/>
    </p:cViewPr>
  </p:notesTextViewPr>
  <p:sorterViewPr>
    <p:cViewPr>
      <p:scale>
        <a:sx n="126" d="100"/>
        <a:sy n="126" d="100"/>
      </p:scale>
      <p:origin x="0" y="0"/>
    </p:cViewPr>
  </p:sorterViewPr>
  <p:notesViewPr>
    <p:cSldViewPr snapToGrid="0">
      <p:cViewPr varScale="1">
        <p:scale>
          <a:sx n="82" d="100"/>
          <a:sy n="82" d="100"/>
        </p:scale>
        <p:origin x="4320"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05/8/layout/hList7" loCatId="list" qsTypeId="urn:microsoft.com/office/officeart/2005/8/quickstyle/simple1" qsCatId="simple" csTypeId="urn:microsoft.com/office/officeart/2005/8/colors/colorful1" csCatId="colorful" phldr="1"/>
      <dgm:spPr/>
      <dgm:t>
        <a:bodyPr rtlCol="0"/>
        <a:lstStyle/>
        <a:p>
          <a:pPr rtl="0"/>
          <a:endParaRPr lang="en-US"/>
        </a:p>
      </dgm:t>
    </dgm:pt>
    <dgm:pt modelId="{8FE81FEC-2664-411F-AEB3-065F29F52751}">
      <dgm:prSet custT="1"/>
      <dgm:spPr>
        <a:solidFill>
          <a:schemeClr val="accent1"/>
        </a:solidFill>
        <a:ln>
          <a:noFill/>
        </a:ln>
      </dgm:spPr>
      <dgm:t>
        <a:bodyPr lIns="182880" tIns="182880" rIns="182880" bIns="182880" rtlCol="0"/>
        <a:lstStyle/>
        <a:p>
          <a:pPr marL="0" algn="ctr" rtl="0">
            <a:buNone/>
          </a:pPr>
          <a:r>
            <a:rPr lang="vi-VN" sz="1400" noProof="0" dirty="0" err="1">
              <a:latin typeface="Arial" panose="020B0604020202020204" pitchFamily="34" charset="0"/>
              <a:cs typeface="Arial" panose="020B0604020202020204" pitchFamily="34" charset="0"/>
            </a:rPr>
            <a:t>Triển</a:t>
          </a:r>
          <a:r>
            <a:rPr lang="vi-VN" sz="1400" noProof="0" dirty="0">
              <a:latin typeface="Arial" panose="020B0604020202020204" pitchFamily="34" charset="0"/>
              <a:cs typeface="Arial" panose="020B0604020202020204" pitchFamily="34" charset="0"/>
            </a:rPr>
            <a:t> khai </a:t>
          </a:r>
          <a:r>
            <a:rPr lang="vi-VN" sz="1400" noProof="0" dirty="0" err="1">
              <a:latin typeface="Arial" panose="020B0604020202020204" pitchFamily="34" charset="0"/>
              <a:cs typeface="Arial" panose="020B0604020202020204" pitchFamily="34" charset="0"/>
            </a:rPr>
            <a:t>các</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mạng</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chiến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lược</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với</a:t>
          </a:r>
          <a:r>
            <a:rPr lang="vi-VN" sz="1400" noProof="0" dirty="0">
              <a:latin typeface="Arial" panose="020B0604020202020204" pitchFamily="34" charset="0"/>
              <a:cs typeface="Arial" panose="020B0604020202020204" pitchFamily="34" charset="0"/>
            </a:rPr>
            <a:t> nhu </a:t>
          </a:r>
          <a:r>
            <a:rPr lang="vi-VN" sz="1400" noProof="0" dirty="0" err="1">
              <a:latin typeface="Arial" panose="020B0604020202020204" pitchFamily="34" charset="0"/>
              <a:cs typeface="Arial" panose="020B0604020202020204" pitchFamily="34" charset="0"/>
            </a:rPr>
            <a:t>cầu</a:t>
          </a:r>
          <a:r>
            <a:rPr lang="vi-VN" sz="1400" noProof="0" dirty="0">
              <a:latin typeface="Arial" panose="020B0604020202020204" pitchFamily="34" charset="0"/>
              <a:cs typeface="Arial" panose="020B0604020202020204" pitchFamily="34" charset="0"/>
            </a:rPr>
            <a:t> kinh doanh </a:t>
          </a:r>
          <a:r>
            <a:rPr lang="vi-VN" sz="1400" noProof="0" dirty="0" err="1">
              <a:latin typeface="Arial" panose="020B0604020202020204" pitchFamily="34" charset="0"/>
              <a:cs typeface="Arial" panose="020B0604020202020204" pitchFamily="34" charset="0"/>
            </a:rPr>
            <a:t>điện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tử</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hấp</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dẫn</a:t>
          </a:r>
          <a:endParaRPr lang="vi-VN" sz="1400" noProof="0" dirty="0">
            <a:latin typeface="Arial" panose="020B0604020202020204" pitchFamily="34" charset="0"/>
            <a:cs typeface="Arial" panose="020B0604020202020204" pitchFamily="34" charset="0"/>
          </a:endParaRPr>
        </a:p>
      </dgm:t>
    </dgm:pt>
    <dgm:pt modelId="{BCBC007E-0269-421B-9C41-DE26D5C3A822}" type="parTrans" cxnId="{711E093C-AD42-45A4-8D40-A2D39702062E}">
      <dgm:prSet/>
      <dgm:spPr/>
      <dgm:t>
        <a:bodyPr rtlCol="0"/>
        <a:lstStyle/>
        <a:p>
          <a:pPr rtl="0"/>
          <a:endParaRPr lang="vi-VN" noProof="0" dirty="0">
            <a:latin typeface="Arial" panose="020B0604020202020204" pitchFamily="34" charset="0"/>
            <a:cs typeface="Arial" panose="020B0604020202020204" pitchFamily="34" charset="0"/>
          </a:endParaRPr>
        </a:p>
      </dgm:t>
    </dgm:pt>
    <dgm:pt modelId="{80230EB7-7230-4881-A631-309C07417378}" type="sibTrans" cxnId="{711E093C-AD42-45A4-8D40-A2D39702062E}">
      <dgm:prSet/>
      <dgm:spPr/>
      <dgm:t>
        <a:bodyPr rtlCol="0"/>
        <a:lstStyle/>
        <a:p>
          <a:pPr rtl="0"/>
          <a:endParaRPr lang="vi-VN" noProof="0" dirty="0">
            <a:latin typeface="Arial" panose="020B0604020202020204" pitchFamily="34" charset="0"/>
            <a:cs typeface="Arial" panose="020B0604020202020204" pitchFamily="34" charset="0"/>
          </a:endParaRPr>
        </a:p>
      </dgm:t>
    </dgm:pt>
    <dgm:pt modelId="{73D947E0-108F-4D20-A71E-3CF329F97212}">
      <dgm:prSet phldr="0"/>
      <dgm:spPr>
        <a:solidFill>
          <a:schemeClr val="accent1"/>
        </a:solidFill>
        <a:ln>
          <a:noFill/>
        </a:ln>
      </dgm:spPr>
      <dgm:t>
        <a:bodyPr rtlCol="0"/>
        <a:lstStyle/>
        <a:p>
          <a:pPr marL="0" algn="ctr" rtl="0">
            <a:buNone/>
          </a:pPr>
          <a:r>
            <a:rPr lang="vi-VN" sz="2000" noProof="0" dirty="0" err="1">
              <a:latin typeface="Arial" panose="020B0604020202020204" pitchFamily="34" charset="0"/>
              <a:cs typeface="Arial" panose="020B0604020202020204" pitchFamily="34" charset="0"/>
            </a:rPr>
            <a:t>Lập</a:t>
          </a:r>
          <a:r>
            <a:rPr lang="vi-VN" sz="2000" noProof="0" dirty="0">
              <a:latin typeface="Arial" panose="020B0604020202020204" pitchFamily="34" charset="0"/>
              <a:cs typeface="Arial" panose="020B0604020202020204" pitchFamily="34" charset="0"/>
            </a:rPr>
            <a:t> </a:t>
          </a:r>
          <a:r>
            <a:rPr lang="vi-VN" sz="2000" noProof="0" dirty="0" err="1">
              <a:latin typeface="Arial" panose="020B0604020202020204" pitchFamily="34" charset="0"/>
              <a:cs typeface="Arial" panose="020B0604020202020204" pitchFamily="34" charset="0"/>
            </a:rPr>
            <a:t>kế</a:t>
          </a:r>
          <a:r>
            <a:rPr lang="vi-VN" sz="2000" noProof="0" dirty="0">
              <a:latin typeface="Arial" panose="020B0604020202020204" pitchFamily="34" charset="0"/>
              <a:cs typeface="Arial" panose="020B0604020202020204" pitchFamily="34" charset="0"/>
            </a:rPr>
            <a:t> </a:t>
          </a:r>
          <a:r>
            <a:rPr lang="vi-VN" sz="2000" noProof="0" dirty="0" err="1">
              <a:latin typeface="Arial" panose="020B0604020202020204" pitchFamily="34" charset="0"/>
              <a:cs typeface="Arial" panose="020B0604020202020204" pitchFamily="34" charset="0"/>
            </a:rPr>
            <a:t>hoạch</a:t>
          </a:r>
          <a:endParaRPr lang="vi-VN" sz="2000" noProof="0" dirty="0">
            <a:latin typeface="Arial" panose="020B0604020202020204" pitchFamily="34" charset="0"/>
            <a:cs typeface="Arial" panose="020B0604020202020204" pitchFamily="34" charset="0"/>
          </a:endParaRPr>
        </a:p>
      </dgm:t>
    </dgm:pt>
    <dgm:pt modelId="{9D249532-A24D-4D8F-848A-9F42F2E486C9}" type="parTrans" cxnId="{A0077D09-C12C-46D0-8DF7-194B6911362A}">
      <dgm:prSet/>
      <dgm:spPr/>
      <dgm:t>
        <a:bodyPr rtlCol="0"/>
        <a:lstStyle/>
        <a:p>
          <a:pPr rtl="0"/>
          <a:endParaRPr lang="vi-VN" noProof="0" dirty="0">
            <a:latin typeface="Arial" panose="020B0604020202020204" pitchFamily="34" charset="0"/>
            <a:cs typeface="Arial" panose="020B0604020202020204" pitchFamily="34" charset="0"/>
          </a:endParaRPr>
        </a:p>
      </dgm:t>
    </dgm:pt>
    <dgm:pt modelId="{AE813459-65AB-4FA9-B717-330DDA6DFA4E}" type="sibTrans" cxnId="{A0077D09-C12C-46D0-8DF7-194B6911362A}">
      <dgm:prSet/>
      <dgm:spPr/>
      <dgm:t>
        <a:bodyPr rtlCol="0"/>
        <a:lstStyle/>
        <a:p>
          <a:pPr rtl="0"/>
          <a:endParaRPr lang="vi-VN" noProof="0" dirty="0">
            <a:latin typeface="Arial" panose="020B0604020202020204" pitchFamily="34" charset="0"/>
            <a:cs typeface="Arial" panose="020B0604020202020204" pitchFamily="34" charset="0"/>
          </a:endParaRPr>
        </a:p>
      </dgm:t>
    </dgm:pt>
    <dgm:pt modelId="{30A490C8-22B4-4D68-875C-0F0DE2FF864D}">
      <dgm:prSet custT="1"/>
      <dgm:spPr>
        <a:solidFill>
          <a:schemeClr val="accent1"/>
        </a:solidFill>
        <a:ln>
          <a:noFill/>
        </a:ln>
      </dgm:spPr>
      <dgm:t>
        <a:bodyPr rtlCol="0"/>
        <a:lstStyle/>
        <a:p>
          <a:pPr marL="0" algn="ctr" rtl="0">
            <a:buNone/>
          </a:pPr>
          <a:r>
            <a:rPr lang="vi-VN" sz="1400" noProof="0" dirty="0" err="1">
              <a:latin typeface="Arial" panose="020B0604020202020204" pitchFamily="34" charset="0"/>
              <a:cs typeface="Arial" panose="020B0604020202020204" pitchFamily="34" charset="0"/>
            </a:rPr>
            <a:t>Hợp</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lực</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hóa</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có</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thể</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mở</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rộng</a:t>
          </a:r>
          <a:r>
            <a:rPr lang="vi-VN" sz="1400" noProof="0" dirty="0">
              <a:latin typeface="Arial" panose="020B0604020202020204" pitchFamily="34" charset="0"/>
              <a:cs typeface="Arial" panose="020B0604020202020204" pitchFamily="34" charset="0"/>
            </a:rPr>
            <a:t> </a:t>
          </a:r>
          <a:br>
            <a:rPr lang="vi-VN" sz="1400" noProof="0" dirty="0">
              <a:latin typeface="Arial" panose="020B0604020202020204" pitchFamily="34" charset="0"/>
              <a:cs typeface="Arial" panose="020B0604020202020204" pitchFamily="34" charset="0"/>
            </a:rPr>
          </a:br>
          <a:r>
            <a:rPr lang="vi-VN" sz="1400" noProof="0" dirty="0">
              <a:latin typeface="Arial" panose="020B0604020202020204" pitchFamily="34" charset="0"/>
              <a:cs typeface="Arial" panose="020B0604020202020204" pitchFamily="34" charset="0"/>
            </a:rPr>
            <a:t>thương </a:t>
          </a:r>
          <a:r>
            <a:rPr lang="vi-VN" sz="1400" noProof="0" dirty="0" err="1">
              <a:latin typeface="Arial" panose="020B0604020202020204" pitchFamily="34" charset="0"/>
              <a:cs typeface="Arial" panose="020B0604020202020204" pitchFamily="34" charset="0"/>
            </a:rPr>
            <a:t>mại</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điện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tử</a:t>
          </a:r>
          <a:endParaRPr lang="vi-VN" sz="1400" noProof="0" dirty="0">
            <a:latin typeface="Arial" panose="020B0604020202020204" pitchFamily="34" charset="0"/>
            <a:cs typeface="Arial" panose="020B0604020202020204" pitchFamily="34" charset="0"/>
          </a:endParaRPr>
        </a:p>
      </dgm:t>
    </dgm:pt>
    <dgm:pt modelId="{035C64B0-4F0C-4FD1-BD23-B1D4C9887CBE}" type="parTrans" cxnId="{381FE1CC-8184-4745-8EB3-6DE11655998D}">
      <dgm:prSet/>
      <dgm:spPr/>
      <dgm:t>
        <a:bodyPr rtlCol="0"/>
        <a:lstStyle/>
        <a:p>
          <a:pPr rtl="0"/>
          <a:endParaRPr lang="vi-VN" noProof="0" dirty="0">
            <a:latin typeface="Arial" panose="020B0604020202020204" pitchFamily="34" charset="0"/>
            <a:cs typeface="Arial" panose="020B0604020202020204" pitchFamily="34" charset="0"/>
          </a:endParaRPr>
        </a:p>
      </dgm:t>
    </dgm:pt>
    <dgm:pt modelId="{45495DA8-8707-41E3-A12B-FA5766269C44}" type="sibTrans" cxnId="{381FE1CC-8184-4745-8EB3-6DE11655998D}">
      <dgm:prSet/>
      <dgm:spPr/>
      <dgm:t>
        <a:bodyPr rtlCol="0"/>
        <a:lstStyle/>
        <a:p>
          <a:pPr rtl="0"/>
          <a:endParaRPr lang="vi-VN" noProof="0" dirty="0">
            <a:latin typeface="Arial" panose="020B0604020202020204" pitchFamily="34" charset="0"/>
            <a:cs typeface="Arial" panose="020B0604020202020204" pitchFamily="34" charset="0"/>
          </a:endParaRPr>
        </a:p>
      </dgm:t>
    </dgm:pt>
    <dgm:pt modelId="{B1AFA1AF-0FF8-45B3-A6D0-0E255A2F637D}">
      <dgm:prSet phldr="0"/>
      <dgm:spPr>
        <a:solidFill>
          <a:schemeClr val="accent1"/>
        </a:solidFill>
        <a:ln>
          <a:noFill/>
        </a:ln>
      </dgm:spPr>
      <dgm:t>
        <a:bodyPr rtlCol="0"/>
        <a:lstStyle/>
        <a:p>
          <a:pPr marL="0" algn="ctr" rtl="0">
            <a:buNone/>
          </a:pPr>
          <a:r>
            <a:rPr lang="vi-VN" sz="2000" noProof="0" dirty="0" err="1">
              <a:latin typeface="Arial" panose="020B0604020202020204" pitchFamily="34" charset="0"/>
              <a:cs typeface="Arial" panose="020B0604020202020204" pitchFamily="34" charset="0"/>
            </a:rPr>
            <a:t>Tiếp</a:t>
          </a:r>
          <a:r>
            <a:rPr lang="vi-VN" sz="2000" noProof="0" dirty="0">
              <a:latin typeface="Arial" panose="020B0604020202020204" pitchFamily="34" charset="0"/>
              <a:cs typeface="Arial" panose="020B0604020202020204" pitchFamily="34" charset="0"/>
            </a:rPr>
            <a:t> </a:t>
          </a:r>
          <a:r>
            <a:rPr lang="vi-VN" sz="2000" noProof="0" dirty="0" err="1">
              <a:latin typeface="Arial" panose="020B0604020202020204" pitchFamily="34" charset="0"/>
              <a:cs typeface="Arial" panose="020B0604020202020204" pitchFamily="34" charset="0"/>
            </a:rPr>
            <a:t>thị</a:t>
          </a:r>
          <a:endParaRPr lang="vi-VN" sz="2000" noProof="0" dirty="0">
            <a:latin typeface="Arial" panose="020B0604020202020204" pitchFamily="34" charset="0"/>
            <a:cs typeface="Arial" panose="020B0604020202020204" pitchFamily="34" charset="0"/>
          </a:endParaRPr>
        </a:p>
      </dgm:t>
    </dgm:pt>
    <dgm:pt modelId="{10C68AF5-481C-45AA-A216-8BBBB04515B9}" type="parTrans" cxnId="{F28D7702-2FC3-49BD-BB13-C989E5EE622A}">
      <dgm:prSet/>
      <dgm:spPr/>
      <dgm:t>
        <a:bodyPr rtlCol="0"/>
        <a:lstStyle/>
        <a:p>
          <a:pPr rtl="0"/>
          <a:endParaRPr lang="vi-VN" noProof="0" dirty="0">
            <a:latin typeface="Arial" panose="020B0604020202020204" pitchFamily="34" charset="0"/>
            <a:cs typeface="Arial" panose="020B0604020202020204" pitchFamily="34" charset="0"/>
          </a:endParaRPr>
        </a:p>
      </dgm:t>
    </dgm:pt>
    <dgm:pt modelId="{88649F7A-400B-4056-965D-C9AC0B3AD942}" type="sibTrans" cxnId="{F28D7702-2FC3-49BD-BB13-C989E5EE622A}">
      <dgm:prSet/>
      <dgm:spPr/>
      <dgm:t>
        <a:bodyPr rtlCol="0"/>
        <a:lstStyle/>
        <a:p>
          <a:pPr rtl="0"/>
          <a:endParaRPr lang="vi-VN" noProof="0" dirty="0">
            <a:latin typeface="Arial" panose="020B0604020202020204" pitchFamily="34" charset="0"/>
            <a:cs typeface="Arial" panose="020B0604020202020204" pitchFamily="34" charset="0"/>
          </a:endParaRPr>
        </a:p>
      </dgm:t>
    </dgm:pt>
    <dgm:pt modelId="{50418D2B-9486-42DE-AFDD-1D31420040FF}">
      <dgm:prSet custT="1"/>
      <dgm:spPr>
        <a:solidFill>
          <a:schemeClr val="accent1"/>
        </a:solidFill>
        <a:ln>
          <a:noFill/>
        </a:ln>
      </dgm:spPr>
      <dgm:t>
        <a:bodyPr rtlCol="0"/>
        <a:lstStyle/>
        <a:p>
          <a:pPr marL="0" algn="ctr" rtl="0">
            <a:buNone/>
          </a:pPr>
          <a:r>
            <a:rPr lang="vi-VN" sz="1400" noProof="0" dirty="0" err="1">
              <a:latin typeface="Arial" panose="020B0604020202020204" pitchFamily="34" charset="0"/>
              <a:cs typeface="Arial" panose="020B0604020202020204" pitchFamily="34" charset="0"/>
            </a:rPr>
            <a:t>Phổ</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biến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các</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số</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liệu</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được</a:t>
          </a:r>
          <a:r>
            <a:rPr lang="vi-VN" sz="1400" noProof="0" dirty="0">
              <a:latin typeface="Arial" panose="020B0604020202020204" pitchFamily="34" charset="0"/>
              <a:cs typeface="Arial" panose="020B0604020202020204" pitchFamily="34" charset="0"/>
            </a:rPr>
            <a:t> tiêu </a:t>
          </a:r>
          <a:r>
            <a:rPr lang="vi-VN" sz="1400" noProof="0" dirty="0" err="1">
              <a:latin typeface="Arial" panose="020B0604020202020204" pitchFamily="34" charset="0"/>
              <a:cs typeface="Arial" panose="020B0604020202020204" pitchFamily="34" charset="0"/>
            </a:rPr>
            <a:t>chuẩn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hóa</a:t>
          </a:r>
          <a:endParaRPr lang="vi-VN" sz="1400" noProof="0" dirty="0">
            <a:latin typeface="Arial" panose="020B0604020202020204" pitchFamily="34" charset="0"/>
            <a:cs typeface="Arial" panose="020B0604020202020204" pitchFamily="34" charset="0"/>
          </a:endParaRPr>
        </a:p>
      </dgm:t>
    </dgm:pt>
    <dgm:pt modelId="{D5A17F6B-93F5-442B-938A-0F38C281BE88}" type="parTrans" cxnId="{5A5BA622-5DEB-48B9-88D9-C1DE36C711E5}">
      <dgm:prSet/>
      <dgm:spPr/>
      <dgm:t>
        <a:bodyPr rtlCol="0"/>
        <a:lstStyle/>
        <a:p>
          <a:pPr rtl="0"/>
          <a:endParaRPr lang="vi-VN" noProof="0" dirty="0">
            <a:latin typeface="Arial" panose="020B0604020202020204" pitchFamily="34" charset="0"/>
            <a:cs typeface="Arial" panose="020B0604020202020204" pitchFamily="34" charset="0"/>
          </a:endParaRPr>
        </a:p>
      </dgm:t>
    </dgm:pt>
    <dgm:pt modelId="{1D87A0A5-8024-4710-846B-D5BFAC785107}" type="sibTrans" cxnId="{5A5BA622-5DEB-48B9-88D9-C1DE36C711E5}">
      <dgm:prSet/>
      <dgm:spPr/>
      <dgm:t>
        <a:bodyPr rtlCol="0"/>
        <a:lstStyle/>
        <a:p>
          <a:pPr rtl="0"/>
          <a:endParaRPr lang="vi-VN" noProof="0" dirty="0">
            <a:latin typeface="Arial" panose="020B0604020202020204" pitchFamily="34" charset="0"/>
            <a:cs typeface="Arial" panose="020B0604020202020204" pitchFamily="34" charset="0"/>
          </a:endParaRPr>
        </a:p>
      </dgm:t>
    </dgm:pt>
    <dgm:pt modelId="{E9682B4F-0217-4B50-923E-C104AA24290F}">
      <dgm:prSet phldr="0"/>
      <dgm:spPr>
        <a:solidFill>
          <a:schemeClr val="accent1"/>
        </a:solidFill>
        <a:ln>
          <a:noFill/>
        </a:ln>
      </dgm:spPr>
      <dgm:t>
        <a:bodyPr rtlCol="0"/>
        <a:lstStyle/>
        <a:p>
          <a:pPr marL="0" algn="ctr" rtl="0">
            <a:buNone/>
          </a:pPr>
          <a:r>
            <a:rPr lang="vi-VN" sz="2000" noProof="0" dirty="0" err="1">
              <a:latin typeface="Arial" panose="020B0604020202020204" pitchFamily="34" charset="0"/>
              <a:cs typeface="Arial" panose="020B0604020202020204" pitchFamily="34" charset="0"/>
            </a:rPr>
            <a:t>Thiết</a:t>
          </a:r>
          <a:r>
            <a:rPr lang="vi-VN" sz="2000" noProof="0" dirty="0">
              <a:latin typeface="Arial" panose="020B0604020202020204" pitchFamily="34" charset="0"/>
              <a:cs typeface="Arial" panose="020B0604020202020204" pitchFamily="34" charset="0"/>
            </a:rPr>
            <a:t> </a:t>
          </a:r>
          <a:r>
            <a:rPr lang="vi-VN" sz="2000" noProof="0" dirty="0" err="1">
              <a:latin typeface="Arial" panose="020B0604020202020204" pitchFamily="34" charset="0"/>
              <a:cs typeface="Arial" panose="020B0604020202020204" pitchFamily="34" charset="0"/>
            </a:rPr>
            <a:t>kế</a:t>
          </a:r>
          <a:endParaRPr lang="vi-VN" sz="2000" noProof="0" dirty="0">
            <a:latin typeface="Arial" panose="020B0604020202020204" pitchFamily="34" charset="0"/>
            <a:cs typeface="Arial" panose="020B0604020202020204" pitchFamily="34" charset="0"/>
          </a:endParaRPr>
        </a:p>
      </dgm:t>
    </dgm:pt>
    <dgm:pt modelId="{E0F6C4AF-9BBB-4698-91D7-F9AE3EACBD5D}" type="parTrans" cxnId="{6C23D0C9-74B2-4C8B-AB2F-A03B3B0EBE56}">
      <dgm:prSet/>
      <dgm:spPr/>
      <dgm:t>
        <a:bodyPr rtlCol="0"/>
        <a:lstStyle/>
        <a:p>
          <a:pPr rtl="0"/>
          <a:endParaRPr lang="vi-VN" noProof="0" dirty="0">
            <a:latin typeface="Arial" panose="020B0604020202020204" pitchFamily="34" charset="0"/>
            <a:cs typeface="Arial" panose="020B0604020202020204" pitchFamily="34" charset="0"/>
          </a:endParaRPr>
        </a:p>
      </dgm:t>
    </dgm:pt>
    <dgm:pt modelId="{B8632E42-D7EB-4C31-877E-6F1B2801851A}" type="sibTrans" cxnId="{6C23D0C9-74B2-4C8B-AB2F-A03B3B0EBE56}">
      <dgm:prSet/>
      <dgm:spPr/>
      <dgm:t>
        <a:bodyPr rtlCol="0"/>
        <a:lstStyle/>
        <a:p>
          <a:pPr rtl="0"/>
          <a:endParaRPr lang="vi-VN" noProof="0" dirty="0">
            <a:latin typeface="Arial" panose="020B0604020202020204" pitchFamily="34" charset="0"/>
            <a:cs typeface="Arial" panose="020B0604020202020204" pitchFamily="34" charset="0"/>
          </a:endParaRPr>
        </a:p>
      </dgm:t>
    </dgm:pt>
    <dgm:pt modelId="{0EC0C300-11E4-45CF-8418-973585107209}">
      <dgm:prSet phldr="0" custT="1"/>
      <dgm:spPr>
        <a:solidFill>
          <a:schemeClr val="accent1"/>
        </a:solidFill>
        <a:ln>
          <a:noFill/>
        </a:ln>
      </dgm:spPr>
      <dgm:t>
        <a:bodyPr rtlCol="0"/>
        <a:lstStyle/>
        <a:p>
          <a:pPr marL="0" algn="ctr" rtl="0">
            <a:buNone/>
          </a:pPr>
          <a:r>
            <a:rPr lang="vi-VN" sz="1400" noProof="0" dirty="0" err="1">
              <a:latin typeface="Arial" panose="020B0604020202020204" pitchFamily="34" charset="0"/>
              <a:cs typeface="Arial" panose="020B0604020202020204" pitchFamily="34" charset="0"/>
            </a:rPr>
            <a:t>Phối</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hợp</a:t>
          </a:r>
          <a:endParaRPr lang="vi-VN" sz="1400" noProof="0" dirty="0">
            <a:latin typeface="Arial" panose="020B0604020202020204" pitchFamily="34" charset="0"/>
            <a:cs typeface="Arial" panose="020B0604020202020204" pitchFamily="34" charset="0"/>
          </a:endParaRPr>
        </a:p>
      </dgm:t>
    </dgm:pt>
    <dgm:pt modelId="{1E4DD98E-100E-46B7-B24A-408BBF69E9FA}" type="parTrans" cxnId="{51563A4F-C0EB-47D6-B5BC-47A4E599AD4B}">
      <dgm:prSet/>
      <dgm:spPr/>
      <dgm:t>
        <a:bodyPr rtlCol="0"/>
        <a:lstStyle/>
        <a:p>
          <a:pPr rtl="0"/>
          <a:endParaRPr lang="vi-VN" noProof="0" dirty="0">
            <a:latin typeface="Arial" panose="020B0604020202020204" pitchFamily="34" charset="0"/>
            <a:cs typeface="Arial" panose="020B0604020202020204" pitchFamily="34" charset="0"/>
          </a:endParaRPr>
        </a:p>
      </dgm:t>
    </dgm:pt>
    <dgm:pt modelId="{90FAB5D1-62B3-4FF6-A07D-EE607F529C32}" type="sibTrans" cxnId="{51563A4F-C0EB-47D6-B5BC-47A4E599AD4B}">
      <dgm:prSet/>
      <dgm:spPr/>
      <dgm:t>
        <a:bodyPr rtlCol="0"/>
        <a:lstStyle/>
        <a:p>
          <a:pPr rtl="0"/>
          <a:endParaRPr lang="vi-VN" noProof="0" dirty="0">
            <a:latin typeface="Arial" panose="020B0604020202020204" pitchFamily="34" charset="0"/>
            <a:cs typeface="Arial" panose="020B0604020202020204" pitchFamily="34" charset="0"/>
          </a:endParaRPr>
        </a:p>
      </dgm:t>
    </dgm:pt>
    <dgm:pt modelId="{FEB4A941-E9FA-4A86-A673-85FF34B35F20}">
      <dgm:prSet phldr="0" custT="1"/>
      <dgm:spPr>
        <a:solidFill>
          <a:schemeClr val="accent1"/>
        </a:solidFill>
        <a:ln>
          <a:noFill/>
        </a:ln>
      </dgm:spPr>
      <dgm:t>
        <a:bodyPr rtlCol="0"/>
        <a:lstStyle/>
        <a:p>
          <a:pPr marL="0" algn="ctr" rtl="0">
            <a:buNone/>
          </a:pPr>
          <a:r>
            <a:rPr lang="vi-VN" sz="1400" noProof="0" dirty="0" err="1">
              <a:latin typeface="Arial" panose="020B0604020202020204" pitchFamily="34" charset="0"/>
              <a:cs typeface="Arial" panose="020B0604020202020204" pitchFamily="34" charset="0"/>
            </a:rPr>
            <a:t>Khuyến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khích</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các</a:t>
          </a:r>
          <a:r>
            <a:rPr lang="vi-VN" sz="1400" noProof="0" dirty="0">
              <a:latin typeface="Arial" panose="020B0604020202020204" pitchFamily="34" charset="0"/>
              <a:cs typeface="Arial" panose="020B0604020202020204" pitchFamily="34" charset="0"/>
            </a:rPr>
            <a:t> phương </a:t>
          </a:r>
          <a:r>
            <a:rPr lang="vi-VN" sz="1400" noProof="0" dirty="0" err="1">
              <a:latin typeface="Arial" panose="020B0604020202020204" pitchFamily="34" charset="0"/>
              <a:cs typeface="Arial" panose="020B0604020202020204" pitchFamily="34" charset="0"/>
            </a:rPr>
            <a:t>pháp</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luận</a:t>
          </a:r>
          <a:r>
            <a:rPr lang="vi-VN" sz="1400" noProof="0" dirty="0">
              <a:latin typeface="Arial" panose="020B0604020202020204" pitchFamily="34" charset="0"/>
              <a:cs typeface="Arial" panose="020B0604020202020204" pitchFamily="34" charset="0"/>
            </a:rPr>
            <a:t> ưu </a:t>
          </a:r>
          <a:r>
            <a:rPr lang="vi-VN" sz="1400" noProof="0" dirty="0" err="1">
              <a:latin typeface="Arial" panose="020B0604020202020204" pitchFamily="34" charset="0"/>
              <a:cs typeface="Arial" panose="020B0604020202020204" pitchFamily="34" charset="0"/>
            </a:rPr>
            <a:t>việt</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toàn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diện</a:t>
          </a:r>
          <a:endParaRPr lang="vi-VN" sz="1400" noProof="0" dirty="0">
            <a:latin typeface="Arial" panose="020B0604020202020204" pitchFamily="34" charset="0"/>
            <a:cs typeface="Arial" panose="020B0604020202020204" pitchFamily="34" charset="0"/>
          </a:endParaRPr>
        </a:p>
      </dgm:t>
    </dgm:pt>
    <dgm:pt modelId="{39522508-BC4E-4DD5-A744-AFEFFE36DB74}" type="parTrans" cxnId="{F942F56C-9025-4AA1-9B36-C5AE0A93B0F5}">
      <dgm:prSet/>
      <dgm:spPr/>
      <dgm:t>
        <a:bodyPr rtlCol="0"/>
        <a:lstStyle/>
        <a:p>
          <a:pPr rtl="0"/>
          <a:endParaRPr lang="vi-VN" noProof="0" dirty="0">
            <a:latin typeface="Arial" panose="020B0604020202020204" pitchFamily="34" charset="0"/>
            <a:cs typeface="Arial" panose="020B0604020202020204" pitchFamily="34" charset="0"/>
          </a:endParaRPr>
        </a:p>
      </dgm:t>
    </dgm:pt>
    <dgm:pt modelId="{97624CC8-6315-4683-B26C-C30D552DA5A6}" type="sibTrans" cxnId="{F942F56C-9025-4AA1-9B36-C5AE0A93B0F5}">
      <dgm:prSet/>
      <dgm:spPr/>
      <dgm:t>
        <a:bodyPr rtlCol="0"/>
        <a:lstStyle/>
        <a:p>
          <a:pPr rtl="0"/>
          <a:endParaRPr lang="vi-VN" noProof="0" dirty="0">
            <a:latin typeface="Arial" panose="020B0604020202020204" pitchFamily="34" charset="0"/>
            <a:cs typeface="Arial" panose="020B0604020202020204" pitchFamily="34" charset="0"/>
          </a:endParaRPr>
        </a:p>
      </dgm:t>
    </dgm:pt>
    <dgm:pt modelId="{A2322D3A-7AC2-4C5C-9D7E-EAB2313D47D4}">
      <dgm:prSet phldr="0"/>
      <dgm:spPr>
        <a:solidFill>
          <a:schemeClr val="accent1"/>
        </a:solidFill>
        <a:ln>
          <a:noFill/>
        </a:ln>
      </dgm:spPr>
      <dgm:t>
        <a:bodyPr rtlCol="0"/>
        <a:lstStyle/>
        <a:p>
          <a:pPr marL="0" algn="ctr" rtl="0"/>
          <a:r>
            <a:rPr lang="vi-VN" sz="2000" noProof="0" dirty="0">
              <a:latin typeface="Arial" panose="020B0604020202020204" pitchFamily="34" charset="0"/>
              <a:cs typeface="Arial" panose="020B0604020202020204" pitchFamily="34" charset="0"/>
            </a:rPr>
            <a:t>Ra </a:t>
          </a:r>
          <a:r>
            <a:rPr lang="vi-VN" sz="2000" noProof="0" dirty="0" err="1">
              <a:latin typeface="Arial" panose="020B0604020202020204" pitchFamily="34" charset="0"/>
              <a:cs typeface="Arial" panose="020B0604020202020204" pitchFamily="34" charset="0"/>
            </a:rPr>
            <a:t>mắt</a:t>
          </a:r>
          <a:endParaRPr lang="vi-VN" sz="2000" noProof="0" dirty="0">
            <a:latin typeface="Arial" panose="020B0604020202020204" pitchFamily="34" charset="0"/>
            <a:cs typeface="Arial" panose="020B0604020202020204" pitchFamily="34" charset="0"/>
          </a:endParaRPr>
        </a:p>
      </dgm:t>
    </dgm:pt>
    <dgm:pt modelId="{4A8C15D4-B36F-4764-B4FF-F2AF790D3E17}" type="parTrans" cxnId="{179FAFCF-F878-464E-A8A6-1185EFA0E380}">
      <dgm:prSet/>
      <dgm:spPr/>
      <dgm:t>
        <a:bodyPr rtlCol="0"/>
        <a:lstStyle/>
        <a:p>
          <a:pPr rtl="0"/>
          <a:endParaRPr lang="vi-VN" noProof="0" dirty="0">
            <a:latin typeface="Arial" panose="020B0604020202020204" pitchFamily="34" charset="0"/>
            <a:cs typeface="Arial" panose="020B0604020202020204" pitchFamily="34" charset="0"/>
          </a:endParaRPr>
        </a:p>
      </dgm:t>
    </dgm:pt>
    <dgm:pt modelId="{84DE1C3A-3FC7-4DB3-88ED-33F65A71557A}" type="sibTrans" cxnId="{179FAFCF-F878-464E-A8A6-1185EFA0E380}">
      <dgm:prSet/>
      <dgm:spPr/>
      <dgm:t>
        <a:bodyPr rtlCol="0"/>
        <a:lstStyle/>
        <a:p>
          <a:pPr rtl="0"/>
          <a:endParaRPr lang="vi-VN" noProof="0" dirty="0">
            <a:latin typeface="Arial" panose="020B0604020202020204" pitchFamily="34" charset="0"/>
            <a:cs typeface="Arial" panose="020B0604020202020204" pitchFamily="34" charset="0"/>
          </a:endParaRPr>
        </a:p>
      </dgm:t>
    </dgm:pt>
    <dgm:pt modelId="{4F85505A-81B6-4FDA-A144-900B71DAD946}">
      <dgm:prSet phldr="0"/>
      <dgm:spPr>
        <a:solidFill>
          <a:schemeClr val="accent1"/>
        </a:solidFill>
        <a:ln>
          <a:noFill/>
        </a:ln>
      </dgm:spPr>
      <dgm:t>
        <a:bodyPr rtlCol="0"/>
        <a:lstStyle/>
        <a:p>
          <a:pPr marL="0" algn="ctr" rtl="0">
            <a:buNone/>
          </a:pPr>
          <a:r>
            <a:rPr lang="vi-VN" sz="2000" noProof="0" dirty="0" err="1">
              <a:latin typeface="Arial" panose="020B0604020202020204" pitchFamily="34" charset="0"/>
              <a:cs typeface="Arial" panose="020B0604020202020204" pitchFamily="34" charset="0"/>
            </a:rPr>
            <a:t>Chiến</a:t>
          </a:r>
          <a:r>
            <a:rPr lang="vi-VN" sz="2000" noProof="0" dirty="0">
              <a:latin typeface="Arial" panose="020B0604020202020204" pitchFamily="34" charset="0"/>
              <a:cs typeface="Arial" panose="020B0604020202020204" pitchFamily="34" charset="0"/>
            </a:rPr>
            <a:t> </a:t>
          </a:r>
          <a:r>
            <a:rPr lang="vi-VN" sz="2000" noProof="0" dirty="0" err="1">
              <a:latin typeface="Arial" panose="020B0604020202020204" pitchFamily="34" charset="0"/>
              <a:cs typeface="Arial" panose="020B0604020202020204" pitchFamily="34" charset="0"/>
            </a:rPr>
            <a:t>lược</a:t>
          </a:r>
          <a:endParaRPr lang="vi-VN" sz="2000" noProof="0" dirty="0">
            <a:latin typeface="Arial" panose="020B0604020202020204" pitchFamily="34" charset="0"/>
            <a:cs typeface="Arial" panose="020B0604020202020204" pitchFamily="34" charset="0"/>
          </a:endParaRPr>
        </a:p>
      </dgm:t>
    </dgm:pt>
    <dgm:pt modelId="{D9A96E25-7BBE-4DDD-8DDE-B4970D4340A8}" type="parTrans" cxnId="{2D633B56-E147-4EFC-B9EE-6C0413F329B0}">
      <dgm:prSet/>
      <dgm:spPr/>
      <dgm:t>
        <a:bodyPr rtlCol="0"/>
        <a:lstStyle/>
        <a:p>
          <a:pPr rtl="0"/>
          <a:endParaRPr lang="vi-VN" noProof="0" dirty="0">
            <a:latin typeface="Arial" panose="020B0604020202020204" pitchFamily="34" charset="0"/>
            <a:cs typeface="Arial" panose="020B0604020202020204" pitchFamily="34" charset="0"/>
          </a:endParaRPr>
        </a:p>
      </dgm:t>
    </dgm:pt>
    <dgm:pt modelId="{68F74A88-49DC-44B1-BC0D-220A7B97601C}" type="sibTrans" cxnId="{2D633B56-E147-4EFC-B9EE-6C0413F329B0}">
      <dgm:prSet/>
      <dgm:spPr/>
      <dgm:t>
        <a:bodyPr rtlCol="0"/>
        <a:lstStyle/>
        <a:p>
          <a:pPr rtl="0"/>
          <a:endParaRPr lang="vi-VN" noProof="0" dirty="0">
            <a:latin typeface="Arial" panose="020B0604020202020204" pitchFamily="34" charset="0"/>
            <a:cs typeface="Arial" panose="020B0604020202020204" pitchFamily="34" charset="0"/>
          </a:endParaRPr>
        </a:p>
      </dgm:t>
    </dgm:pt>
    <dgm:pt modelId="{566CA0B6-95FF-3A46-BF54-8E3C5843F883}">
      <dgm:prSet phldr="0" custT="1"/>
      <dgm:spPr>
        <a:solidFill>
          <a:schemeClr val="accent1"/>
        </a:solidFill>
        <a:ln>
          <a:noFill/>
        </a:ln>
      </dgm:spPr>
      <dgm:t>
        <a:bodyPr rtlCol="0"/>
        <a:lstStyle/>
        <a:p>
          <a:pPr marL="0" algn="ctr" rtl="0">
            <a:buNone/>
          </a:pPr>
          <a:r>
            <a:rPr lang="vi-VN" sz="1400" noProof="0" dirty="0" err="1">
              <a:latin typeface="Arial" panose="020B0604020202020204" pitchFamily="34" charset="0"/>
              <a:cs typeface="Arial" panose="020B0604020202020204" pitchFamily="34" charset="0"/>
            </a:rPr>
            <a:t>các</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ứng</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dụng</a:t>
          </a:r>
          <a:r>
            <a:rPr lang="vi-VN" sz="1400" noProof="0" dirty="0">
              <a:latin typeface="Arial" panose="020B0604020202020204" pitchFamily="34" charset="0"/>
              <a:cs typeface="Arial" panose="020B0604020202020204" pitchFamily="34" charset="0"/>
            </a:rPr>
            <a:t> kinh doanh </a:t>
          </a:r>
          <a:r>
            <a:rPr lang="vi-VN" sz="1400" noProof="0" dirty="0" err="1">
              <a:latin typeface="Arial" panose="020B0604020202020204" pitchFamily="34" charset="0"/>
              <a:cs typeface="Arial" panose="020B0604020202020204" pitchFamily="34" charset="0"/>
            </a:rPr>
            <a:t>điện</a:t>
          </a:r>
          <a:r>
            <a:rPr lang="vi-VN" sz="1400" noProof="0" dirty="0">
              <a:latin typeface="Arial" panose="020B0604020202020204" pitchFamily="34" charset="0"/>
              <a:cs typeface="Arial" panose="020B0604020202020204" pitchFamily="34" charset="0"/>
            </a:rPr>
            <a:t> </a:t>
          </a:r>
          <a:r>
            <a:rPr lang="vi-VN" sz="1400" noProof="0" dirty="0" err="1">
              <a:latin typeface="Arial" panose="020B0604020202020204" pitchFamily="34" charset="0"/>
              <a:cs typeface="Arial" panose="020B0604020202020204" pitchFamily="34" charset="0"/>
            </a:rPr>
            <a:t>tử</a:t>
          </a:r>
          <a:endParaRPr lang="vi-VN" sz="1400" noProof="0" dirty="0">
            <a:latin typeface="Arial" panose="020B0604020202020204" pitchFamily="34" charset="0"/>
            <a:cs typeface="Arial" panose="020B0604020202020204" pitchFamily="34" charset="0"/>
          </a:endParaRPr>
        </a:p>
      </dgm:t>
    </dgm:pt>
    <dgm:pt modelId="{C117508E-3024-E449-BAAE-1987AA32AD71}" type="parTrans" cxnId="{C499AF16-4A28-D448-9A77-B8BAAF4098DA}">
      <dgm:prSet/>
      <dgm:spPr/>
      <dgm:t>
        <a:bodyPr rtlCol="0"/>
        <a:lstStyle/>
        <a:p>
          <a:pPr rtl="0"/>
          <a:endParaRPr lang="vi-VN" noProof="0" dirty="0">
            <a:latin typeface="Arial" panose="020B0604020202020204" pitchFamily="34" charset="0"/>
            <a:cs typeface="Arial" panose="020B0604020202020204" pitchFamily="34" charset="0"/>
          </a:endParaRPr>
        </a:p>
      </dgm:t>
    </dgm:pt>
    <dgm:pt modelId="{0B3040D4-47C6-DA43-932A-AD2F185F5C5E}" type="sibTrans" cxnId="{C499AF16-4A28-D448-9A77-B8BAAF4098DA}">
      <dgm:prSet/>
      <dgm:spPr/>
      <dgm:t>
        <a:bodyPr rtlCol="0"/>
        <a:lstStyle/>
        <a:p>
          <a:pPr rtl="0"/>
          <a:endParaRPr lang="vi-VN" noProof="0" dirty="0">
            <a:latin typeface="Arial" panose="020B0604020202020204" pitchFamily="34" charset="0"/>
            <a:cs typeface="Arial" panose="020B0604020202020204" pitchFamily="34" charset="0"/>
          </a:endParaRPr>
        </a:p>
      </dgm:t>
    </dgm:pt>
    <dgm:pt modelId="{A34AE8AA-FDF7-FA40-BADC-6B62C2B1DE88}" type="pres">
      <dgm:prSet presAssocID="{0DD8915E-DC14-41D6-9BB5-F49E1C265163}" presName="Name0" presStyleCnt="0">
        <dgm:presLayoutVars>
          <dgm:dir/>
          <dgm:resizeHandles val="exact"/>
        </dgm:presLayoutVars>
      </dgm:prSet>
      <dgm:spPr/>
    </dgm:pt>
    <dgm:pt modelId="{2107607C-A87A-3347-81F6-106C527DBD58}" type="pres">
      <dgm:prSet presAssocID="{0DD8915E-DC14-41D6-9BB5-F49E1C265163}" presName="fgShape" presStyleLbl="fgShp" presStyleIdx="0" presStyleCnt="1" custLinFactNeighborX="140" custLinFactNeighborY="-19001"/>
      <dgm:spPr>
        <a:solidFill>
          <a:schemeClr val="accent2">
            <a:tint val="40000"/>
            <a:hueOff val="0"/>
            <a:satOff val="0"/>
            <a:lumOff val="0"/>
            <a:alpha val="0"/>
          </a:schemeClr>
        </a:solidFill>
        <a:ln>
          <a:noFill/>
        </a:ln>
      </dgm:spPr>
    </dgm:pt>
    <dgm:pt modelId="{0955960D-7F7D-E54C-8843-B1DBEEBFB364}" type="pres">
      <dgm:prSet presAssocID="{0DD8915E-DC14-41D6-9BB5-F49E1C265163}" presName="linComp" presStyleCnt="0"/>
      <dgm:spPr/>
    </dgm:pt>
    <dgm:pt modelId="{81155D12-3CC8-3D49-B0F3-3C84AC48510A}" type="pres">
      <dgm:prSet presAssocID="{73D947E0-108F-4D20-A71E-3CF329F97212}" presName="compNode" presStyleCnt="0"/>
      <dgm:spPr/>
    </dgm:pt>
    <dgm:pt modelId="{8F8B275D-8553-0846-A316-484B7B291C97}" type="pres">
      <dgm:prSet presAssocID="{73D947E0-108F-4D20-A71E-3CF329F97212}" presName="bkgdShape" presStyleLbl="node1" presStyleIdx="0" presStyleCnt="5" custLinFactNeighborX="-757"/>
      <dgm:spPr>
        <a:prstGeom prst="rect">
          <a:avLst/>
        </a:prstGeom>
      </dgm:spPr>
    </dgm:pt>
    <dgm:pt modelId="{7DA281F5-0265-2048-A63A-727E19796F79}" type="pres">
      <dgm:prSet presAssocID="{73D947E0-108F-4D20-A71E-3CF329F97212}" presName="nodeTx" presStyleLbl="node1" presStyleIdx="0" presStyleCnt="5">
        <dgm:presLayoutVars>
          <dgm:bulletEnabled val="1"/>
        </dgm:presLayoutVars>
      </dgm:prSet>
      <dgm:spPr/>
    </dgm:pt>
    <dgm:pt modelId="{79A13FEB-C61A-0346-824D-E0457CC5B4C9}" type="pres">
      <dgm:prSet presAssocID="{73D947E0-108F-4D20-A71E-3CF329F97212}" presName="invisiNode" presStyleLbl="node1" presStyleIdx="0" presStyleCnt="5"/>
      <dgm:spPr/>
    </dgm:pt>
    <dgm:pt modelId="{A126BA88-D0F9-AF4A-A7BA-0638E32B45F8}" type="pres">
      <dgm:prSet presAssocID="{73D947E0-108F-4D20-A71E-3CF329F97212}" presName="imagNode" presStyleLbl="fgImgPlace1" presStyleIdx="0" presStyleCnt="5" custScaleX="63106" custScaleY="63106"/>
      <dgm:spPr>
        <a:solidFill>
          <a:schemeClr val="accent1">
            <a:lumMod val="60000"/>
            <a:lumOff val="40000"/>
          </a:schemeClr>
        </a:solidFill>
        <a:ln>
          <a:noFill/>
        </a:ln>
      </dgm:spPr>
    </dgm:pt>
    <dgm:pt modelId="{DF3C77F5-32F3-5845-BEE2-529229516397}" type="pres">
      <dgm:prSet presAssocID="{AE813459-65AB-4FA9-B717-330DDA6DFA4E}" presName="sibTrans" presStyleLbl="sibTrans2D1" presStyleIdx="0" presStyleCnt="0"/>
      <dgm:spPr/>
    </dgm:pt>
    <dgm:pt modelId="{16FC6348-B601-E348-A50F-7576C3DDD207}" type="pres">
      <dgm:prSet presAssocID="{B1AFA1AF-0FF8-45B3-A6D0-0E255A2F637D}" presName="compNode" presStyleCnt="0"/>
      <dgm:spPr/>
    </dgm:pt>
    <dgm:pt modelId="{4DFF6703-D32F-9E47-96B8-A304C47CCB78}" type="pres">
      <dgm:prSet presAssocID="{B1AFA1AF-0FF8-45B3-A6D0-0E255A2F637D}" presName="bkgdShape" presStyleLbl="node1" presStyleIdx="1" presStyleCnt="5" custLinFactNeighborX="-129"/>
      <dgm:spPr>
        <a:prstGeom prst="rect">
          <a:avLst/>
        </a:prstGeom>
      </dgm:spPr>
    </dgm:pt>
    <dgm:pt modelId="{BA2077AD-A827-784F-87A6-E8E29A836D84}" type="pres">
      <dgm:prSet presAssocID="{B1AFA1AF-0FF8-45B3-A6D0-0E255A2F637D}" presName="nodeTx" presStyleLbl="node1" presStyleIdx="1" presStyleCnt="5">
        <dgm:presLayoutVars>
          <dgm:bulletEnabled val="1"/>
        </dgm:presLayoutVars>
      </dgm:prSet>
      <dgm:spPr/>
    </dgm:pt>
    <dgm:pt modelId="{47276A48-75DE-FE4F-B4C6-8B77CF2957C3}" type="pres">
      <dgm:prSet presAssocID="{B1AFA1AF-0FF8-45B3-A6D0-0E255A2F637D}" presName="invisiNode" presStyleLbl="node1" presStyleIdx="1" presStyleCnt="5"/>
      <dgm:spPr/>
    </dgm:pt>
    <dgm:pt modelId="{EFEB790C-BD5C-F54D-9993-F81422A8AD8E}" type="pres">
      <dgm:prSet presAssocID="{B1AFA1AF-0FF8-45B3-A6D0-0E255A2F637D}" presName="imagNode" presStyleLbl="fgImgPlace1" presStyleIdx="1" presStyleCnt="5" custScaleX="63106" custScaleY="63106"/>
      <dgm:spPr>
        <a:solidFill>
          <a:schemeClr val="accent1">
            <a:lumMod val="60000"/>
            <a:lumOff val="40000"/>
          </a:schemeClr>
        </a:solidFill>
        <a:ln>
          <a:noFill/>
        </a:ln>
      </dgm:spPr>
    </dgm:pt>
    <dgm:pt modelId="{56C7F139-002F-DF46-BB7F-23A563E7CE98}" type="pres">
      <dgm:prSet presAssocID="{88649F7A-400B-4056-965D-C9AC0B3AD942}" presName="sibTrans" presStyleLbl="sibTrans2D1" presStyleIdx="0" presStyleCnt="0"/>
      <dgm:spPr/>
    </dgm:pt>
    <dgm:pt modelId="{91E3D51E-7AB8-6349-A1D0-02F993052AB3}" type="pres">
      <dgm:prSet presAssocID="{E9682B4F-0217-4B50-923E-C104AA24290F}" presName="compNode" presStyleCnt="0"/>
      <dgm:spPr/>
    </dgm:pt>
    <dgm:pt modelId="{434ABADC-97F5-A547-823D-7594A86D79D3}" type="pres">
      <dgm:prSet presAssocID="{E9682B4F-0217-4B50-923E-C104AA24290F}" presName="bkgdShape" presStyleLbl="node1" presStyleIdx="2" presStyleCnt="5" custLinFactNeighborX="182"/>
      <dgm:spPr>
        <a:prstGeom prst="rect">
          <a:avLst/>
        </a:prstGeom>
      </dgm:spPr>
    </dgm:pt>
    <dgm:pt modelId="{BC636E4B-34B9-8543-A308-00E0D1B0D2F9}" type="pres">
      <dgm:prSet presAssocID="{E9682B4F-0217-4B50-923E-C104AA24290F}" presName="nodeTx" presStyleLbl="node1" presStyleIdx="2" presStyleCnt="5">
        <dgm:presLayoutVars>
          <dgm:bulletEnabled val="1"/>
        </dgm:presLayoutVars>
      </dgm:prSet>
      <dgm:spPr/>
    </dgm:pt>
    <dgm:pt modelId="{073A77BB-E8BD-4B4C-BFA2-7B530A2B3199}" type="pres">
      <dgm:prSet presAssocID="{E9682B4F-0217-4B50-923E-C104AA24290F}" presName="invisiNode" presStyleLbl="node1" presStyleIdx="2" presStyleCnt="5"/>
      <dgm:spPr/>
    </dgm:pt>
    <dgm:pt modelId="{CC076D56-4BB0-7246-9039-788AB439DAF0}" type="pres">
      <dgm:prSet presAssocID="{E9682B4F-0217-4B50-923E-C104AA24290F}" presName="imagNode" presStyleLbl="fgImgPlace1" presStyleIdx="2" presStyleCnt="5" custScaleX="63106" custScaleY="63106"/>
      <dgm:spPr>
        <a:solidFill>
          <a:schemeClr val="accent1">
            <a:lumMod val="60000"/>
            <a:lumOff val="40000"/>
          </a:schemeClr>
        </a:solidFill>
        <a:ln>
          <a:noFill/>
        </a:ln>
      </dgm:spPr>
    </dgm:pt>
    <dgm:pt modelId="{9BFD88E3-0F90-7143-8807-6B030CF54283}" type="pres">
      <dgm:prSet presAssocID="{B8632E42-D7EB-4C31-877E-6F1B2801851A}" presName="sibTrans" presStyleLbl="sibTrans2D1" presStyleIdx="0" presStyleCnt="0"/>
      <dgm:spPr/>
    </dgm:pt>
    <dgm:pt modelId="{900296CF-6A25-E746-A345-792DBE36F92C}" type="pres">
      <dgm:prSet presAssocID="{4F85505A-81B6-4FDA-A144-900B71DAD946}" presName="compNode" presStyleCnt="0"/>
      <dgm:spPr/>
    </dgm:pt>
    <dgm:pt modelId="{028C9BA8-C3B3-F947-915F-EE2FD2FCA9A5}" type="pres">
      <dgm:prSet presAssocID="{4F85505A-81B6-4FDA-A144-900B71DAD946}" presName="bkgdShape" presStyleLbl="node1" presStyleIdx="3" presStyleCnt="5" custLinFactNeighborX="0"/>
      <dgm:spPr>
        <a:prstGeom prst="rect">
          <a:avLst/>
        </a:prstGeom>
      </dgm:spPr>
    </dgm:pt>
    <dgm:pt modelId="{9312E8E2-BBD1-104A-9F74-B0103AF69816}" type="pres">
      <dgm:prSet presAssocID="{4F85505A-81B6-4FDA-A144-900B71DAD946}" presName="nodeTx" presStyleLbl="node1" presStyleIdx="3" presStyleCnt="5">
        <dgm:presLayoutVars>
          <dgm:bulletEnabled val="1"/>
        </dgm:presLayoutVars>
      </dgm:prSet>
      <dgm:spPr/>
    </dgm:pt>
    <dgm:pt modelId="{A0D6F489-540A-D44E-B596-6A182486B777}" type="pres">
      <dgm:prSet presAssocID="{4F85505A-81B6-4FDA-A144-900B71DAD946}" presName="invisiNode" presStyleLbl="node1" presStyleIdx="3" presStyleCnt="5"/>
      <dgm:spPr/>
    </dgm:pt>
    <dgm:pt modelId="{FDF2BC93-305C-D94B-A6C2-ED9CE7F40C2F}" type="pres">
      <dgm:prSet presAssocID="{4F85505A-81B6-4FDA-A144-900B71DAD946}" presName="imagNode" presStyleLbl="fgImgPlace1" presStyleIdx="3" presStyleCnt="5" custScaleX="63106" custScaleY="63106"/>
      <dgm:spPr>
        <a:solidFill>
          <a:schemeClr val="accent1">
            <a:lumMod val="60000"/>
            <a:lumOff val="40000"/>
          </a:schemeClr>
        </a:solidFill>
        <a:ln>
          <a:noFill/>
        </a:ln>
      </dgm:spPr>
    </dgm:pt>
    <dgm:pt modelId="{849C45A5-41B7-C14C-8FCB-1F684E015BD4}" type="pres">
      <dgm:prSet presAssocID="{68F74A88-49DC-44B1-BC0D-220A7B97601C}" presName="sibTrans" presStyleLbl="sibTrans2D1" presStyleIdx="0" presStyleCnt="0"/>
      <dgm:spPr/>
    </dgm:pt>
    <dgm:pt modelId="{CFB52331-3A90-8741-B893-154B21972CAC}" type="pres">
      <dgm:prSet presAssocID="{A2322D3A-7AC2-4C5C-9D7E-EAB2313D47D4}" presName="compNode" presStyleCnt="0"/>
      <dgm:spPr/>
    </dgm:pt>
    <dgm:pt modelId="{73C20AF0-FA1E-3C4A-AD07-551A27BE2B92}" type="pres">
      <dgm:prSet presAssocID="{A2322D3A-7AC2-4C5C-9D7E-EAB2313D47D4}" presName="bkgdShape" presStyleLbl="node1" presStyleIdx="4" presStyleCnt="5" custLinFactNeighborX="757"/>
      <dgm:spPr>
        <a:prstGeom prst="rect">
          <a:avLst/>
        </a:prstGeom>
      </dgm:spPr>
    </dgm:pt>
    <dgm:pt modelId="{AF3E8B43-0466-2941-94BF-5E057B356E82}" type="pres">
      <dgm:prSet presAssocID="{A2322D3A-7AC2-4C5C-9D7E-EAB2313D47D4}" presName="nodeTx" presStyleLbl="node1" presStyleIdx="4" presStyleCnt="5">
        <dgm:presLayoutVars>
          <dgm:bulletEnabled val="1"/>
        </dgm:presLayoutVars>
      </dgm:prSet>
      <dgm:spPr/>
    </dgm:pt>
    <dgm:pt modelId="{D1AAA287-E1AF-9946-AA96-77AD6193B1DD}" type="pres">
      <dgm:prSet presAssocID="{A2322D3A-7AC2-4C5C-9D7E-EAB2313D47D4}" presName="invisiNode" presStyleLbl="node1" presStyleIdx="4" presStyleCnt="5"/>
      <dgm:spPr/>
    </dgm:pt>
    <dgm:pt modelId="{916140F0-4F43-9F45-8310-FCCA12DDE514}" type="pres">
      <dgm:prSet presAssocID="{A2322D3A-7AC2-4C5C-9D7E-EAB2313D47D4}" presName="imagNode" presStyleLbl="fgImgPlace1" presStyleIdx="4" presStyleCnt="5" custScaleX="63106" custScaleY="63106"/>
      <dgm:spPr>
        <a:solidFill>
          <a:schemeClr val="accent1">
            <a:lumMod val="60000"/>
            <a:lumOff val="40000"/>
          </a:schemeClr>
        </a:solidFill>
        <a:ln>
          <a:noFill/>
        </a:ln>
      </dgm:spPr>
    </dgm:pt>
  </dgm:ptLst>
  <dgm:cxnLst>
    <dgm:cxn modelId="{F28D7702-2FC3-49BD-BB13-C989E5EE622A}" srcId="{0DD8915E-DC14-41D6-9BB5-F49E1C265163}" destId="{B1AFA1AF-0FF8-45B3-A6D0-0E255A2F637D}" srcOrd="1" destOrd="0" parTransId="{10C68AF5-481C-45AA-A216-8BBBB04515B9}" sibTransId="{88649F7A-400B-4056-965D-C9AC0B3AD942}"/>
    <dgm:cxn modelId="{A0077D09-C12C-46D0-8DF7-194B6911362A}" srcId="{0DD8915E-DC14-41D6-9BB5-F49E1C265163}" destId="{73D947E0-108F-4D20-A71E-3CF329F97212}" srcOrd="0" destOrd="0" parTransId="{9D249532-A24D-4D8F-848A-9F42F2E486C9}" sibTransId="{AE813459-65AB-4FA9-B717-330DDA6DFA4E}"/>
    <dgm:cxn modelId="{8994D20D-699B-6A45-8026-8CCE203E1BB5}" type="presOf" srcId="{73D947E0-108F-4D20-A71E-3CF329F97212}" destId="{7DA281F5-0265-2048-A63A-727E19796F79}" srcOrd="1" destOrd="0" presId="urn:microsoft.com/office/officeart/2005/8/layout/hList7"/>
    <dgm:cxn modelId="{C499AF16-4A28-D448-9A77-B8BAAF4098DA}" srcId="{E9682B4F-0217-4B50-923E-C104AA24290F}" destId="{566CA0B6-95FF-3A46-BF54-8E3C5843F883}" srcOrd="1" destOrd="0" parTransId="{C117508E-3024-E449-BAAE-1987AA32AD71}" sibTransId="{0B3040D4-47C6-DA43-932A-AD2F185F5C5E}"/>
    <dgm:cxn modelId="{F280AB1F-2993-9D47-BFDD-242B41F1F2AC}" type="presOf" srcId="{0EC0C300-11E4-45CF-8418-973585107209}" destId="{434ABADC-97F5-A547-823D-7594A86D79D3}" srcOrd="0" destOrd="1" presId="urn:microsoft.com/office/officeart/2005/8/layout/hList7"/>
    <dgm:cxn modelId="{E5D9CC1F-E58D-2F49-A249-EA553AC96459}" type="presOf" srcId="{50418D2B-9486-42DE-AFDD-1D31420040FF}" destId="{4DFF6703-D32F-9E47-96B8-A304C47CCB78}" srcOrd="0" destOrd="1" presId="urn:microsoft.com/office/officeart/2005/8/layout/hList7"/>
    <dgm:cxn modelId="{5A5BA622-5DEB-48B9-88D9-C1DE36C711E5}" srcId="{B1AFA1AF-0FF8-45B3-A6D0-0E255A2F637D}" destId="{50418D2B-9486-42DE-AFDD-1D31420040FF}" srcOrd="0" destOrd="0" parTransId="{D5A17F6B-93F5-442B-938A-0F38C281BE88}" sibTransId="{1D87A0A5-8024-4710-846B-D5BFAC785107}"/>
    <dgm:cxn modelId="{029E4233-DBFE-C64A-B874-B5F720CDE974}" type="presOf" srcId="{FEB4A941-E9FA-4A86-A673-85FF34B35F20}" destId="{9312E8E2-BBD1-104A-9F74-B0103AF69816}" srcOrd="1" destOrd="1" presId="urn:microsoft.com/office/officeart/2005/8/layout/hList7"/>
    <dgm:cxn modelId="{711E093C-AD42-45A4-8D40-A2D39702062E}" srcId="{A2322D3A-7AC2-4C5C-9D7E-EAB2313D47D4}" destId="{8FE81FEC-2664-411F-AEB3-065F29F52751}" srcOrd="0" destOrd="0" parTransId="{BCBC007E-0269-421B-9C41-DE26D5C3A822}" sibTransId="{80230EB7-7230-4881-A631-309C07417378}"/>
    <dgm:cxn modelId="{F4196061-8F22-F64C-80CC-9FC99308DC40}" type="presOf" srcId="{A2322D3A-7AC2-4C5C-9D7E-EAB2313D47D4}" destId="{AF3E8B43-0466-2941-94BF-5E057B356E82}" srcOrd="1" destOrd="0" presId="urn:microsoft.com/office/officeart/2005/8/layout/hList7"/>
    <dgm:cxn modelId="{71549A62-CAF4-BE45-851A-4CCE70CE64C3}" type="presOf" srcId="{4F85505A-81B6-4FDA-A144-900B71DAD946}" destId="{028C9BA8-C3B3-F947-915F-EE2FD2FCA9A5}" srcOrd="0" destOrd="0" presId="urn:microsoft.com/office/officeart/2005/8/layout/hList7"/>
    <dgm:cxn modelId="{5368DE64-FD22-024A-86AC-2607350C890A}" type="presOf" srcId="{AE813459-65AB-4FA9-B717-330DDA6DFA4E}" destId="{DF3C77F5-32F3-5845-BEE2-529229516397}" srcOrd="0" destOrd="0" presId="urn:microsoft.com/office/officeart/2005/8/layout/hList7"/>
    <dgm:cxn modelId="{0CDD0345-B9D9-564F-9C2A-594661BD7D44}" type="presOf" srcId="{73D947E0-108F-4D20-A71E-3CF329F97212}" destId="{8F8B275D-8553-0846-A316-484B7B291C97}" srcOrd="0" destOrd="0" presId="urn:microsoft.com/office/officeart/2005/8/layout/hList7"/>
    <dgm:cxn modelId="{80DC2967-0B8E-9442-A9E2-4F58C113FDCA}" type="presOf" srcId="{B1AFA1AF-0FF8-45B3-A6D0-0E255A2F637D}" destId="{4DFF6703-D32F-9E47-96B8-A304C47CCB78}" srcOrd="0" destOrd="0" presId="urn:microsoft.com/office/officeart/2005/8/layout/hList7"/>
    <dgm:cxn modelId="{FFD46F48-1601-3B48-AC95-844EF8053475}" type="presOf" srcId="{8FE81FEC-2664-411F-AEB3-065F29F52751}" destId="{73C20AF0-FA1E-3C4A-AD07-551A27BE2B92}" srcOrd="0" destOrd="1" presId="urn:microsoft.com/office/officeart/2005/8/layout/hList7"/>
    <dgm:cxn modelId="{946C164A-769F-8147-A19A-97A93F0144C2}" type="presOf" srcId="{566CA0B6-95FF-3A46-BF54-8E3C5843F883}" destId="{434ABADC-97F5-A547-823D-7594A86D79D3}" srcOrd="0" destOrd="2" presId="urn:microsoft.com/office/officeart/2005/8/layout/hList7"/>
    <dgm:cxn modelId="{FF82E56C-0E90-E648-A4FD-33776C71CA80}" type="presOf" srcId="{8FE81FEC-2664-411F-AEB3-065F29F52751}" destId="{AF3E8B43-0466-2941-94BF-5E057B356E82}" srcOrd="1" destOrd="1" presId="urn:microsoft.com/office/officeart/2005/8/layout/hList7"/>
    <dgm:cxn modelId="{F942F56C-9025-4AA1-9B36-C5AE0A93B0F5}" srcId="{4F85505A-81B6-4FDA-A144-900B71DAD946}" destId="{FEB4A941-E9FA-4A86-A673-85FF34B35F20}" srcOrd="0" destOrd="0" parTransId="{39522508-BC4E-4DD5-A744-AFEFFE36DB74}" sibTransId="{97624CC8-6315-4683-B26C-C30D552DA5A6}"/>
    <dgm:cxn modelId="{51563A4F-C0EB-47D6-B5BC-47A4E599AD4B}" srcId="{E9682B4F-0217-4B50-923E-C104AA24290F}" destId="{0EC0C300-11E4-45CF-8418-973585107209}" srcOrd="0" destOrd="0" parTransId="{1E4DD98E-100E-46B7-B24A-408BBF69E9FA}" sibTransId="{90FAB5D1-62B3-4FF6-A07D-EE607F529C32}"/>
    <dgm:cxn modelId="{D7846C52-051C-7E4A-8666-A7FC857AC117}" type="presOf" srcId="{4F85505A-81B6-4FDA-A144-900B71DAD946}" destId="{9312E8E2-BBD1-104A-9F74-B0103AF69816}" srcOrd="1" destOrd="0" presId="urn:microsoft.com/office/officeart/2005/8/layout/hList7"/>
    <dgm:cxn modelId="{2D633B56-E147-4EFC-B9EE-6C0413F329B0}" srcId="{0DD8915E-DC14-41D6-9BB5-F49E1C265163}" destId="{4F85505A-81B6-4FDA-A144-900B71DAD946}" srcOrd="3" destOrd="0" parTransId="{D9A96E25-7BBE-4DDD-8DDE-B4970D4340A8}" sibTransId="{68F74A88-49DC-44B1-BC0D-220A7B97601C}"/>
    <dgm:cxn modelId="{28690183-A8F8-5D4A-A0A0-F1EAC1F67584}" type="presOf" srcId="{E9682B4F-0217-4B50-923E-C104AA24290F}" destId="{BC636E4B-34B9-8543-A308-00E0D1B0D2F9}" srcOrd="1" destOrd="0" presId="urn:microsoft.com/office/officeart/2005/8/layout/hList7"/>
    <dgm:cxn modelId="{982C4584-ADB4-6A42-88C0-8DDE5CF3D3B6}" type="presOf" srcId="{FEB4A941-E9FA-4A86-A673-85FF34B35F20}" destId="{028C9BA8-C3B3-F947-915F-EE2FD2FCA9A5}" srcOrd="0" destOrd="1" presId="urn:microsoft.com/office/officeart/2005/8/layout/hList7"/>
    <dgm:cxn modelId="{C6485397-44AD-F347-A313-AE5F356648F1}" type="presOf" srcId="{50418D2B-9486-42DE-AFDD-1D31420040FF}" destId="{BA2077AD-A827-784F-87A6-E8E29A836D84}" srcOrd="1" destOrd="1" presId="urn:microsoft.com/office/officeart/2005/8/layout/hList7"/>
    <dgm:cxn modelId="{781B6FA0-0F00-0D41-8C2E-EA6A255C6967}" type="presOf" srcId="{0DD8915E-DC14-41D6-9BB5-F49E1C265163}" destId="{A34AE8AA-FDF7-FA40-BADC-6B62C2B1DE88}" srcOrd="0" destOrd="0" presId="urn:microsoft.com/office/officeart/2005/8/layout/hList7"/>
    <dgm:cxn modelId="{4AE39AA3-98A5-FD4F-B305-423319AE4156}" type="presOf" srcId="{0EC0C300-11E4-45CF-8418-973585107209}" destId="{BC636E4B-34B9-8543-A308-00E0D1B0D2F9}" srcOrd="1" destOrd="1" presId="urn:microsoft.com/office/officeart/2005/8/layout/hList7"/>
    <dgm:cxn modelId="{956B0EA6-B0CC-A04C-AAC4-2F46E14A46D0}" type="presOf" srcId="{E9682B4F-0217-4B50-923E-C104AA24290F}" destId="{434ABADC-97F5-A547-823D-7594A86D79D3}" srcOrd="0" destOrd="0" presId="urn:microsoft.com/office/officeart/2005/8/layout/hList7"/>
    <dgm:cxn modelId="{C85286A9-EA95-7947-BBAE-BB43E3CA7A09}" type="presOf" srcId="{30A490C8-22B4-4D68-875C-0F0DE2FF864D}" destId="{8F8B275D-8553-0846-A316-484B7B291C97}" srcOrd="0" destOrd="1" presId="urn:microsoft.com/office/officeart/2005/8/layout/hList7"/>
    <dgm:cxn modelId="{161425B1-9CC1-5A46-A6FE-66DDFF22F4E9}" type="presOf" srcId="{B1AFA1AF-0FF8-45B3-A6D0-0E255A2F637D}" destId="{BA2077AD-A827-784F-87A6-E8E29A836D84}" srcOrd="1" destOrd="0" presId="urn:microsoft.com/office/officeart/2005/8/layout/hList7"/>
    <dgm:cxn modelId="{E65110B9-3148-A843-8CC8-BF37AE44F247}" type="presOf" srcId="{A2322D3A-7AC2-4C5C-9D7E-EAB2313D47D4}" destId="{73C20AF0-FA1E-3C4A-AD07-551A27BE2B92}" srcOrd="0" destOrd="0" presId="urn:microsoft.com/office/officeart/2005/8/layout/hList7"/>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FA1B16D5-5FB5-2047-9831-030AE6F3EAE9}" type="presOf" srcId="{30A490C8-22B4-4D68-875C-0F0DE2FF864D}" destId="{7DA281F5-0265-2048-A63A-727E19796F79}" srcOrd="1" destOrd="1" presId="urn:microsoft.com/office/officeart/2005/8/layout/hList7"/>
    <dgm:cxn modelId="{F1B56DD8-8FEA-344A-B6E7-D10401E3F2E3}" type="presOf" srcId="{B8632E42-D7EB-4C31-877E-6F1B2801851A}" destId="{9BFD88E3-0F90-7143-8807-6B030CF54283}" srcOrd="0" destOrd="0" presId="urn:microsoft.com/office/officeart/2005/8/layout/hList7"/>
    <dgm:cxn modelId="{921076E0-4A47-034F-AF33-2E67CCE6BD8C}" type="presOf" srcId="{566CA0B6-95FF-3A46-BF54-8E3C5843F883}" destId="{BC636E4B-34B9-8543-A308-00E0D1B0D2F9}" srcOrd="1" destOrd="2" presId="urn:microsoft.com/office/officeart/2005/8/layout/hList7"/>
    <dgm:cxn modelId="{7B012CF3-9916-9C42-A389-6EC30575190C}" type="presOf" srcId="{88649F7A-400B-4056-965D-C9AC0B3AD942}" destId="{56C7F139-002F-DF46-BB7F-23A563E7CE98}" srcOrd="0" destOrd="0" presId="urn:microsoft.com/office/officeart/2005/8/layout/hList7"/>
    <dgm:cxn modelId="{AB9B77F3-E113-9F42-AD26-5199BE35195A}" type="presOf" srcId="{68F74A88-49DC-44B1-BC0D-220A7B97601C}" destId="{849C45A5-41B7-C14C-8FCB-1F684E015BD4}" srcOrd="0" destOrd="0" presId="urn:microsoft.com/office/officeart/2005/8/layout/hList7"/>
    <dgm:cxn modelId="{E225472C-E3EE-2149-B941-7817CA44471E}" type="presParOf" srcId="{A34AE8AA-FDF7-FA40-BADC-6B62C2B1DE88}" destId="{2107607C-A87A-3347-81F6-106C527DBD58}" srcOrd="0" destOrd="0" presId="urn:microsoft.com/office/officeart/2005/8/layout/hList7"/>
    <dgm:cxn modelId="{F943B65C-83A1-794F-8716-82D6E9B90BCD}" type="presParOf" srcId="{A34AE8AA-FDF7-FA40-BADC-6B62C2B1DE88}" destId="{0955960D-7F7D-E54C-8843-B1DBEEBFB364}" srcOrd="1" destOrd="0" presId="urn:microsoft.com/office/officeart/2005/8/layout/hList7"/>
    <dgm:cxn modelId="{001D4585-DEB8-A543-8A40-05E8ABC28C57}" type="presParOf" srcId="{0955960D-7F7D-E54C-8843-B1DBEEBFB364}" destId="{81155D12-3CC8-3D49-B0F3-3C84AC48510A}" srcOrd="0" destOrd="0" presId="urn:microsoft.com/office/officeart/2005/8/layout/hList7"/>
    <dgm:cxn modelId="{1580EBFB-09CE-F344-8C03-5CB3CBE5AC98}" type="presParOf" srcId="{81155D12-3CC8-3D49-B0F3-3C84AC48510A}" destId="{8F8B275D-8553-0846-A316-484B7B291C97}" srcOrd="0" destOrd="0" presId="urn:microsoft.com/office/officeart/2005/8/layout/hList7"/>
    <dgm:cxn modelId="{842F04B3-A619-A54C-B547-B6C38B4FB951}" type="presParOf" srcId="{81155D12-3CC8-3D49-B0F3-3C84AC48510A}" destId="{7DA281F5-0265-2048-A63A-727E19796F79}" srcOrd="1" destOrd="0" presId="urn:microsoft.com/office/officeart/2005/8/layout/hList7"/>
    <dgm:cxn modelId="{08E39789-DE12-C44D-B363-AFAA969CE1E8}" type="presParOf" srcId="{81155D12-3CC8-3D49-B0F3-3C84AC48510A}" destId="{79A13FEB-C61A-0346-824D-E0457CC5B4C9}" srcOrd="2" destOrd="0" presId="urn:microsoft.com/office/officeart/2005/8/layout/hList7"/>
    <dgm:cxn modelId="{B88ECEE4-BA18-F649-9EFE-5FE2A1375A58}" type="presParOf" srcId="{81155D12-3CC8-3D49-B0F3-3C84AC48510A}" destId="{A126BA88-D0F9-AF4A-A7BA-0638E32B45F8}" srcOrd="3" destOrd="0" presId="urn:microsoft.com/office/officeart/2005/8/layout/hList7"/>
    <dgm:cxn modelId="{9B673E09-6E30-B544-9BA9-85CCFB26FC2F}" type="presParOf" srcId="{0955960D-7F7D-E54C-8843-B1DBEEBFB364}" destId="{DF3C77F5-32F3-5845-BEE2-529229516397}" srcOrd="1" destOrd="0" presId="urn:microsoft.com/office/officeart/2005/8/layout/hList7"/>
    <dgm:cxn modelId="{196FFE95-C277-344C-94D6-9114A085054E}" type="presParOf" srcId="{0955960D-7F7D-E54C-8843-B1DBEEBFB364}" destId="{16FC6348-B601-E348-A50F-7576C3DDD207}" srcOrd="2" destOrd="0" presId="urn:microsoft.com/office/officeart/2005/8/layout/hList7"/>
    <dgm:cxn modelId="{2BE2AAA5-6ADF-8C4D-955F-3EB733D7C5EB}" type="presParOf" srcId="{16FC6348-B601-E348-A50F-7576C3DDD207}" destId="{4DFF6703-D32F-9E47-96B8-A304C47CCB78}" srcOrd="0" destOrd="0" presId="urn:microsoft.com/office/officeart/2005/8/layout/hList7"/>
    <dgm:cxn modelId="{17073BDD-1BB2-3E40-B5F3-DB2DD27B70C8}" type="presParOf" srcId="{16FC6348-B601-E348-A50F-7576C3DDD207}" destId="{BA2077AD-A827-784F-87A6-E8E29A836D84}" srcOrd="1" destOrd="0" presId="urn:microsoft.com/office/officeart/2005/8/layout/hList7"/>
    <dgm:cxn modelId="{6756D7D8-C48B-024A-9259-CD45C2E2D6F3}" type="presParOf" srcId="{16FC6348-B601-E348-A50F-7576C3DDD207}" destId="{47276A48-75DE-FE4F-B4C6-8B77CF2957C3}" srcOrd="2" destOrd="0" presId="urn:microsoft.com/office/officeart/2005/8/layout/hList7"/>
    <dgm:cxn modelId="{68916BF1-7696-DF4C-AE9A-90DA1528D867}" type="presParOf" srcId="{16FC6348-B601-E348-A50F-7576C3DDD207}" destId="{EFEB790C-BD5C-F54D-9993-F81422A8AD8E}" srcOrd="3" destOrd="0" presId="urn:microsoft.com/office/officeart/2005/8/layout/hList7"/>
    <dgm:cxn modelId="{68673533-5457-724A-BD79-21053E0C5583}" type="presParOf" srcId="{0955960D-7F7D-E54C-8843-B1DBEEBFB364}" destId="{56C7F139-002F-DF46-BB7F-23A563E7CE98}" srcOrd="3" destOrd="0" presId="urn:microsoft.com/office/officeart/2005/8/layout/hList7"/>
    <dgm:cxn modelId="{EDA12534-DD6F-3D46-A33C-D2D3C096E217}" type="presParOf" srcId="{0955960D-7F7D-E54C-8843-B1DBEEBFB364}" destId="{91E3D51E-7AB8-6349-A1D0-02F993052AB3}" srcOrd="4" destOrd="0" presId="urn:microsoft.com/office/officeart/2005/8/layout/hList7"/>
    <dgm:cxn modelId="{98E12192-EF84-5E4E-8F7C-7D4B0E3B0CFB}" type="presParOf" srcId="{91E3D51E-7AB8-6349-A1D0-02F993052AB3}" destId="{434ABADC-97F5-A547-823D-7594A86D79D3}" srcOrd="0" destOrd="0" presId="urn:microsoft.com/office/officeart/2005/8/layout/hList7"/>
    <dgm:cxn modelId="{35A4D817-35C8-574E-BAE7-28EAD8E80E9E}" type="presParOf" srcId="{91E3D51E-7AB8-6349-A1D0-02F993052AB3}" destId="{BC636E4B-34B9-8543-A308-00E0D1B0D2F9}" srcOrd="1" destOrd="0" presId="urn:microsoft.com/office/officeart/2005/8/layout/hList7"/>
    <dgm:cxn modelId="{3F7650F7-8ADF-1647-ABCA-EDB62D6E6F07}" type="presParOf" srcId="{91E3D51E-7AB8-6349-A1D0-02F993052AB3}" destId="{073A77BB-E8BD-4B4C-BFA2-7B530A2B3199}" srcOrd="2" destOrd="0" presId="urn:microsoft.com/office/officeart/2005/8/layout/hList7"/>
    <dgm:cxn modelId="{A4C178E9-5B35-8046-AEA4-07EA064D48EC}" type="presParOf" srcId="{91E3D51E-7AB8-6349-A1D0-02F993052AB3}" destId="{CC076D56-4BB0-7246-9039-788AB439DAF0}" srcOrd="3" destOrd="0" presId="urn:microsoft.com/office/officeart/2005/8/layout/hList7"/>
    <dgm:cxn modelId="{23300555-E195-7745-8EAA-13C1C3D64096}" type="presParOf" srcId="{0955960D-7F7D-E54C-8843-B1DBEEBFB364}" destId="{9BFD88E3-0F90-7143-8807-6B030CF54283}" srcOrd="5" destOrd="0" presId="urn:microsoft.com/office/officeart/2005/8/layout/hList7"/>
    <dgm:cxn modelId="{67E0177E-2C5D-D84A-B206-DF756AC265E2}" type="presParOf" srcId="{0955960D-7F7D-E54C-8843-B1DBEEBFB364}" destId="{900296CF-6A25-E746-A345-792DBE36F92C}" srcOrd="6" destOrd="0" presId="urn:microsoft.com/office/officeart/2005/8/layout/hList7"/>
    <dgm:cxn modelId="{17F234B6-5CB2-694A-AE40-2EC7B6989025}" type="presParOf" srcId="{900296CF-6A25-E746-A345-792DBE36F92C}" destId="{028C9BA8-C3B3-F947-915F-EE2FD2FCA9A5}" srcOrd="0" destOrd="0" presId="urn:microsoft.com/office/officeart/2005/8/layout/hList7"/>
    <dgm:cxn modelId="{A078F003-3C00-6845-9EBD-2DC195EA7E87}" type="presParOf" srcId="{900296CF-6A25-E746-A345-792DBE36F92C}" destId="{9312E8E2-BBD1-104A-9F74-B0103AF69816}" srcOrd="1" destOrd="0" presId="urn:microsoft.com/office/officeart/2005/8/layout/hList7"/>
    <dgm:cxn modelId="{3E327DED-A1BA-5F40-88C6-420128E7987E}" type="presParOf" srcId="{900296CF-6A25-E746-A345-792DBE36F92C}" destId="{A0D6F489-540A-D44E-B596-6A182486B777}" srcOrd="2" destOrd="0" presId="urn:microsoft.com/office/officeart/2005/8/layout/hList7"/>
    <dgm:cxn modelId="{E331C05D-ABEF-784B-867C-9DAD3D7B0BF6}" type="presParOf" srcId="{900296CF-6A25-E746-A345-792DBE36F92C}" destId="{FDF2BC93-305C-D94B-A6C2-ED9CE7F40C2F}" srcOrd="3" destOrd="0" presId="urn:microsoft.com/office/officeart/2005/8/layout/hList7"/>
    <dgm:cxn modelId="{484D29F2-E93B-0044-AD3C-1B7FAE119D86}" type="presParOf" srcId="{0955960D-7F7D-E54C-8843-B1DBEEBFB364}" destId="{849C45A5-41B7-C14C-8FCB-1F684E015BD4}" srcOrd="7" destOrd="0" presId="urn:microsoft.com/office/officeart/2005/8/layout/hList7"/>
    <dgm:cxn modelId="{4D63AED0-BB7F-5648-A588-8D3CD77EDA47}" type="presParOf" srcId="{0955960D-7F7D-E54C-8843-B1DBEEBFB364}" destId="{CFB52331-3A90-8741-B893-154B21972CAC}" srcOrd="8" destOrd="0" presId="urn:microsoft.com/office/officeart/2005/8/layout/hList7"/>
    <dgm:cxn modelId="{3916CD4F-7FBF-D443-9D5A-2C269D38B5A1}" type="presParOf" srcId="{CFB52331-3A90-8741-B893-154B21972CAC}" destId="{73C20AF0-FA1E-3C4A-AD07-551A27BE2B92}" srcOrd="0" destOrd="0" presId="urn:microsoft.com/office/officeart/2005/8/layout/hList7"/>
    <dgm:cxn modelId="{793DE385-E18B-AB41-A417-ABB42E569007}" type="presParOf" srcId="{CFB52331-3A90-8741-B893-154B21972CAC}" destId="{AF3E8B43-0466-2941-94BF-5E057B356E82}" srcOrd="1" destOrd="0" presId="urn:microsoft.com/office/officeart/2005/8/layout/hList7"/>
    <dgm:cxn modelId="{C7FDE2A3-85A4-B144-B32C-7C9903F03EC5}" type="presParOf" srcId="{CFB52331-3A90-8741-B893-154B21972CAC}" destId="{D1AAA287-E1AF-9946-AA96-77AD6193B1DD}" srcOrd="2" destOrd="0" presId="urn:microsoft.com/office/officeart/2005/8/layout/hList7"/>
    <dgm:cxn modelId="{2241BB10-0DBA-6B41-9DA1-14E15CF8B34C}" type="presParOf" srcId="{CFB52331-3A90-8741-B893-154B21972CAC}" destId="{916140F0-4F43-9F45-8310-FCCA12DDE514}"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A24E01-5535-46B9-A9A1-A9A07E639A88}" type="doc">
      <dgm:prSet loTypeId="urn:microsoft.com/office/officeart/2017/3/layout/DropPinTimeline#1" loCatId="timeline" qsTypeId="urn:microsoft.com/office/officeart/2005/8/quickstyle/simple1" qsCatId="simple" csTypeId="urn:microsoft.com/office/officeart/2005/8/colors/accent2_5" csCatId="accent2" phldr="1"/>
      <dgm:spPr/>
      <dgm:t>
        <a:bodyPr rtlCol="0"/>
        <a:lstStyle/>
        <a:p>
          <a:pPr rtl="0"/>
          <a:endParaRPr lang="en-US"/>
        </a:p>
      </dgm:t>
    </dgm:pt>
    <dgm:pt modelId="{DF1ABFB3-B399-406F-91BD-DCDF9A38526B}">
      <dgm:prSet phldrT="[Text]" phldr="0"/>
      <dgm:spPr/>
      <dgm:t>
        <a:bodyPr rtlCol="0"/>
        <a:lstStyle/>
        <a:p>
          <a:r>
            <a:rPr lang="vi-VN" b="0" noProof="0" dirty="0" err="1">
              <a:solidFill>
                <a:schemeClr val="bg1"/>
              </a:solidFill>
              <a:latin typeface="Arial" panose="020B0604020202020204" pitchFamily="34" charset="0"/>
              <a:cs typeface="Arial" panose="020B0604020202020204" pitchFamily="34" charset="0"/>
            </a:rPr>
            <a:t>Triển</a:t>
          </a:r>
          <a:r>
            <a:rPr lang="vi-VN" b="0" noProof="0" dirty="0">
              <a:solidFill>
                <a:schemeClr val="bg1"/>
              </a:solidFill>
              <a:latin typeface="Arial" panose="020B0604020202020204" pitchFamily="34" charset="0"/>
              <a:cs typeface="Arial" panose="020B0604020202020204" pitchFamily="34" charset="0"/>
            </a:rPr>
            <a:t> khai </a:t>
          </a:r>
          <a:r>
            <a:rPr lang="vi-VN" b="0" noProof="0" dirty="0" err="1">
              <a:solidFill>
                <a:schemeClr val="bg1"/>
              </a:solidFill>
              <a:latin typeface="Arial" panose="020B0604020202020204" pitchFamily="34" charset="0"/>
              <a:cs typeface="Arial" panose="020B0604020202020204" pitchFamily="34" charset="0"/>
            </a:rPr>
            <a:t>các</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mạng</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chiến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lược</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với</a:t>
          </a:r>
          <a:r>
            <a:rPr lang="vi-VN" b="0" noProof="0" dirty="0">
              <a:solidFill>
                <a:schemeClr val="bg1"/>
              </a:solidFill>
              <a:latin typeface="Arial" panose="020B0604020202020204" pitchFamily="34" charset="0"/>
              <a:cs typeface="Arial" panose="020B0604020202020204" pitchFamily="34" charset="0"/>
            </a:rPr>
            <a:t> nhu </a:t>
          </a:r>
          <a:r>
            <a:rPr lang="vi-VN" b="0" noProof="0" dirty="0" err="1">
              <a:solidFill>
                <a:schemeClr val="bg1"/>
              </a:solidFill>
              <a:latin typeface="Arial" panose="020B0604020202020204" pitchFamily="34" charset="0"/>
              <a:cs typeface="Arial" panose="020B0604020202020204" pitchFamily="34" charset="0"/>
            </a:rPr>
            <a:t>cầu</a:t>
          </a:r>
          <a:r>
            <a:rPr lang="vi-VN" b="0" noProof="0" dirty="0">
              <a:solidFill>
                <a:schemeClr val="bg1"/>
              </a:solidFill>
              <a:latin typeface="Arial" panose="020B0604020202020204" pitchFamily="34" charset="0"/>
              <a:cs typeface="Arial" panose="020B0604020202020204" pitchFamily="34" charset="0"/>
            </a:rPr>
            <a:t> kinh doanh </a:t>
          </a:r>
          <a:r>
            <a:rPr lang="vi-VN" b="0" noProof="0" dirty="0" err="1">
              <a:solidFill>
                <a:schemeClr val="bg1"/>
              </a:solidFill>
              <a:latin typeface="Arial" panose="020B0604020202020204" pitchFamily="34" charset="0"/>
              <a:cs typeface="Arial" panose="020B0604020202020204" pitchFamily="34" charset="0"/>
            </a:rPr>
            <a:t>điện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tử</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hấp</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dẫn</a:t>
          </a:r>
          <a:endParaRPr lang="vi-VN" b="1" noProof="0" dirty="0">
            <a:solidFill>
              <a:schemeClr val="bg1"/>
            </a:solidFill>
            <a:latin typeface="Arial" panose="020B0604020202020204" pitchFamily="34" charset="0"/>
            <a:cs typeface="Arial" panose="020B0604020202020204" pitchFamily="34" charset="0"/>
          </a:endParaRPr>
        </a:p>
      </dgm:t>
    </dgm:pt>
    <dgm:pt modelId="{78CB0E27-958C-4066-A189-8B36505E8204}" type="parTrans" cxnId="{15319551-A9EA-462E-845B-E5251E84291F}">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70E4A1D3-514E-4327-991D-5CC9C6B41885}" type="sibTrans" cxnId="{15319551-A9EA-462E-845B-E5251E84291F}">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58FF46FB-368D-4E9C-A650-0513B8879DA8}">
      <dgm:prSet phldr="0"/>
      <dgm:spPr/>
      <dgm:t>
        <a:bodyPr rtlCol="0"/>
        <a:lstStyle/>
        <a:p>
          <a:pPr>
            <a:defRPr b="1"/>
          </a:pPr>
          <a:r>
            <a:rPr lang="vi-VN" b="1" noProof="0" dirty="0">
              <a:solidFill>
                <a:schemeClr val="bg1"/>
              </a:solidFill>
              <a:latin typeface="Arial" panose="020B0604020202020204" pitchFamily="34" charset="0"/>
              <a:cs typeface="Arial" panose="020B0604020202020204" pitchFamily="34" charset="0"/>
            </a:rPr>
            <a:t>Thg9 20XX</a:t>
          </a:r>
        </a:p>
      </dgm:t>
    </dgm:pt>
    <dgm:pt modelId="{11DFA284-5E99-474D-BF05-364A45269DC7}" type="parTrans" cxnId="{C5645B39-CB65-4A0A-B369-E455C3B827C3}">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CFA40740-0682-470C-AD5A-CFF53CD12BD2}" type="sibTrans" cxnId="{C5645B39-CB65-4A0A-B369-E455C3B827C3}">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9A875394-CA1E-4432-AEEB-9054FCFF5E0E}">
      <dgm:prSet phldr="0"/>
      <dgm:spPr/>
      <dgm:t>
        <a:bodyPr rtlCol="0"/>
        <a:lstStyle/>
        <a:p>
          <a:r>
            <a:rPr lang="vi-VN" b="0" noProof="0" dirty="0" err="1">
              <a:solidFill>
                <a:schemeClr val="bg1"/>
              </a:solidFill>
              <a:latin typeface="Arial" panose="020B0604020202020204" pitchFamily="34" charset="0"/>
              <a:cs typeface="Arial" panose="020B0604020202020204" pitchFamily="34" charset="0"/>
            </a:rPr>
            <a:t>Hợp</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lực</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hóa</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có</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thể</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mở</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rộng</a:t>
          </a:r>
          <a:br>
            <a:rPr lang="vi-VN" b="0" noProof="0" dirty="0">
              <a:solidFill>
                <a:schemeClr val="bg1"/>
              </a:solidFill>
              <a:latin typeface="Arial" panose="020B0604020202020204" pitchFamily="34" charset="0"/>
              <a:cs typeface="Arial" panose="020B0604020202020204" pitchFamily="34" charset="0"/>
            </a:rPr>
          </a:br>
          <a:r>
            <a:rPr lang="vi-VN" b="0" noProof="0" dirty="0">
              <a:solidFill>
                <a:schemeClr val="bg1"/>
              </a:solidFill>
              <a:latin typeface="Arial" panose="020B0604020202020204" pitchFamily="34" charset="0"/>
              <a:cs typeface="Arial" panose="020B0604020202020204" pitchFamily="34" charset="0"/>
            </a:rPr>
            <a:t>thương </a:t>
          </a:r>
          <a:r>
            <a:rPr lang="vi-VN" b="0" noProof="0" dirty="0" err="1">
              <a:solidFill>
                <a:schemeClr val="bg1"/>
              </a:solidFill>
              <a:latin typeface="Arial" panose="020B0604020202020204" pitchFamily="34" charset="0"/>
              <a:cs typeface="Arial" panose="020B0604020202020204" pitchFamily="34" charset="0"/>
            </a:rPr>
            <a:t>mại</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điện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tử</a:t>
          </a:r>
          <a:endParaRPr lang="vi-VN" b="0" noProof="0" dirty="0">
            <a:solidFill>
              <a:schemeClr val="bg1"/>
            </a:solidFill>
            <a:latin typeface="Arial" panose="020B0604020202020204" pitchFamily="34" charset="0"/>
            <a:cs typeface="Arial" panose="020B0604020202020204" pitchFamily="34" charset="0"/>
          </a:endParaRPr>
        </a:p>
      </dgm:t>
    </dgm:pt>
    <dgm:pt modelId="{FCC92BDD-6EA3-421D-9DA8-7D3A12D003B6}" type="parTrans" cxnId="{B659504B-18E4-4D89-A17C-34ABB280AE52}">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0314452B-82A0-42F4-9551-DF00CFFC3580}" type="sibTrans" cxnId="{B659504B-18E4-4D89-A17C-34ABB280AE52}">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D05E1923-5021-40F7-B4EF-E582E23A699D}">
      <dgm:prSet phldr="0"/>
      <dgm:spPr/>
      <dgm:t>
        <a:bodyPr rtlCol="0"/>
        <a:lstStyle/>
        <a:p>
          <a:pPr>
            <a:defRPr b="1"/>
          </a:pPr>
          <a:r>
            <a:rPr lang="vi-VN" b="1" noProof="0" dirty="0">
              <a:solidFill>
                <a:schemeClr val="bg1"/>
              </a:solidFill>
              <a:latin typeface="Arial" panose="020B0604020202020204" pitchFamily="34" charset="0"/>
              <a:cs typeface="Arial" panose="020B0604020202020204" pitchFamily="34" charset="0"/>
            </a:rPr>
            <a:t>Thg11 20XX</a:t>
          </a:r>
        </a:p>
      </dgm:t>
    </dgm:pt>
    <dgm:pt modelId="{FD6C5CD2-9CED-4BE6-89CD-A5A5CCE63B3E}" type="parTrans" cxnId="{72C4D6D9-419A-42C1-A76D-84599F65BB08}">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F020958C-EF86-4274-85F9-318F2792F7B6}" type="sibTrans" cxnId="{72C4D6D9-419A-42C1-A76D-84599F65BB08}">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579089A8-5362-4BA4-9163-D19228C1808F}">
      <dgm:prSet phldr="0"/>
      <dgm:spPr/>
      <dgm:t>
        <a:bodyPr rtlCol="0"/>
        <a:lstStyle/>
        <a:p>
          <a:r>
            <a:rPr lang="vi-VN" b="0" noProof="0" dirty="0" err="1">
              <a:solidFill>
                <a:schemeClr val="bg1"/>
              </a:solidFill>
              <a:latin typeface="Arial" panose="020B0604020202020204" pitchFamily="34" charset="0"/>
              <a:cs typeface="Arial" panose="020B0604020202020204" pitchFamily="34" charset="0"/>
            </a:rPr>
            <a:t>Phổ</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biến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các</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số</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liệu</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được</a:t>
          </a:r>
          <a:r>
            <a:rPr lang="vi-VN" b="0" noProof="0" dirty="0">
              <a:solidFill>
                <a:schemeClr val="bg1"/>
              </a:solidFill>
              <a:latin typeface="Arial" panose="020B0604020202020204" pitchFamily="34" charset="0"/>
              <a:cs typeface="Arial" panose="020B0604020202020204" pitchFamily="34" charset="0"/>
            </a:rPr>
            <a:t> tiêu </a:t>
          </a:r>
          <a:r>
            <a:rPr lang="vi-VN" b="0" noProof="0" dirty="0" err="1">
              <a:solidFill>
                <a:schemeClr val="bg1"/>
              </a:solidFill>
              <a:latin typeface="Arial" panose="020B0604020202020204" pitchFamily="34" charset="0"/>
              <a:cs typeface="Arial" panose="020B0604020202020204" pitchFamily="34" charset="0"/>
            </a:rPr>
            <a:t>chuẩn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hóa</a:t>
          </a:r>
          <a:endParaRPr lang="vi-VN" b="0" noProof="0" dirty="0">
            <a:solidFill>
              <a:schemeClr val="bg1"/>
            </a:solidFill>
            <a:latin typeface="Arial" panose="020B0604020202020204" pitchFamily="34" charset="0"/>
            <a:cs typeface="Arial" panose="020B0604020202020204" pitchFamily="34" charset="0"/>
          </a:endParaRPr>
        </a:p>
      </dgm:t>
    </dgm:pt>
    <dgm:pt modelId="{FB2DEB6E-B29F-4E51-960A-23ECC62EBF38}" type="parTrans" cxnId="{4876CF51-F110-4E25-8FD4-08D25B4B0AB8}">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1C5328B1-AC18-4CF7-A034-BB0592F4A2A1}" type="sibTrans" cxnId="{4876CF51-F110-4E25-8FD4-08D25B4B0AB8}">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FA8F44BD-C8C7-462C-9756-1EC498E86842}">
      <dgm:prSet phldr="0"/>
      <dgm:spPr/>
      <dgm:t>
        <a:bodyPr rtlCol="0"/>
        <a:lstStyle/>
        <a:p>
          <a:pPr>
            <a:defRPr b="1"/>
          </a:pPr>
          <a:r>
            <a:rPr lang="vi-VN" b="1" noProof="0" dirty="0">
              <a:solidFill>
                <a:schemeClr val="bg1"/>
              </a:solidFill>
              <a:latin typeface="Arial" panose="020B0604020202020204" pitchFamily="34" charset="0"/>
              <a:cs typeface="Arial" panose="020B0604020202020204" pitchFamily="34" charset="0"/>
            </a:rPr>
            <a:t>Thg1 20XX</a:t>
          </a:r>
        </a:p>
      </dgm:t>
    </dgm:pt>
    <dgm:pt modelId="{F47063EE-4B58-4EDE-A4F2-A4BD81B82F21}" type="parTrans" cxnId="{0D51BD2E-4619-469B-B233-EBAC3D4D0BA6}">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8C8A9736-03DA-4B1C-A590-10B4AD89452B}" type="sibTrans" cxnId="{0D51BD2E-4619-469B-B233-EBAC3D4D0BA6}">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EFEB4D61-3A9C-4140-977F-3C3F5C9EE9D1}">
      <dgm:prSet phldr="0"/>
      <dgm:spPr/>
      <dgm:t>
        <a:bodyPr rtlCol="0"/>
        <a:lstStyle/>
        <a:p>
          <a:r>
            <a:rPr lang="vi-VN" b="0" noProof="0" dirty="0" err="1">
              <a:solidFill>
                <a:schemeClr val="bg1"/>
              </a:solidFill>
              <a:latin typeface="Arial" panose="020B0604020202020204" pitchFamily="34" charset="0"/>
              <a:cs typeface="Arial" panose="020B0604020202020204" pitchFamily="34" charset="0"/>
            </a:rPr>
            <a:t>Phối</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hợp</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các</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ứng</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dụng</a:t>
          </a:r>
          <a:r>
            <a:rPr lang="vi-VN" b="0" noProof="0" dirty="0">
              <a:solidFill>
                <a:schemeClr val="bg1"/>
              </a:solidFill>
              <a:latin typeface="Arial" panose="020B0604020202020204" pitchFamily="34" charset="0"/>
              <a:cs typeface="Arial" panose="020B0604020202020204" pitchFamily="34" charset="0"/>
            </a:rPr>
            <a:t> kinh doanh </a:t>
          </a:r>
          <a:r>
            <a:rPr lang="vi-VN" b="0" noProof="0" dirty="0" err="1">
              <a:solidFill>
                <a:schemeClr val="bg1"/>
              </a:solidFill>
              <a:latin typeface="Arial" panose="020B0604020202020204" pitchFamily="34" charset="0"/>
              <a:cs typeface="Arial" panose="020B0604020202020204" pitchFamily="34" charset="0"/>
            </a:rPr>
            <a:t>điện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tử</a:t>
          </a:r>
          <a:endParaRPr lang="vi-VN" b="0" noProof="0" dirty="0">
            <a:solidFill>
              <a:schemeClr val="bg1"/>
            </a:solidFill>
            <a:latin typeface="Arial" panose="020B0604020202020204" pitchFamily="34" charset="0"/>
            <a:cs typeface="Arial" panose="020B0604020202020204" pitchFamily="34" charset="0"/>
          </a:endParaRPr>
        </a:p>
      </dgm:t>
    </dgm:pt>
    <dgm:pt modelId="{57D352E4-0431-4F68-B8F1-61BFA34799AA}" type="parTrans" cxnId="{1B32EF2C-9DB5-4504-A9DA-B4956CC00208}">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0ECC32B6-1E7C-4AA4-9DBF-D69B7C5E64A9}" type="sibTrans" cxnId="{1B32EF2C-9DB5-4504-A9DA-B4956CC00208}">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8BAB5E6F-A65E-41DB-A296-0818B0E49F7C}">
      <dgm:prSet phldr="0"/>
      <dgm:spPr/>
      <dgm:t>
        <a:bodyPr rtlCol="0"/>
        <a:lstStyle/>
        <a:p>
          <a:pPr>
            <a:defRPr b="1"/>
          </a:pPr>
          <a:r>
            <a:rPr lang="vi-VN" b="1" noProof="0" dirty="0" err="1">
              <a:solidFill>
                <a:schemeClr val="bg1"/>
              </a:solidFill>
              <a:latin typeface="Arial" panose="020B0604020202020204" pitchFamily="34" charset="0"/>
              <a:cs typeface="Arial" panose="020B0604020202020204" pitchFamily="34" charset="0"/>
            </a:rPr>
            <a:t>Tháng</a:t>
          </a:r>
          <a:r>
            <a:rPr lang="vi-VN" b="1" noProof="0" dirty="0">
              <a:solidFill>
                <a:schemeClr val="bg1"/>
              </a:solidFill>
              <a:latin typeface="Arial" panose="020B0604020202020204" pitchFamily="34" charset="0"/>
              <a:cs typeface="Arial" panose="020B0604020202020204" pitchFamily="34" charset="0"/>
            </a:rPr>
            <a:t> Ba 20XX</a:t>
          </a:r>
        </a:p>
      </dgm:t>
    </dgm:pt>
    <dgm:pt modelId="{886842C6-3EFC-4BE7-B417-415595758830}" type="parTrans" cxnId="{66B49C6C-FAFD-47B4-BF22-05A295C23D4E}">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B407F4C3-8FC9-4E91-A0EC-6B33713CC9A5}" type="sibTrans" cxnId="{66B49C6C-FAFD-47B4-BF22-05A295C23D4E}">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332BC85C-1CF3-4F8F-ACB7-5B6D53744AE1}">
      <dgm:prSet phldr="0"/>
      <dgm:spPr/>
      <dgm:t>
        <a:bodyPr rtlCol="0"/>
        <a:lstStyle/>
        <a:p>
          <a:r>
            <a:rPr lang="vi-VN" b="0" noProof="0" dirty="0" err="1">
              <a:solidFill>
                <a:schemeClr val="bg1"/>
              </a:solidFill>
              <a:latin typeface="Arial" panose="020B0604020202020204" pitchFamily="34" charset="0"/>
              <a:cs typeface="Arial" panose="020B0604020202020204" pitchFamily="34" charset="0"/>
            </a:rPr>
            <a:t>Khuyến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khích</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các</a:t>
          </a:r>
          <a:r>
            <a:rPr lang="vi-VN" b="0" noProof="0" dirty="0">
              <a:solidFill>
                <a:schemeClr val="bg1"/>
              </a:solidFill>
              <a:latin typeface="Arial" panose="020B0604020202020204" pitchFamily="34" charset="0"/>
              <a:cs typeface="Arial" panose="020B0604020202020204" pitchFamily="34" charset="0"/>
            </a:rPr>
            <a:t> phương </a:t>
          </a:r>
          <a:r>
            <a:rPr lang="vi-VN" b="0" noProof="0" dirty="0" err="1">
              <a:solidFill>
                <a:schemeClr val="bg1"/>
              </a:solidFill>
              <a:latin typeface="Arial" panose="020B0604020202020204" pitchFamily="34" charset="0"/>
              <a:cs typeface="Arial" panose="020B0604020202020204" pitchFamily="34" charset="0"/>
            </a:rPr>
            <a:t>pháp</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luận</a:t>
          </a:r>
          <a:r>
            <a:rPr lang="vi-VN" b="0" noProof="0" dirty="0">
              <a:solidFill>
                <a:schemeClr val="bg1"/>
              </a:solidFill>
              <a:latin typeface="Arial" panose="020B0604020202020204" pitchFamily="34" charset="0"/>
              <a:cs typeface="Arial" panose="020B0604020202020204" pitchFamily="34" charset="0"/>
            </a:rPr>
            <a:t> ưu </a:t>
          </a:r>
          <a:r>
            <a:rPr lang="vi-VN" b="0" noProof="0" dirty="0" err="1">
              <a:solidFill>
                <a:schemeClr val="bg1"/>
              </a:solidFill>
              <a:latin typeface="Arial" panose="020B0604020202020204" pitchFamily="34" charset="0"/>
              <a:cs typeface="Arial" panose="020B0604020202020204" pitchFamily="34" charset="0"/>
            </a:rPr>
            <a:t>việt</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toàn</a:t>
          </a:r>
          <a:r>
            <a:rPr lang="vi-VN" b="0" noProof="0" dirty="0">
              <a:solidFill>
                <a:schemeClr val="bg1"/>
              </a:solidFill>
              <a:latin typeface="Arial" panose="020B0604020202020204" pitchFamily="34" charset="0"/>
              <a:cs typeface="Arial" panose="020B0604020202020204" pitchFamily="34" charset="0"/>
            </a:rPr>
            <a:t> </a:t>
          </a:r>
          <a:r>
            <a:rPr lang="vi-VN" b="0" noProof="0" dirty="0" err="1">
              <a:solidFill>
                <a:schemeClr val="bg1"/>
              </a:solidFill>
              <a:latin typeface="Arial" panose="020B0604020202020204" pitchFamily="34" charset="0"/>
              <a:cs typeface="Arial" panose="020B0604020202020204" pitchFamily="34" charset="0"/>
            </a:rPr>
            <a:t>diện</a:t>
          </a:r>
          <a:endParaRPr lang="vi-VN" b="0" noProof="0" dirty="0">
            <a:solidFill>
              <a:schemeClr val="bg1"/>
            </a:solidFill>
            <a:latin typeface="Arial" panose="020B0604020202020204" pitchFamily="34" charset="0"/>
            <a:cs typeface="Arial" panose="020B0604020202020204" pitchFamily="34" charset="0"/>
          </a:endParaRPr>
        </a:p>
      </dgm:t>
    </dgm:pt>
    <dgm:pt modelId="{99F218FD-90FE-450E-A368-B3E3677E74E8}" type="parTrans" cxnId="{2617C475-F537-46A6-ADE1-4EB764853601}">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8D1CC686-B05C-4470-A959-236CC9C8BB70}" type="sibTrans" cxnId="{2617C475-F537-46A6-ADE1-4EB764853601}">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8B9AF88A-E1F7-4D3A-905F-87228D6A8655}">
      <dgm:prSet phldr="0"/>
      <dgm:spPr/>
      <dgm:t>
        <a:bodyPr rtlCol="0"/>
        <a:lstStyle/>
        <a:p>
          <a:pPr>
            <a:defRPr b="1"/>
          </a:pPr>
          <a:r>
            <a:rPr lang="vi-VN" b="1" noProof="0" dirty="0" err="1">
              <a:solidFill>
                <a:schemeClr val="bg1"/>
              </a:solidFill>
              <a:latin typeface="Arial" panose="020B0604020202020204" pitchFamily="34" charset="0"/>
              <a:cs typeface="Arial" panose="020B0604020202020204" pitchFamily="34" charset="0"/>
            </a:rPr>
            <a:t>Tháng</a:t>
          </a:r>
          <a:r>
            <a:rPr lang="vi-VN" b="1" noProof="0" dirty="0">
              <a:solidFill>
                <a:schemeClr val="bg1"/>
              </a:solidFill>
              <a:latin typeface="Arial" panose="020B0604020202020204" pitchFamily="34" charset="0"/>
              <a:cs typeface="Arial" panose="020B0604020202020204" pitchFamily="34" charset="0"/>
            </a:rPr>
            <a:t> Năm 20XX</a:t>
          </a:r>
        </a:p>
      </dgm:t>
    </dgm:pt>
    <dgm:pt modelId="{933A8FED-7B84-4ED0-B6AA-2EE26A89B8EA}" type="parTrans" cxnId="{E1474FF3-8E3C-4B30-985C-CE88BA0FE324}">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F11DD6EC-352C-4A0E-84AA-FEBE2F06BCF9}" type="sibTrans" cxnId="{E1474FF3-8E3C-4B30-985C-CE88BA0FE324}">
      <dgm:prSet/>
      <dgm:spPr/>
      <dgm:t>
        <a:bodyPr rtlCol="0"/>
        <a:lstStyle/>
        <a:p>
          <a:pPr rtl="0"/>
          <a:endParaRPr lang="vi-VN" noProof="0" dirty="0">
            <a:solidFill>
              <a:schemeClr val="bg1"/>
            </a:solidFill>
            <a:latin typeface="Arial" panose="020B0604020202020204" pitchFamily="34" charset="0"/>
            <a:cs typeface="Arial" panose="020B0604020202020204" pitchFamily="34" charset="0"/>
          </a:endParaRPr>
        </a:p>
      </dgm:t>
    </dgm:pt>
    <dgm:pt modelId="{6E9F3C9B-13CA-43A8-8836-0B2B41D07DEF}" type="pres">
      <dgm:prSet presAssocID="{05A24E01-5535-46B9-A9A1-A9A07E639A88}" presName="root" presStyleCnt="0">
        <dgm:presLayoutVars>
          <dgm:chMax/>
          <dgm:chPref/>
          <dgm:animLvl val="lvl"/>
        </dgm:presLayoutVars>
      </dgm:prSet>
      <dgm:spPr/>
    </dgm:pt>
    <dgm:pt modelId="{E8AACCBB-6709-4071-B389-3BB226B3A586}" type="pres">
      <dgm:prSet presAssocID="{05A24E01-5535-46B9-A9A1-A9A07E639A88}" presName="divider" presStyleLbl="fgAcc1" presStyleIdx="0" presStyleCnt="6"/>
      <dgm:spPr>
        <a:solidFill>
          <a:schemeClr val="lt1">
            <a:alpha val="90000"/>
            <a:hueOff val="0"/>
            <a:satOff val="0"/>
            <a:lumOff val="0"/>
            <a:alphaOff val="0"/>
          </a:schemeClr>
        </a:solidFill>
        <a:ln w="19050" cap="flat" cmpd="sng" algn="ctr">
          <a:solidFill>
            <a:schemeClr val="accent2">
              <a:alpha val="90000"/>
              <a:hueOff val="0"/>
              <a:satOff val="0"/>
              <a:lumOff val="0"/>
              <a:alphaOff val="0"/>
            </a:schemeClr>
          </a:solidFill>
          <a:prstDash val="solid"/>
          <a:miter lim="800000"/>
          <a:tailEnd type="triangle" w="lg" len="lg"/>
        </a:ln>
        <a:effectLst/>
      </dgm:spPr>
    </dgm:pt>
    <dgm:pt modelId="{E6F74CED-5217-4282-85F1-1C12DC84731C}" type="pres">
      <dgm:prSet presAssocID="{05A24E01-5535-46B9-A9A1-A9A07E639A88}" presName="nodes" presStyleCnt="0">
        <dgm:presLayoutVars>
          <dgm:chMax/>
          <dgm:chPref/>
          <dgm:animLvl val="lvl"/>
        </dgm:presLayoutVars>
      </dgm:prSet>
      <dgm:spPr/>
    </dgm:pt>
    <dgm:pt modelId="{AC377099-4DAE-451C-ADE9-98036E2679B5}" type="pres">
      <dgm:prSet presAssocID="{58FF46FB-368D-4E9C-A650-0513B8879DA8}" presName="composite" presStyleCnt="0"/>
      <dgm:spPr/>
    </dgm:pt>
    <dgm:pt modelId="{B6C94ECD-6415-4250-B4AD-F67BF5BECFB8}" type="pres">
      <dgm:prSet presAssocID="{58FF46FB-368D-4E9C-A650-0513B8879DA8}" presName="ConnectorPoint" presStyleLbl="lnNode1" presStyleIdx="0" presStyleCnt="5"/>
      <dgm:spPr>
        <a:solidFill>
          <a:schemeClr val="accent2">
            <a:shade val="90000"/>
            <a:hueOff val="0"/>
            <a:satOff val="0"/>
            <a:lumOff val="0"/>
            <a:alphaOff val="0"/>
          </a:schemeClr>
        </a:solidFill>
        <a:ln w="6350" cap="flat" cmpd="sng" algn="ctr">
          <a:noFill/>
          <a:prstDash val="solid"/>
          <a:miter lim="800000"/>
        </a:ln>
        <a:effectLst/>
      </dgm:spPr>
    </dgm:pt>
    <dgm:pt modelId="{0E99BB09-1B86-4308-A570-3981E6DD3A06}" type="pres">
      <dgm:prSet presAssocID="{58FF46FB-368D-4E9C-A650-0513B8879DA8}" presName="DropPinPlaceHolder" presStyleCnt="0"/>
      <dgm:spPr/>
    </dgm:pt>
    <dgm:pt modelId="{0ED6E8D6-BD44-4400-BC14-1BC75CB979A3}" type="pres">
      <dgm:prSet presAssocID="{58FF46FB-368D-4E9C-A650-0513B8879DA8}" presName="DropPin" presStyleLbl="alignNode1" presStyleIdx="0" presStyleCnt="5"/>
      <dgm:spPr>
        <a:solidFill>
          <a:schemeClr val="accent2"/>
        </a:solidFill>
      </dgm:spPr>
    </dgm:pt>
    <dgm:pt modelId="{5B7FC7CF-F58D-48D5-8BCC-38D6EE87890B}" type="pres">
      <dgm:prSet presAssocID="{58FF46FB-368D-4E9C-A650-0513B8879DA8}" presName="Ellipse" presStyleLbl="fgAcc1" presStyleIdx="1" presStyleCnt="6"/>
      <dgm:spPr>
        <a:solidFill>
          <a:schemeClr val="accent1">
            <a:alpha val="90000"/>
          </a:schemeClr>
        </a:solidFill>
        <a:ln w="12700" cap="flat" cmpd="sng" algn="ctr">
          <a:noFill/>
          <a:prstDash val="solid"/>
          <a:miter lim="800000"/>
        </a:ln>
        <a:effectLst/>
      </dgm:spPr>
    </dgm:pt>
    <dgm:pt modelId="{D2143A46-815A-49BF-9455-C0385022444F}" type="pres">
      <dgm:prSet presAssocID="{58FF46FB-368D-4E9C-A650-0513B8879DA8}" presName="L2TextContainer" presStyleLbl="revTx" presStyleIdx="0" presStyleCnt="10">
        <dgm:presLayoutVars>
          <dgm:bulletEnabled val="1"/>
        </dgm:presLayoutVars>
      </dgm:prSet>
      <dgm:spPr/>
    </dgm:pt>
    <dgm:pt modelId="{8E3FB235-DF38-476B-9A0E-B1E583D50944}" type="pres">
      <dgm:prSet presAssocID="{58FF46FB-368D-4E9C-A650-0513B8879DA8}" presName="L1TextContainer" presStyleLbl="revTx" presStyleIdx="1" presStyleCnt="10" custScaleX="85387">
        <dgm:presLayoutVars>
          <dgm:chMax val="1"/>
          <dgm:chPref val="1"/>
          <dgm:bulletEnabled val="1"/>
        </dgm:presLayoutVars>
      </dgm:prSet>
      <dgm:spPr/>
    </dgm:pt>
    <dgm:pt modelId="{9AA05CE5-209F-4AD9-BE2C-2A69F76DA8F4}" type="pres">
      <dgm:prSet presAssocID="{58FF46FB-368D-4E9C-A650-0513B8879DA8}" presName="ConnectLine" presStyleLbl="sibTrans1D1" presStyleIdx="0" presStyleCnt="5"/>
      <dgm:spPr>
        <a:noFill/>
        <a:ln w="12700" cap="flat" cmpd="sng" algn="ctr">
          <a:solidFill>
            <a:schemeClr val="accent2"/>
          </a:solidFill>
          <a:prstDash val="dash"/>
          <a:miter lim="800000"/>
        </a:ln>
        <a:effectLst/>
      </dgm:spPr>
    </dgm:pt>
    <dgm:pt modelId="{17350C28-DA10-4F3B-9FA2-0FE7C12A4ABE}" type="pres">
      <dgm:prSet presAssocID="{58FF46FB-368D-4E9C-A650-0513B8879DA8}" presName="EmptyPlaceHolder" presStyleCnt="0"/>
      <dgm:spPr/>
    </dgm:pt>
    <dgm:pt modelId="{6DA7B85E-9DC6-4F3B-A2BF-09CDEEDB43BC}" type="pres">
      <dgm:prSet presAssocID="{CFA40740-0682-470C-AD5A-CFF53CD12BD2}" presName="spaceBetweenRectangles" presStyleCnt="0"/>
      <dgm:spPr/>
    </dgm:pt>
    <dgm:pt modelId="{CF519A69-9940-494F-8406-D0D876E3CD26}" type="pres">
      <dgm:prSet presAssocID="{D05E1923-5021-40F7-B4EF-E582E23A699D}" presName="composite" presStyleCnt="0"/>
      <dgm:spPr/>
    </dgm:pt>
    <dgm:pt modelId="{714429FF-AAA3-4358-8C5F-1A7F29AA2B7B}" type="pres">
      <dgm:prSet presAssocID="{D05E1923-5021-40F7-B4EF-E582E23A699D}" presName="ConnectorPoint" presStyleLbl="lnNode1" presStyleIdx="1" presStyleCnt="5"/>
      <dgm:spPr>
        <a:solidFill>
          <a:schemeClr val="accent2"/>
        </a:solidFill>
        <a:ln w="6350" cap="flat" cmpd="sng" algn="ctr">
          <a:noFill/>
          <a:prstDash val="solid"/>
          <a:miter lim="800000"/>
        </a:ln>
        <a:effectLst/>
      </dgm:spPr>
    </dgm:pt>
    <dgm:pt modelId="{AB8B1E8E-162B-4E3E-9E31-BA5CFBD3ED9D}" type="pres">
      <dgm:prSet presAssocID="{D05E1923-5021-40F7-B4EF-E582E23A699D}" presName="DropPinPlaceHolder" presStyleCnt="0"/>
      <dgm:spPr/>
    </dgm:pt>
    <dgm:pt modelId="{358CAA11-0A87-4861-8B4E-913B1EAD1334}" type="pres">
      <dgm:prSet presAssocID="{D05E1923-5021-40F7-B4EF-E582E23A699D}" presName="DropPin" presStyleLbl="alignNode1" presStyleIdx="1" presStyleCnt="5"/>
      <dgm:spPr>
        <a:solidFill>
          <a:schemeClr val="accent2"/>
        </a:solidFill>
      </dgm:spPr>
    </dgm:pt>
    <dgm:pt modelId="{B1A1A837-F261-404B-A808-B2F4154CE8A2}" type="pres">
      <dgm:prSet presAssocID="{D05E1923-5021-40F7-B4EF-E582E23A699D}" presName="Ellipse" presStyleLbl="fgAcc1" presStyleIdx="2" presStyleCnt="6"/>
      <dgm:spPr>
        <a:solidFill>
          <a:schemeClr val="accent1">
            <a:alpha val="90000"/>
          </a:schemeClr>
        </a:solidFill>
        <a:ln w="12700" cap="flat" cmpd="sng" algn="ctr">
          <a:noFill/>
          <a:prstDash val="solid"/>
          <a:miter lim="800000"/>
        </a:ln>
        <a:effectLst/>
      </dgm:spPr>
    </dgm:pt>
    <dgm:pt modelId="{B5F3F650-2E42-488A-AD4F-C4BD47D19A84}" type="pres">
      <dgm:prSet presAssocID="{D05E1923-5021-40F7-B4EF-E582E23A699D}" presName="L2TextContainer" presStyleLbl="revTx" presStyleIdx="2" presStyleCnt="10">
        <dgm:presLayoutVars>
          <dgm:bulletEnabled val="1"/>
        </dgm:presLayoutVars>
      </dgm:prSet>
      <dgm:spPr/>
    </dgm:pt>
    <dgm:pt modelId="{223C5207-4FA2-4A6C-8F43-20BD55767C99}" type="pres">
      <dgm:prSet presAssocID="{D05E1923-5021-40F7-B4EF-E582E23A699D}" presName="L1TextContainer" presStyleLbl="revTx" presStyleIdx="3" presStyleCnt="10" custScaleX="85387">
        <dgm:presLayoutVars>
          <dgm:chMax val="1"/>
          <dgm:chPref val="1"/>
          <dgm:bulletEnabled val="1"/>
        </dgm:presLayoutVars>
      </dgm:prSet>
      <dgm:spPr/>
    </dgm:pt>
    <dgm:pt modelId="{4FE5EB5D-4CEF-4D0D-9394-0534E61844BE}" type="pres">
      <dgm:prSet presAssocID="{D05E1923-5021-40F7-B4EF-E582E23A699D}" presName="ConnectLine" presStyleLbl="sibTrans1D1" presStyleIdx="1" presStyleCnt="5"/>
      <dgm:spPr>
        <a:noFill/>
        <a:ln w="12700" cap="flat" cmpd="sng" algn="ctr">
          <a:solidFill>
            <a:schemeClr val="accent2"/>
          </a:solidFill>
          <a:prstDash val="dash"/>
          <a:miter lim="800000"/>
        </a:ln>
        <a:effectLst/>
      </dgm:spPr>
    </dgm:pt>
    <dgm:pt modelId="{EC869059-0AEC-4D98-8C46-CB603A342C72}" type="pres">
      <dgm:prSet presAssocID="{D05E1923-5021-40F7-B4EF-E582E23A699D}" presName="EmptyPlaceHolder" presStyleCnt="0"/>
      <dgm:spPr/>
    </dgm:pt>
    <dgm:pt modelId="{408BA715-9739-461D-BFDE-88EDAE355E60}" type="pres">
      <dgm:prSet presAssocID="{F020958C-EF86-4274-85F9-318F2792F7B6}" presName="spaceBetweenRectangles" presStyleCnt="0"/>
      <dgm:spPr/>
    </dgm:pt>
    <dgm:pt modelId="{D512C7F9-87A6-4BA9-AFAC-03FF1578D945}" type="pres">
      <dgm:prSet presAssocID="{FA8F44BD-C8C7-462C-9756-1EC498E86842}" presName="composite" presStyleCnt="0"/>
      <dgm:spPr/>
    </dgm:pt>
    <dgm:pt modelId="{152AD014-AFD0-4700-A468-4D562874339A}" type="pres">
      <dgm:prSet presAssocID="{FA8F44BD-C8C7-462C-9756-1EC498E86842}" presName="ConnectorPoint" presStyleLbl="lnNode1" presStyleIdx="2" presStyleCnt="5"/>
      <dgm:spPr>
        <a:solidFill>
          <a:schemeClr val="accent2"/>
        </a:solidFill>
        <a:ln w="6350" cap="flat" cmpd="sng" algn="ctr">
          <a:noFill/>
          <a:prstDash val="solid"/>
          <a:miter lim="800000"/>
        </a:ln>
        <a:effectLst/>
      </dgm:spPr>
    </dgm:pt>
    <dgm:pt modelId="{6CE2C4D8-4380-442D-A6C2-0B468BF3C74C}" type="pres">
      <dgm:prSet presAssocID="{FA8F44BD-C8C7-462C-9756-1EC498E86842}" presName="DropPinPlaceHolder" presStyleCnt="0"/>
      <dgm:spPr/>
    </dgm:pt>
    <dgm:pt modelId="{72C82E90-F103-439C-8371-CFFB0927B9DE}" type="pres">
      <dgm:prSet presAssocID="{FA8F44BD-C8C7-462C-9756-1EC498E86842}" presName="DropPin" presStyleLbl="alignNode1" presStyleIdx="2" presStyleCnt="5"/>
      <dgm:spPr>
        <a:solidFill>
          <a:schemeClr val="accent2"/>
        </a:solidFill>
      </dgm:spPr>
    </dgm:pt>
    <dgm:pt modelId="{5D519322-C1DD-47AE-92C0-13575134BC76}" type="pres">
      <dgm:prSet presAssocID="{FA8F44BD-C8C7-462C-9756-1EC498E86842}" presName="Ellipse" presStyleLbl="fgAcc1" presStyleIdx="3" presStyleCnt="6"/>
      <dgm:spPr>
        <a:solidFill>
          <a:schemeClr val="accent1">
            <a:alpha val="90000"/>
          </a:schemeClr>
        </a:solidFill>
        <a:ln w="12700" cap="flat" cmpd="sng" algn="ctr">
          <a:noFill/>
          <a:prstDash val="solid"/>
          <a:miter lim="800000"/>
        </a:ln>
        <a:effectLst/>
      </dgm:spPr>
    </dgm:pt>
    <dgm:pt modelId="{96DDA0FE-83E2-423C-9F13-58A61EB68487}" type="pres">
      <dgm:prSet presAssocID="{FA8F44BD-C8C7-462C-9756-1EC498E86842}" presName="L2TextContainer" presStyleLbl="revTx" presStyleIdx="4" presStyleCnt="10">
        <dgm:presLayoutVars>
          <dgm:bulletEnabled val="1"/>
        </dgm:presLayoutVars>
      </dgm:prSet>
      <dgm:spPr/>
    </dgm:pt>
    <dgm:pt modelId="{2D6C7916-1130-46A8-833B-A6278CBD2192}" type="pres">
      <dgm:prSet presAssocID="{FA8F44BD-C8C7-462C-9756-1EC498E86842}" presName="L1TextContainer" presStyleLbl="revTx" presStyleIdx="5" presStyleCnt="10" custScaleX="85387" custLinFactNeighborX="0">
        <dgm:presLayoutVars>
          <dgm:chMax val="1"/>
          <dgm:chPref val="1"/>
          <dgm:bulletEnabled val="1"/>
        </dgm:presLayoutVars>
      </dgm:prSet>
      <dgm:spPr/>
    </dgm:pt>
    <dgm:pt modelId="{4D953791-5C2F-4A75-A8F4-6ED7EAB5E015}" type="pres">
      <dgm:prSet presAssocID="{FA8F44BD-C8C7-462C-9756-1EC498E86842}" presName="ConnectLine" presStyleLbl="sibTrans1D1" presStyleIdx="2" presStyleCnt="5"/>
      <dgm:spPr>
        <a:noFill/>
        <a:ln w="12700" cap="flat" cmpd="sng" algn="ctr">
          <a:solidFill>
            <a:schemeClr val="accent2"/>
          </a:solidFill>
          <a:prstDash val="dash"/>
          <a:miter lim="800000"/>
        </a:ln>
        <a:effectLst/>
      </dgm:spPr>
    </dgm:pt>
    <dgm:pt modelId="{22A72E40-4DCC-4F48-AADD-29738FD37A2C}" type="pres">
      <dgm:prSet presAssocID="{FA8F44BD-C8C7-462C-9756-1EC498E86842}" presName="EmptyPlaceHolder" presStyleCnt="0"/>
      <dgm:spPr/>
    </dgm:pt>
    <dgm:pt modelId="{E168BB9F-20D9-474F-9E39-4872B40634C6}" type="pres">
      <dgm:prSet presAssocID="{8C8A9736-03DA-4B1C-A590-10B4AD89452B}" presName="spaceBetweenRectangles" presStyleCnt="0"/>
      <dgm:spPr/>
    </dgm:pt>
    <dgm:pt modelId="{A62622B1-7EF4-49B6-9AC7-B54F0E2A0C74}" type="pres">
      <dgm:prSet presAssocID="{8BAB5E6F-A65E-41DB-A296-0818B0E49F7C}" presName="composite" presStyleCnt="0"/>
      <dgm:spPr/>
    </dgm:pt>
    <dgm:pt modelId="{14282312-87CB-41BB-A02D-C594BBEF33C7}" type="pres">
      <dgm:prSet presAssocID="{8BAB5E6F-A65E-41DB-A296-0818B0E49F7C}" presName="ConnectorPoint" presStyleLbl="lnNode1" presStyleIdx="3" presStyleCnt="5"/>
      <dgm:spPr>
        <a:solidFill>
          <a:schemeClr val="accent2"/>
        </a:solidFill>
        <a:ln w="6350" cap="flat" cmpd="sng" algn="ctr">
          <a:noFill/>
          <a:prstDash val="solid"/>
          <a:miter lim="800000"/>
        </a:ln>
        <a:effectLst/>
      </dgm:spPr>
    </dgm:pt>
    <dgm:pt modelId="{D554C1A5-AF8E-41FC-A779-25BD6B11F91F}" type="pres">
      <dgm:prSet presAssocID="{8BAB5E6F-A65E-41DB-A296-0818B0E49F7C}" presName="DropPinPlaceHolder" presStyleCnt="0"/>
      <dgm:spPr/>
    </dgm:pt>
    <dgm:pt modelId="{17331DD9-74CF-4A3A-86BA-F4B9DBEAB944}" type="pres">
      <dgm:prSet presAssocID="{8BAB5E6F-A65E-41DB-A296-0818B0E49F7C}" presName="DropPin" presStyleLbl="alignNode1" presStyleIdx="3" presStyleCnt="5"/>
      <dgm:spPr>
        <a:solidFill>
          <a:schemeClr val="accent2"/>
        </a:solidFill>
      </dgm:spPr>
    </dgm:pt>
    <dgm:pt modelId="{515AAB83-BD07-4B9E-9A3B-858C0B126F9C}" type="pres">
      <dgm:prSet presAssocID="{8BAB5E6F-A65E-41DB-A296-0818B0E49F7C}" presName="Ellipse" presStyleLbl="fgAcc1" presStyleIdx="4" presStyleCnt="6"/>
      <dgm:spPr>
        <a:solidFill>
          <a:schemeClr val="accent1">
            <a:alpha val="90000"/>
          </a:schemeClr>
        </a:solidFill>
        <a:ln w="12700" cap="flat" cmpd="sng" algn="ctr">
          <a:noFill/>
          <a:prstDash val="solid"/>
          <a:miter lim="800000"/>
        </a:ln>
        <a:effectLst/>
      </dgm:spPr>
    </dgm:pt>
    <dgm:pt modelId="{08CB2D5A-F46A-4E0E-9575-15F31D04AAC6}" type="pres">
      <dgm:prSet presAssocID="{8BAB5E6F-A65E-41DB-A296-0818B0E49F7C}" presName="L2TextContainer" presStyleLbl="revTx" presStyleIdx="6" presStyleCnt="10">
        <dgm:presLayoutVars>
          <dgm:bulletEnabled val="1"/>
        </dgm:presLayoutVars>
      </dgm:prSet>
      <dgm:spPr/>
    </dgm:pt>
    <dgm:pt modelId="{7C1E6B4A-59F7-4018-A403-E1CCAEE78BA1}" type="pres">
      <dgm:prSet presAssocID="{8BAB5E6F-A65E-41DB-A296-0818B0E49F7C}" presName="L1TextContainer" presStyleLbl="revTx" presStyleIdx="7" presStyleCnt="10" custScaleX="85387">
        <dgm:presLayoutVars>
          <dgm:chMax val="1"/>
          <dgm:chPref val="1"/>
          <dgm:bulletEnabled val="1"/>
        </dgm:presLayoutVars>
      </dgm:prSet>
      <dgm:spPr/>
    </dgm:pt>
    <dgm:pt modelId="{A03C5372-D306-43AC-B406-6F8183849431}" type="pres">
      <dgm:prSet presAssocID="{8BAB5E6F-A65E-41DB-A296-0818B0E49F7C}" presName="ConnectLine" presStyleLbl="sibTrans1D1" presStyleIdx="3" presStyleCnt="5"/>
      <dgm:spPr>
        <a:noFill/>
        <a:ln w="12700" cap="flat" cmpd="sng" algn="ctr">
          <a:solidFill>
            <a:schemeClr val="accent2"/>
          </a:solidFill>
          <a:prstDash val="dash"/>
          <a:miter lim="800000"/>
        </a:ln>
        <a:effectLst/>
      </dgm:spPr>
    </dgm:pt>
    <dgm:pt modelId="{90926F0B-05E0-48AF-9C69-5C494731F877}" type="pres">
      <dgm:prSet presAssocID="{8BAB5E6F-A65E-41DB-A296-0818B0E49F7C}" presName="EmptyPlaceHolder" presStyleCnt="0"/>
      <dgm:spPr/>
    </dgm:pt>
    <dgm:pt modelId="{9EA695E3-93D5-405B-8AF6-0B8537A964FD}" type="pres">
      <dgm:prSet presAssocID="{B407F4C3-8FC9-4E91-A0EC-6B33713CC9A5}" presName="spaceBetweenRectangles" presStyleCnt="0"/>
      <dgm:spPr/>
    </dgm:pt>
    <dgm:pt modelId="{05956D37-804F-419D-9E8C-30D41D06DC3E}" type="pres">
      <dgm:prSet presAssocID="{8B9AF88A-E1F7-4D3A-905F-87228D6A8655}" presName="composite" presStyleCnt="0"/>
      <dgm:spPr/>
    </dgm:pt>
    <dgm:pt modelId="{58B7B786-A0AD-4662-8D54-C5C572D2C32C}" type="pres">
      <dgm:prSet presAssocID="{8B9AF88A-E1F7-4D3A-905F-87228D6A8655}" presName="ConnectorPoint" presStyleLbl="lnNode1" presStyleIdx="4" presStyleCnt="5"/>
      <dgm:spPr>
        <a:solidFill>
          <a:schemeClr val="accent2"/>
        </a:solidFill>
        <a:ln w="6350" cap="flat" cmpd="sng" algn="ctr">
          <a:noFill/>
          <a:prstDash val="solid"/>
          <a:miter lim="800000"/>
        </a:ln>
        <a:effectLst/>
      </dgm:spPr>
    </dgm:pt>
    <dgm:pt modelId="{E4704426-333D-4092-A035-BBC55DB8579D}" type="pres">
      <dgm:prSet presAssocID="{8B9AF88A-E1F7-4D3A-905F-87228D6A8655}" presName="DropPinPlaceHolder" presStyleCnt="0"/>
      <dgm:spPr/>
    </dgm:pt>
    <dgm:pt modelId="{A55439AF-6893-479D-8B57-31FBC13C553F}" type="pres">
      <dgm:prSet presAssocID="{8B9AF88A-E1F7-4D3A-905F-87228D6A8655}" presName="DropPin" presStyleLbl="alignNode1" presStyleIdx="4" presStyleCnt="5"/>
      <dgm:spPr>
        <a:solidFill>
          <a:schemeClr val="accent2"/>
        </a:solidFill>
      </dgm:spPr>
    </dgm:pt>
    <dgm:pt modelId="{A22B1C16-7FF0-4DBE-B32E-E43FEB1E2EAC}" type="pres">
      <dgm:prSet presAssocID="{8B9AF88A-E1F7-4D3A-905F-87228D6A8655}" presName="Ellipse" presStyleLbl="fgAcc1" presStyleIdx="5" presStyleCnt="6"/>
      <dgm:spPr>
        <a:solidFill>
          <a:schemeClr val="accent1">
            <a:alpha val="90000"/>
          </a:schemeClr>
        </a:solidFill>
        <a:ln w="12700" cap="flat" cmpd="sng" algn="ctr">
          <a:noFill/>
          <a:prstDash val="solid"/>
          <a:miter lim="800000"/>
        </a:ln>
        <a:effectLst/>
      </dgm:spPr>
    </dgm:pt>
    <dgm:pt modelId="{1B55AA6D-649D-4145-93EB-08B866A4D4E5}" type="pres">
      <dgm:prSet presAssocID="{8B9AF88A-E1F7-4D3A-905F-87228D6A8655}" presName="L2TextContainer" presStyleLbl="revTx" presStyleIdx="8" presStyleCnt="10">
        <dgm:presLayoutVars>
          <dgm:bulletEnabled val="1"/>
        </dgm:presLayoutVars>
      </dgm:prSet>
      <dgm:spPr/>
    </dgm:pt>
    <dgm:pt modelId="{3FA5D5AE-9CAE-4D19-9765-BCEE62095312}" type="pres">
      <dgm:prSet presAssocID="{8B9AF88A-E1F7-4D3A-905F-87228D6A8655}" presName="L1TextContainer" presStyleLbl="revTx" presStyleIdx="9" presStyleCnt="10" custScaleX="85387">
        <dgm:presLayoutVars>
          <dgm:chMax val="1"/>
          <dgm:chPref val="1"/>
          <dgm:bulletEnabled val="1"/>
        </dgm:presLayoutVars>
      </dgm:prSet>
      <dgm:spPr/>
    </dgm:pt>
    <dgm:pt modelId="{FE6CA7EB-68EC-4E76-9051-08C4CF370101}" type="pres">
      <dgm:prSet presAssocID="{8B9AF88A-E1F7-4D3A-905F-87228D6A8655}" presName="ConnectLine" presStyleLbl="sibTrans1D1" presStyleIdx="4" presStyleCnt="5"/>
      <dgm:spPr>
        <a:noFill/>
        <a:ln w="12700" cap="flat" cmpd="sng" algn="ctr">
          <a:solidFill>
            <a:schemeClr val="accent2"/>
          </a:solidFill>
          <a:prstDash val="dash"/>
          <a:miter lim="800000"/>
        </a:ln>
        <a:effectLst/>
      </dgm:spPr>
    </dgm:pt>
    <dgm:pt modelId="{070CED43-982E-487C-9CC2-CFAEABD4D2D8}" type="pres">
      <dgm:prSet presAssocID="{8B9AF88A-E1F7-4D3A-905F-87228D6A8655}" presName="EmptyPlaceHolder" presStyleCnt="0"/>
      <dgm:spPr/>
    </dgm:pt>
  </dgm:ptLst>
  <dgm:cxnLst>
    <dgm:cxn modelId="{1E92940A-250B-4494-B40F-3DA807C7CB42}" type="presOf" srcId="{DF1ABFB3-B399-406F-91BD-DCDF9A38526B}" destId="{1B55AA6D-649D-4145-93EB-08B866A4D4E5}" srcOrd="0" destOrd="0" presId="urn:microsoft.com/office/officeart/2017/3/layout/DropPinTimeline#1"/>
    <dgm:cxn modelId="{C3A1C60D-63BB-4E34-AD47-96AABDB6084E}" type="presOf" srcId="{D05E1923-5021-40F7-B4EF-E582E23A699D}" destId="{223C5207-4FA2-4A6C-8F43-20BD55767C99}" srcOrd="0" destOrd="0" presId="urn:microsoft.com/office/officeart/2017/3/layout/DropPinTimeline#1"/>
    <dgm:cxn modelId="{5F3B0F1C-AD09-448C-A081-46D11DC987C6}" type="presOf" srcId="{8B9AF88A-E1F7-4D3A-905F-87228D6A8655}" destId="{3FA5D5AE-9CAE-4D19-9765-BCEE62095312}" srcOrd="0" destOrd="0" presId="urn:microsoft.com/office/officeart/2017/3/layout/DropPinTimeline#1"/>
    <dgm:cxn modelId="{E0E45028-839A-4135-AA56-517D3BAA0708}" type="presOf" srcId="{8BAB5E6F-A65E-41DB-A296-0818B0E49F7C}" destId="{7C1E6B4A-59F7-4018-A403-E1CCAEE78BA1}" srcOrd="0" destOrd="0" presId="urn:microsoft.com/office/officeart/2017/3/layout/DropPinTimeline#1"/>
    <dgm:cxn modelId="{1B32EF2C-9DB5-4504-A9DA-B4956CC00208}" srcId="{FA8F44BD-C8C7-462C-9756-1EC498E86842}" destId="{EFEB4D61-3A9C-4140-977F-3C3F5C9EE9D1}" srcOrd="0" destOrd="0" parTransId="{57D352E4-0431-4F68-B8F1-61BFA34799AA}" sibTransId="{0ECC32B6-1E7C-4AA4-9DBF-D69B7C5E64A9}"/>
    <dgm:cxn modelId="{0D51BD2E-4619-469B-B233-EBAC3D4D0BA6}" srcId="{05A24E01-5535-46B9-A9A1-A9A07E639A88}" destId="{FA8F44BD-C8C7-462C-9756-1EC498E86842}" srcOrd="2" destOrd="0" parTransId="{F47063EE-4B58-4EDE-A4F2-A4BD81B82F21}" sibTransId="{8C8A9736-03DA-4B1C-A590-10B4AD89452B}"/>
    <dgm:cxn modelId="{C5645B39-CB65-4A0A-B369-E455C3B827C3}" srcId="{05A24E01-5535-46B9-A9A1-A9A07E639A88}" destId="{58FF46FB-368D-4E9C-A650-0513B8879DA8}" srcOrd="0" destOrd="0" parTransId="{11DFA284-5E99-474D-BF05-364A45269DC7}" sibTransId="{CFA40740-0682-470C-AD5A-CFF53CD12BD2}"/>
    <dgm:cxn modelId="{7DDF5444-F976-4F04-88A9-CF8B15238792}" type="presOf" srcId="{58FF46FB-368D-4E9C-A650-0513B8879DA8}" destId="{8E3FB235-DF38-476B-9A0E-B1E583D50944}" srcOrd="0" destOrd="0" presId="urn:microsoft.com/office/officeart/2017/3/layout/DropPinTimeline#1"/>
    <dgm:cxn modelId="{1690634A-EBA7-4881-9E5F-0C82421D4CDF}" type="presOf" srcId="{FA8F44BD-C8C7-462C-9756-1EC498E86842}" destId="{2D6C7916-1130-46A8-833B-A6278CBD2192}" srcOrd="0" destOrd="0" presId="urn:microsoft.com/office/officeart/2017/3/layout/DropPinTimeline#1"/>
    <dgm:cxn modelId="{B659504B-18E4-4D89-A17C-34ABB280AE52}" srcId="{58FF46FB-368D-4E9C-A650-0513B8879DA8}" destId="{9A875394-CA1E-4432-AEEB-9054FCFF5E0E}" srcOrd="0" destOrd="0" parTransId="{FCC92BDD-6EA3-421D-9DA8-7D3A12D003B6}" sibTransId="{0314452B-82A0-42F4-9551-DF00CFFC3580}"/>
    <dgm:cxn modelId="{66B49C6C-FAFD-47B4-BF22-05A295C23D4E}" srcId="{05A24E01-5535-46B9-A9A1-A9A07E639A88}" destId="{8BAB5E6F-A65E-41DB-A296-0818B0E49F7C}" srcOrd="3" destOrd="0" parTransId="{886842C6-3EFC-4BE7-B417-415595758830}" sibTransId="{B407F4C3-8FC9-4E91-A0EC-6B33713CC9A5}"/>
    <dgm:cxn modelId="{15319551-A9EA-462E-845B-E5251E84291F}" srcId="{8B9AF88A-E1F7-4D3A-905F-87228D6A8655}" destId="{DF1ABFB3-B399-406F-91BD-DCDF9A38526B}" srcOrd="0" destOrd="0" parTransId="{78CB0E27-958C-4066-A189-8B36505E8204}" sibTransId="{70E4A1D3-514E-4327-991D-5CC9C6B41885}"/>
    <dgm:cxn modelId="{4876CF51-F110-4E25-8FD4-08D25B4B0AB8}" srcId="{D05E1923-5021-40F7-B4EF-E582E23A699D}" destId="{579089A8-5362-4BA4-9163-D19228C1808F}" srcOrd="0" destOrd="0" parTransId="{FB2DEB6E-B29F-4E51-960A-23ECC62EBF38}" sibTransId="{1C5328B1-AC18-4CF7-A034-BB0592F4A2A1}"/>
    <dgm:cxn modelId="{2617C475-F537-46A6-ADE1-4EB764853601}" srcId="{8BAB5E6F-A65E-41DB-A296-0818B0E49F7C}" destId="{332BC85C-1CF3-4F8F-ACB7-5B6D53744AE1}" srcOrd="0" destOrd="0" parTransId="{99F218FD-90FE-450E-A368-B3E3677E74E8}" sibTransId="{8D1CC686-B05C-4470-A959-236CC9C8BB70}"/>
    <dgm:cxn modelId="{B9F0B583-D02F-4EF4-83A8-DFD7B32B9433}" type="presOf" srcId="{9A875394-CA1E-4432-AEEB-9054FCFF5E0E}" destId="{D2143A46-815A-49BF-9455-C0385022444F}" srcOrd="0" destOrd="0" presId="urn:microsoft.com/office/officeart/2017/3/layout/DropPinTimeline#1"/>
    <dgm:cxn modelId="{DF6168D4-4FC3-42E4-8DAA-85BA8A678933}" type="presOf" srcId="{332BC85C-1CF3-4F8F-ACB7-5B6D53744AE1}" destId="{08CB2D5A-F46A-4E0E-9575-15F31D04AAC6}" srcOrd="0" destOrd="0" presId="urn:microsoft.com/office/officeart/2017/3/layout/DropPinTimeline#1"/>
    <dgm:cxn modelId="{72C4D6D9-419A-42C1-A76D-84599F65BB08}" srcId="{05A24E01-5535-46B9-A9A1-A9A07E639A88}" destId="{D05E1923-5021-40F7-B4EF-E582E23A699D}" srcOrd="1" destOrd="0" parTransId="{FD6C5CD2-9CED-4BE6-89CD-A5A5CCE63B3E}" sibTransId="{F020958C-EF86-4274-85F9-318F2792F7B6}"/>
    <dgm:cxn modelId="{C6A73EDB-89B0-4756-9ECD-83E9B8AB77E5}" type="presOf" srcId="{EFEB4D61-3A9C-4140-977F-3C3F5C9EE9D1}" destId="{96DDA0FE-83E2-423C-9F13-58A61EB68487}" srcOrd="0" destOrd="0" presId="urn:microsoft.com/office/officeart/2017/3/layout/DropPinTimeline#1"/>
    <dgm:cxn modelId="{FE7849EA-5B37-43C8-B217-CD4E30A8E545}" type="presOf" srcId="{05A24E01-5535-46B9-A9A1-A9A07E639A88}" destId="{6E9F3C9B-13CA-43A8-8836-0B2B41D07DEF}" srcOrd="0" destOrd="0" presId="urn:microsoft.com/office/officeart/2017/3/layout/DropPinTimeline#1"/>
    <dgm:cxn modelId="{E1474FF3-8E3C-4B30-985C-CE88BA0FE324}" srcId="{05A24E01-5535-46B9-A9A1-A9A07E639A88}" destId="{8B9AF88A-E1F7-4D3A-905F-87228D6A8655}" srcOrd="4" destOrd="0" parTransId="{933A8FED-7B84-4ED0-B6AA-2EE26A89B8EA}" sibTransId="{F11DD6EC-352C-4A0E-84AA-FEBE2F06BCF9}"/>
    <dgm:cxn modelId="{DC6269F4-0C31-4613-A809-E8E029CAD0D1}" type="presOf" srcId="{579089A8-5362-4BA4-9163-D19228C1808F}" destId="{B5F3F650-2E42-488A-AD4F-C4BD47D19A84}" srcOrd="0" destOrd="0" presId="urn:microsoft.com/office/officeart/2017/3/layout/DropPinTimeline#1"/>
    <dgm:cxn modelId="{2FED2A5E-98EB-4859-AB3F-062F22EEC890}" type="presParOf" srcId="{6E9F3C9B-13CA-43A8-8836-0B2B41D07DEF}" destId="{E8AACCBB-6709-4071-B389-3BB226B3A586}" srcOrd="0" destOrd="0" presId="urn:microsoft.com/office/officeart/2017/3/layout/DropPinTimeline#1"/>
    <dgm:cxn modelId="{6DE443D7-8EE2-4FBC-842D-B6B9C44204D0}" type="presParOf" srcId="{6E9F3C9B-13CA-43A8-8836-0B2B41D07DEF}" destId="{E6F74CED-5217-4282-85F1-1C12DC84731C}" srcOrd="1" destOrd="0" presId="urn:microsoft.com/office/officeart/2017/3/layout/DropPinTimeline#1"/>
    <dgm:cxn modelId="{C773189E-DF31-4C58-A290-F5DFD7DCF8B1}" type="presParOf" srcId="{E6F74CED-5217-4282-85F1-1C12DC84731C}" destId="{AC377099-4DAE-451C-ADE9-98036E2679B5}" srcOrd="0" destOrd="0" presId="urn:microsoft.com/office/officeart/2017/3/layout/DropPinTimeline#1"/>
    <dgm:cxn modelId="{04D71AD3-A9B8-46E1-AB82-BB594FCE110E}" type="presParOf" srcId="{AC377099-4DAE-451C-ADE9-98036E2679B5}" destId="{B6C94ECD-6415-4250-B4AD-F67BF5BECFB8}" srcOrd="0" destOrd="0" presId="urn:microsoft.com/office/officeart/2017/3/layout/DropPinTimeline#1"/>
    <dgm:cxn modelId="{4D9D677D-9448-43AF-978B-5C7E7661F4F9}" type="presParOf" srcId="{AC377099-4DAE-451C-ADE9-98036E2679B5}" destId="{0E99BB09-1B86-4308-A570-3981E6DD3A06}" srcOrd="1" destOrd="0" presId="urn:microsoft.com/office/officeart/2017/3/layout/DropPinTimeline#1"/>
    <dgm:cxn modelId="{C213A57E-D4AE-4C05-AA12-FE8CC1989639}" type="presParOf" srcId="{0E99BB09-1B86-4308-A570-3981E6DD3A06}" destId="{0ED6E8D6-BD44-4400-BC14-1BC75CB979A3}" srcOrd="0" destOrd="0" presId="urn:microsoft.com/office/officeart/2017/3/layout/DropPinTimeline#1"/>
    <dgm:cxn modelId="{927F0821-BB24-4368-A4D4-046EB89F39DD}" type="presParOf" srcId="{0E99BB09-1B86-4308-A570-3981E6DD3A06}" destId="{5B7FC7CF-F58D-48D5-8BCC-38D6EE87890B}" srcOrd="1" destOrd="0" presId="urn:microsoft.com/office/officeart/2017/3/layout/DropPinTimeline#1"/>
    <dgm:cxn modelId="{F517DE46-1EA2-46F3-8833-EE234EEF5B09}" type="presParOf" srcId="{AC377099-4DAE-451C-ADE9-98036E2679B5}" destId="{D2143A46-815A-49BF-9455-C0385022444F}" srcOrd="2" destOrd="0" presId="urn:microsoft.com/office/officeart/2017/3/layout/DropPinTimeline#1"/>
    <dgm:cxn modelId="{75F0F73C-AD49-4A34-842E-A65EF46645BA}" type="presParOf" srcId="{AC377099-4DAE-451C-ADE9-98036E2679B5}" destId="{8E3FB235-DF38-476B-9A0E-B1E583D50944}" srcOrd="3" destOrd="0" presId="urn:microsoft.com/office/officeart/2017/3/layout/DropPinTimeline#1"/>
    <dgm:cxn modelId="{071A2262-20BC-4D30-AB90-12B0A0FEB6EF}" type="presParOf" srcId="{AC377099-4DAE-451C-ADE9-98036E2679B5}" destId="{9AA05CE5-209F-4AD9-BE2C-2A69F76DA8F4}" srcOrd="4" destOrd="0" presId="urn:microsoft.com/office/officeart/2017/3/layout/DropPinTimeline#1"/>
    <dgm:cxn modelId="{0D0471BD-C944-46DB-9B0D-12B6F025E4F4}" type="presParOf" srcId="{AC377099-4DAE-451C-ADE9-98036E2679B5}" destId="{17350C28-DA10-4F3B-9FA2-0FE7C12A4ABE}" srcOrd="5" destOrd="0" presId="urn:microsoft.com/office/officeart/2017/3/layout/DropPinTimeline#1"/>
    <dgm:cxn modelId="{37FF9AEE-1EE5-440D-B822-B54671B03AAC}" type="presParOf" srcId="{E6F74CED-5217-4282-85F1-1C12DC84731C}" destId="{6DA7B85E-9DC6-4F3B-A2BF-09CDEEDB43BC}" srcOrd="1" destOrd="0" presId="urn:microsoft.com/office/officeart/2017/3/layout/DropPinTimeline#1"/>
    <dgm:cxn modelId="{3FF77B45-DC34-4E18-8B7E-49C274966E23}" type="presParOf" srcId="{E6F74CED-5217-4282-85F1-1C12DC84731C}" destId="{CF519A69-9940-494F-8406-D0D876E3CD26}" srcOrd="2" destOrd="0" presId="urn:microsoft.com/office/officeart/2017/3/layout/DropPinTimeline#1"/>
    <dgm:cxn modelId="{4E60349A-D4EB-4BFE-9374-0F079D59B1FC}" type="presParOf" srcId="{CF519A69-9940-494F-8406-D0D876E3CD26}" destId="{714429FF-AAA3-4358-8C5F-1A7F29AA2B7B}" srcOrd="0" destOrd="0" presId="urn:microsoft.com/office/officeart/2017/3/layout/DropPinTimeline#1"/>
    <dgm:cxn modelId="{0B07CD93-B91C-4CAF-B94C-3237B0C6F601}" type="presParOf" srcId="{CF519A69-9940-494F-8406-D0D876E3CD26}" destId="{AB8B1E8E-162B-4E3E-9E31-BA5CFBD3ED9D}" srcOrd="1" destOrd="0" presId="urn:microsoft.com/office/officeart/2017/3/layout/DropPinTimeline#1"/>
    <dgm:cxn modelId="{BB97917A-2BFB-4D8A-94BD-816B0C62D6F6}" type="presParOf" srcId="{AB8B1E8E-162B-4E3E-9E31-BA5CFBD3ED9D}" destId="{358CAA11-0A87-4861-8B4E-913B1EAD1334}" srcOrd="0" destOrd="0" presId="urn:microsoft.com/office/officeart/2017/3/layout/DropPinTimeline#1"/>
    <dgm:cxn modelId="{FDC4D318-B3AD-4E39-8663-3AFB57531D79}" type="presParOf" srcId="{AB8B1E8E-162B-4E3E-9E31-BA5CFBD3ED9D}" destId="{B1A1A837-F261-404B-A808-B2F4154CE8A2}" srcOrd="1" destOrd="0" presId="urn:microsoft.com/office/officeart/2017/3/layout/DropPinTimeline#1"/>
    <dgm:cxn modelId="{7F53703E-9DF0-45E5-AC76-7E0CCD3B06EA}" type="presParOf" srcId="{CF519A69-9940-494F-8406-D0D876E3CD26}" destId="{B5F3F650-2E42-488A-AD4F-C4BD47D19A84}" srcOrd="2" destOrd="0" presId="urn:microsoft.com/office/officeart/2017/3/layout/DropPinTimeline#1"/>
    <dgm:cxn modelId="{B59937ED-9C59-4BBD-AA3C-5D9159504926}" type="presParOf" srcId="{CF519A69-9940-494F-8406-D0D876E3CD26}" destId="{223C5207-4FA2-4A6C-8F43-20BD55767C99}" srcOrd="3" destOrd="0" presId="urn:microsoft.com/office/officeart/2017/3/layout/DropPinTimeline#1"/>
    <dgm:cxn modelId="{470C2FBB-9D40-4F2C-8107-12E2CA0E70BE}" type="presParOf" srcId="{CF519A69-9940-494F-8406-D0D876E3CD26}" destId="{4FE5EB5D-4CEF-4D0D-9394-0534E61844BE}" srcOrd="4" destOrd="0" presId="urn:microsoft.com/office/officeart/2017/3/layout/DropPinTimeline#1"/>
    <dgm:cxn modelId="{C1237DFD-87FD-434B-A5C8-02108EF43081}" type="presParOf" srcId="{CF519A69-9940-494F-8406-D0D876E3CD26}" destId="{EC869059-0AEC-4D98-8C46-CB603A342C72}" srcOrd="5" destOrd="0" presId="urn:microsoft.com/office/officeart/2017/3/layout/DropPinTimeline#1"/>
    <dgm:cxn modelId="{7A1441D0-A5AA-4E6C-9388-511DA29929BF}" type="presParOf" srcId="{E6F74CED-5217-4282-85F1-1C12DC84731C}" destId="{408BA715-9739-461D-BFDE-88EDAE355E60}" srcOrd="3" destOrd="0" presId="urn:microsoft.com/office/officeart/2017/3/layout/DropPinTimeline#1"/>
    <dgm:cxn modelId="{087F2A81-CFD9-4BF8-96FC-2D4ABA32462F}" type="presParOf" srcId="{E6F74CED-5217-4282-85F1-1C12DC84731C}" destId="{D512C7F9-87A6-4BA9-AFAC-03FF1578D945}" srcOrd="4" destOrd="0" presId="urn:microsoft.com/office/officeart/2017/3/layout/DropPinTimeline#1"/>
    <dgm:cxn modelId="{8C6217DA-A763-4946-99A2-03C618C428AF}" type="presParOf" srcId="{D512C7F9-87A6-4BA9-AFAC-03FF1578D945}" destId="{152AD014-AFD0-4700-A468-4D562874339A}" srcOrd="0" destOrd="0" presId="urn:microsoft.com/office/officeart/2017/3/layout/DropPinTimeline#1"/>
    <dgm:cxn modelId="{A6A34287-F5FF-46EE-9A88-F2ECF73903CE}" type="presParOf" srcId="{D512C7F9-87A6-4BA9-AFAC-03FF1578D945}" destId="{6CE2C4D8-4380-442D-A6C2-0B468BF3C74C}" srcOrd="1" destOrd="0" presId="urn:microsoft.com/office/officeart/2017/3/layout/DropPinTimeline#1"/>
    <dgm:cxn modelId="{D28BF9CF-F026-4786-A1AC-F4F785C54591}" type="presParOf" srcId="{6CE2C4D8-4380-442D-A6C2-0B468BF3C74C}" destId="{72C82E90-F103-439C-8371-CFFB0927B9DE}" srcOrd="0" destOrd="0" presId="urn:microsoft.com/office/officeart/2017/3/layout/DropPinTimeline#1"/>
    <dgm:cxn modelId="{E33A6BB5-6D3A-4D44-AEFC-75BAB101C26D}" type="presParOf" srcId="{6CE2C4D8-4380-442D-A6C2-0B468BF3C74C}" destId="{5D519322-C1DD-47AE-92C0-13575134BC76}" srcOrd="1" destOrd="0" presId="urn:microsoft.com/office/officeart/2017/3/layout/DropPinTimeline#1"/>
    <dgm:cxn modelId="{0BFD1614-5731-4306-81F7-E2C949C32A93}" type="presParOf" srcId="{D512C7F9-87A6-4BA9-AFAC-03FF1578D945}" destId="{96DDA0FE-83E2-423C-9F13-58A61EB68487}" srcOrd="2" destOrd="0" presId="urn:microsoft.com/office/officeart/2017/3/layout/DropPinTimeline#1"/>
    <dgm:cxn modelId="{06EDED26-E685-42BC-BFC2-75C7EA695E40}" type="presParOf" srcId="{D512C7F9-87A6-4BA9-AFAC-03FF1578D945}" destId="{2D6C7916-1130-46A8-833B-A6278CBD2192}" srcOrd="3" destOrd="0" presId="urn:microsoft.com/office/officeart/2017/3/layout/DropPinTimeline#1"/>
    <dgm:cxn modelId="{A20C8A5A-2D9A-4EF7-BC83-D5EE4B16698D}" type="presParOf" srcId="{D512C7F9-87A6-4BA9-AFAC-03FF1578D945}" destId="{4D953791-5C2F-4A75-A8F4-6ED7EAB5E015}" srcOrd="4" destOrd="0" presId="urn:microsoft.com/office/officeart/2017/3/layout/DropPinTimeline#1"/>
    <dgm:cxn modelId="{6780D10C-523A-4885-B5BF-84F303790098}" type="presParOf" srcId="{D512C7F9-87A6-4BA9-AFAC-03FF1578D945}" destId="{22A72E40-4DCC-4F48-AADD-29738FD37A2C}" srcOrd="5" destOrd="0" presId="urn:microsoft.com/office/officeart/2017/3/layout/DropPinTimeline#1"/>
    <dgm:cxn modelId="{30EAF1CE-B96B-4CA5-BF13-51DD8040A559}" type="presParOf" srcId="{E6F74CED-5217-4282-85F1-1C12DC84731C}" destId="{E168BB9F-20D9-474F-9E39-4872B40634C6}" srcOrd="5" destOrd="0" presId="urn:microsoft.com/office/officeart/2017/3/layout/DropPinTimeline#1"/>
    <dgm:cxn modelId="{39415FEC-72C6-4C74-A821-E354E744CD96}" type="presParOf" srcId="{E6F74CED-5217-4282-85F1-1C12DC84731C}" destId="{A62622B1-7EF4-49B6-9AC7-B54F0E2A0C74}" srcOrd="6" destOrd="0" presId="urn:microsoft.com/office/officeart/2017/3/layout/DropPinTimeline#1"/>
    <dgm:cxn modelId="{D67F013A-C0A0-41F6-B6F2-E904B1BB7A8F}" type="presParOf" srcId="{A62622B1-7EF4-49B6-9AC7-B54F0E2A0C74}" destId="{14282312-87CB-41BB-A02D-C594BBEF33C7}" srcOrd="0" destOrd="0" presId="urn:microsoft.com/office/officeart/2017/3/layout/DropPinTimeline#1"/>
    <dgm:cxn modelId="{AA55F469-83D2-4E02-B111-0206AAFCAA06}" type="presParOf" srcId="{A62622B1-7EF4-49B6-9AC7-B54F0E2A0C74}" destId="{D554C1A5-AF8E-41FC-A779-25BD6B11F91F}" srcOrd="1" destOrd="0" presId="urn:microsoft.com/office/officeart/2017/3/layout/DropPinTimeline#1"/>
    <dgm:cxn modelId="{033C6509-70C8-4B85-9F92-724CDBB68078}" type="presParOf" srcId="{D554C1A5-AF8E-41FC-A779-25BD6B11F91F}" destId="{17331DD9-74CF-4A3A-86BA-F4B9DBEAB944}" srcOrd="0" destOrd="0" presId="urn:microsoft.com/office/officeart/2017/3/layout/DropPinTimeline#1"/>
    <dgm:cxn modelId="{C7CCDF66-BA72-4EDC-AE16-CAA6317954F0}" type="presParOf" srcId="{D554C1A5-AF8E-41FC-A779-25BD6B11F91F}" destId="{515AAB83-BD07-4B9E-9A3B-858C0B126F9C}" srcOrd="1" destOrd="0" presId="urn:microsoft.com/office/officeart/2017/3/layout/DropPinTimeline#1"/>
    <dgm:cxn modelId="{E8437A29-F853-4553-AB29-152AF603DF52}" type="presParOf" srcId="{A62622B1-7EF4-49B6-9AC7-B54F0E2A0C74}" destId="{08CB2D5A-F46A-4E0E-9575-15F31D04AAC6}" srcOrd="2" destOrd="0" presId="urn:microsoft.com/office/officeart/2017/3/layout/DropPinTimeline#1"/>
    <dgm:cxn modelId="{1F3D9CE2-342F-4335-BD41-5AA59D2BD7BD}" type="presParOf" srcId="{A62622B1-7EF4-49B6-9AC7-B54F0E2A0C74}" destId="{7C1E6B4A-59F7-4018-A403-E1CCAEE78BA1}" srcOrd="3" destOrd="0" presId="urn:microsoft.com/office/officeart/2017/3/layout/DropPinTimeline#1"/>
    <dgm:cxn modelId="{FFF1ACE9-B2B3-4E83-877B-F9633E8EE135}" type="presParOf" srcId="{A62622B1-7EF4-49B6-9AC7-B54F0E2A0C74}" destId="{A03C5372-D306-43AC-B406-6F8183849431}" srcOrd="4" destOrd="0" presId="urn:microsoft.com/office/officeart/2017/3/layout/DropPinTimeline#1"/>
    <dgm:cxn modelId="{D8A09163-94A5-46BD-9FA2-C3372A01AA32}" type="presParOf" srcId="{A62622B1-7EF4-49B6-9AC7-B54F0E2A0C74}" destId="{90926F0B-05E0-48AF-9C69-5C494731F877}" srcOrd="5" destOrd="0" presId="urn:microsoft.com/office/officeart/2017/3/layout/DropPinTimeline#1"/>
    <dgm:cxn modelId="{80084466-50AF-445A-BE2A-0C51919B9169}" type="presParOf" srcId="{E6F74CED-5217-4282-85F1-1C12DC84731C}" destId="{9EA695E3-93D5-405B-8AF6-0B8537A964FD}" srcOrd="7" destOrd="0" presId="urn:microsoft.com/office/officeart/2017/3/layout/DropPinTimeline#1"/>
    <dgm:cxn modelId="{007CF318-F68B-4FFC-ADA6-3D9D6A3AA152}" type="presParOf" srcId="{E6F74CED-5217-4282-85F1-1C12DC84731C}" destId="{05956D37-804F-419D-9E8C-30D41D06DC3E}" srcOrd="8" destOrd="0" presId="urn:microsoft.com/office/officeart/2017/3/layout/DropPinTimeline#1"/>
    <dgm:cxn modelId="{FAB9E562-4579-4BDB-8C1D-AABEAFCB2610}" type="presParOf" srcId="{05956D37-804F-419D-9E8C-30D41D06DC3E}" destId="{58B7B786-A0AD-4662-8D54-C5C572D2C32C}" srcOrd="0" destOrd="0" presId="urn:microsoft.com/office/officeart/2017/3/layout/DropPinTimeline#1"/>
    <dgm:cxn modelId="{8283382D-2F6E-4717-B025-1A8C73B65ADB}" type="presParOf" srcId="{05956D37-804F-419D-9E8C-30D41D06DC3E}" destId="{E4704426-333D-4092-A035-BBC55DB8579D}" srcOrd="1" destOrd="0" presId="urn:microsoft.com/office/officeart/2017/3/layout/DropPinTimeline#1"/>
    <dgm:cxn modelId="{85723DC0-955B-4B2A-AF28-CF8BFFC2E264}" type="presParOf" srcId="{E4704426-333D-4092-A035-BBC55DB8579D}" destId="{A55439AF-6893-479D-8B57-31FBC13C553F}" srcOrd="0" destOrd="0" presId="urn:microsoft.com/office/officeart/2017/3/layout/DropPinTimeline#1"/>
    <dgm:cxn modelId="{91888A85-75D0-4D33-9F39-A49766251D61}" type="presParOf" srcId="{E4704426-333D-4092-A035-BBC55DB8579D}" destId="{A22B1C16-7FF0-4DBE-B32E-E43FEB1E2EAC}" srcOrd="1" destOrd="0" presId="urn:microsoft.com/office/officeart/2017/3/layout/DropPinTimeline#1"/>
    <dgm:cxn modelId="{CD06CDC2-25F5-44FB-B0B1-C39F32E155BE}" type="presParOf" srcId="{05956D37-804F-419D-9E8C-30D41D06DC3E}" destId="{1B55AA6D-649D-4145-93EB-08B866A4D4E5}" srcOrd="2" destOrd="0" presId="urn:microsoft.com/office/officeart/2017/3/layout/DropPinTimeline#1"/>
    <dgm:cxn modelId="{0B21D911-BF72-41CD-BB03-4F9717477846}" type="presParOf" srcId="{05956D37-804F-419D-9E8C-30D41D06DC3E}" destId="{3FA5D5AE-9CAE-4D19-9765-BCEE62095312}" srcOrd="3" destOrd="0" presId="urn:microsoft.com/office/officeart/2017/3/layout/DropPinTimeline#1"/>
    <dgm:cxn modelId="{80BFAECA-ADC5-41A5-BA11-A4CC8D9557A9}" type="presParOf" srcId="{05956D37-804F-419D-9E8C-30D41D06DC3E}" destId="{FE6CA7EB-68EC-4E76-9051-08C4CF370101}" srcOrd="4" destOrd="0" presId="urn:microsoft.com/office/officeart/2017/3/layout/DropPinTimeline#1"/>
    <dgm:cxn modelId="{98E4E629-85DB-45DC-A90A-9FAAB58EFF55}" type="presParOf" srcId="{05956D37-804F-419D-9E8C-30D41D06DC3E}" destId="{070CED43-982E-487C-9CC2-CFAEABD4D2D8}" srcOrd="5" destOrd="0" presId="urn:microsoft.com/office/officeart/2017/3/layout/DropPinTimelin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B275D-8553-0846-A316-484B7B291C97}">
      <dsp:nvSpPr>
        <dsp:cNvPr id="0" name=""/>
        <dsp:cNvSpPr/>
      </dsp:nvSpPr>
      <dsp:spPr>
        <a:xfrm>
          <a:off x="0"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0" anchor="t" anchorCtr="1">
          <a:noAutofit/>
        </a:bodyPr>
        <a:lstStyle/>
        <a:p>
          <a:pPr marL="0" lvl="0" indent="0" algn="ctr" defTabSz="889000" rtl="0">
            <a:lnSpc>
              <a:spcPct val="90000"/>
            </a:lnSpc>
            <a:spcBef>
              <a:spcPct val="0"/>
            </a:spcBef>
            <a:spcAft>
              <a:spcPct val="35000"/>
            </a:spcAft>
            <a:buNone/>
          </a:pPr>
          <a:r>
            <a:rPr lang="vi-VN" sz="2000" kern="1200" noProof="0" dirty="0" err="1">
              <a:latin typeface="Arial" panose="020B0604020202020204" pitchFamily="34" charset="0"/>
              <a:cs typeface="Arial" panose="020B0604020202020204" pitchFamily="34" charset="0"/>
            </a:rPr>
            <a:t>Lập</a:t>
          </a:r>
          <a:r>
            <a:rPr lang="vi-VN" sz="2000" kern="1200" noProof="0" dirty="0">
              <a:latin typeface="Arial" panose="020B0604020202020204" pitchFamily="34" charset="0"/>
              <a:cs typeface="Arial" panose="020B0604020202020204" pitchFamily="34" charset="0"/>
            </a:rPr>
            <a:t> </a:t>
          </a:r>
          <a:r>
            <a:rPr lang="vi-VN" sz="2000" kern="1200" noProof="0" dirty="0" err="1">
              <a:latin typeface="Arial" panose="020B0604020202020204" pitchFamily="34" charset="0"/>
              <a:cs typeface="Arial" panose="020B0604020202020204" pitchFamily="34" charset="0"/>
            </a:rPr>
            <a:t>kế</a:t>
          </a:r>
          <a:r>
            <a:rPr lang="vi-VN" sz="2000" kern="1200" noProof="0" dirty="0">
              <a:latin typeface="Arial" panose="020B0604020202020204" pitchFamily="34" charset="0"/>
              <a:cs typeface="Arial" panose="020B0604020202020204" pitchFamily="34" charset="0"/>
            </a:rPr>
            <a:t> </a:t>
          </a:r>
          <a:r>
            <a:rPr lang="vi-VN" sz="2000" kern="1200" noProof="0" dirty="0" err="1">
              <a:latin typeface="Arial" panose="020B0604020202020204" pitchFamily="34" charset="0"/>
              <a:cs typeface="Arial" panose="020B0604020202020204" pitchFamily="34" charset="0"/>
            </a:rPr>
            <a:t>hoạch</a:t>
          </a:r>
          <a:endParaRPr lang="vi-VN" sz="2000" kern="1200" noProof="0" dirty="0">
            <a:latin typeface="Arial" panose="020B0604020202020204" pitchFamily="34" charset="0"/>
            <a:cs typeface="Arial" panose="020B0604020202020204" pitchFamily="34" charset="0"/>
          </a:endParaRPr>
        </a:p>
        <a:p>
          <a:pPr marL="0" lvl="1" indent="-114300" algn="ctr" defTabSz="622300" rtl="0">
            <a:lnSpc>
              <a:spcPct val="90000"/>
            </a:lnSpc>
            <a:spcBef>
              <a:spcPct val="0"/>
            </a:spcBef>
            <a:spcAft>
              <a:spcPct val="15000"/>
            </a:spcAft>
            <a:buNone/>
          </a:pPr>
          <a:r>
            <a:rPr lang="vi-VN" sz="1400" kern="1200" noProof="0" dirty="0" err="1">
              <a:latin typeface="Arial" panose="020B0604020202020204" pitchFamily="34" charset="0"/>
              <a:cs typeface="Arial" panose="020B0604020202020204" pitchFamily="34" charset="0"/>
            </a:rPr>
            <a:t>Hợp</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lực</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hóa</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có</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thể</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mở</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rộng</a:t>
          </a:r>
          <a:r>
            <a:rPr lang="vi-VN" sz="1400" kern="1200" noProof="0" dirty="0">
              <a:latin typeface="Arial" panose="020B0604020202020204" pitchFamily="34" charset="0"/>
              <a:cs typeface="Arial" panose="020B0604020202020204" pitchFamily="34" charset="0"/>
            </a:rPr>
            <a:t> </a:t>
          </a:r>
          <a:br>
            <a:rPr lang="vi-VN" sz="1400" kern="1200" noProof="0" dirty="0">
              <a:latin typeface="Arial" panose="020B0604020202020204" pitchFamily="34" charset="0"/>
              <a:cs typeface="Arial" panose="020B0604020202020204" pitchFamily="34" charset="0"/>
            </a:rPr>
          </a:br>
          <a:r>
            <a:rPr lang="vi-VN" sz="1400" kern="1200" noProof="0" dirty="0">
              <a:latin typeface="Arial" panose="020B0604020202020204" pitchFamily="34" charset="0"/>
              <a:cs typeface="Arial" panose="020B0604020202020204" pitchFamily="34" charset="0"/>
            </a:rPr>
            <a:t>thương </a:t>
          </a:r>
          <a:r>
            <a:rPr lang="vi-VN" sz="1400" kern="1200" noProof="0" dirty="0" err="1">
              <a:latin typeface="Arial" panose="020B0604020202020204" pitchFamily="34" charset="0"/>
              <a:cs typeface="Arial" panose="020B0604020202020204" pitchFamily="34" charset="0"/>
            </a:rPr>
            <a:t>mại</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điện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tử</a:t>
          </a:r>
          <a:endParaRPr lang="vi-VN" sz="1400" kern="1200" noProof="0" dirty="0">
            <a:latin typeface="Arial" panose="020B0604020202020204" pitchFamily="34" charset="0"/>
            <a:cs typeface="Arial" panose="020B0604020202020204" pitchFamily="34" charset="0"/>
          </a:endParaRPr>
        </a:p>
      </dsp:txBody>
      <dsp:txXfrm>
        <a:off x="0" y="1576348"/>
        <a:ext cx="1892456" cy="1576348"/>
      </dsp:txXfrm>
    </dsp:sp>
    <dsp:sp modelId="{A126BA88-D0F9-AF4A-A7BA-0638E32B45F8}">
      <dsp:nvSpPr>
        <dsp:cNvPr id="0" name=""/>
        <dsp:cNvSpPr/>
      </dsp:nvSpPr>
      <dsp:spPr>
        <a:xfrm>
          <a:off x="53215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DFF6703-D32F-9E47-96B8-A304C47CCB78}">
      <dsp:nvSpPr>
        <dsp:cNvPr id="0" name=""/>
        <dsp:cNvSpPr/>
      </dsp:nvSpPr>
      <dsp:spPr>
        <a:xfrm>
          <a:off x="1946788"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0" anchor="t" anchorCtr="1">
          <a:noAutofit/>
        </a:bodyPr>
        <a:lstStyle/>
        <a:p>
          <a:pPr marL="0" lvl="0" indent="0" algn="ctr" defTabSz="889000" rtl="0">
            <a:lnSpc>
              <a:spcPct val="90000"/>
            </a:lnSpc>
            <a:spcBef>
              <a:spcPct val="0"/>
            </a:spcBef>
            <a:spcAft>
              <a:spcPct val="35000"/>
            </a:spcAft>
            <a:buNone/>
          </a:pPr>
          <a:r>
            <a:rPr lang="vi-VN" sz="2000" kern="1200" noProof="0" dirty="0" err="1">
              <a:latin typeface="Arial" panose="020B0604020202020204" pitchFamily="34" charset="0"/>
              <a:cs typeface="Arial" panose="020B0604020202020204" pitchFamily="34" charset="0"/>
            </a:rPr>
            <a:t>Tiếp</a:t>
          </a:r>
          <a:r>
            <a:rPr lang="vi-VN" sz="2000" kern="1200" noProof="0" dirty="0">
              <a:latin typeface="Arial" panose="020B0604020202020204" pitchFamily="34" charset="0"/>
              <a:cs typeface="Arial" panose="020B0604020202020204" pitchFamily="34" charset="0"/>
            </a:rPr>
            <a:t> </a:t>
          </a:r>
          <a:r>
            <a:rPr lang="vi-VN" sz="2000" kern="1200" noProof="0" dirty="0" err="1">
              <a:latin typeface="Arial" panose="020B0604020202020204" pitchFamily="34" charset="0"/>
              <a:cs typeface="Arial" panose="020B0604020202020204" pitchFamily="34" charset="0"/>
            </a:rPr>
            <a:t>thị</a:t>
          </a:r>
          <a:endParaRPr lang="vi-VN" sz="2000" kern="1200" noProof="0" dirty="0">
            <a:latin typeface="Arial" panose="020B0604020202020204" pitchFamily="34" charset="0"/>
            <a:cs typeface="Arial" panose="020B0604020202020204" pitchFamily="34" charset="0"/>
          </a:endParaRPr>
        </a:p>
        <a:p>
          <a:pPr marL="0" lvl="1" indent="-114300" algn="ctr" defTabSz="622300" rtl="0">
            <a:lnSpc>
              <a:spcPct val="90000"/>
            </a:lnSpc>
            <a:spcBef>
              <a:spcPct val="0"/>
            </a:spcBef>
            <a:spcAft>
              <a:spcPct val="15000"/>
            </a:spcAft>
            <a:buNone/>
          </a:pPr>
          <a:r>
            <a:rPr lang="vi-VN" sz="1400" kern="1200" noProof="0" dirty="0" err="1">
              <a:latin typeface="Arial" panose="020B0604020202020204" pitchFamily="34" charset="0"/>
              <a:cs typeface="Arial" panose="020B0604020202020204" pitchFamily="34" charset="0"/>
            </a:rPr>
            <a:t>Phổ</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biến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các</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số</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liệu</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được</a:t>
          </a:r>
          <a:r>
            <a:rPr lang="vi-VN" sz="1400" kern="1200" noProof="0" dirty="0">
              <a:latin typeface="Arial" panose="020B0604020202020204" pitchFamily="34" charset="0"/>
              <a:cs typeface="Arial" panose="020B0604020202020204" pitchFamily="34" charset="0"/>
            </a:rPr>
            <a:t> tiêu </a:t>
          </a:r>
          <a:r>
            <a:rPr lang="vi-VN" sz="1400" kern="1200" noProof="0" dirty="0" err="1">
              <a:latin typeface="Arial" panose="020B0604020202020204" pitchFamily="34" charset="0"/>
              <a:cs typeface="Arial" panose="020B0604020202020204" pitchFamily="34" charset="0"/>
            </a:rPr>
            <a:t>chuẩn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hóa</a:t>
          </a:r>
          <a:endParaRPr lang="vi-VN" sz="1400" kern="1200" noProof="0" dirty="0">
            <a:latin typeface="Arial" panose="020B0604020202020204" pitchFamily="34" charset="0"/>
            <a:cs typeface="Arial" panose="020B0604020202020204" pitchFamily="34" charset="0"/>
          </a:endParaRPr>
        </a:p>
      </dsp:txBody>
      <dsp:txXfrm>
        <a:off x="1946788" y="1576348"/>
        <a:ext cx="1892456" cy="1576348"/>
      </dsp:txXfrm>
    </dsp:sp>
    <dsp:sp modelId="{EFEB790C-BD5C-F54D-9993-F81422A8AD8E}">
      <dsp:nvSpPr>
        <dsp:cNvPr id="0" name=""/>
        <dsp:cNvSpPr/>
      </dsp:nvSpPr>
      <dsp:spPr>
        <a:xfrm>
          <a:off x="248138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34ABADC-97F5-A547-823D-7594A86D79D3}">
      <dsp:nvSpPr>
        <dsp:cNvPr id="0" name=""/>
        <dsp:cNvSpPr/>
      </dsp:nvSpPr>
      <dsp:spPr>
        <a:xfrm>
          <a:off x="3901903"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0" anchor="t" anchorCtr="1">
          <a:noAutofit/>
        </a:bodyPr>
        <a:lstStyle/>
        <a:p>
          <a:pPr marL="0" lvl="0" indent="0" algn="ctr" defTabSz="889000" rtl="0">
            <a:lnSpc>
              <a:spcPct val="90000"/>
            </a:lnSpc>
            <a:spcBef>
              <a:spcPct val="0"/>
            </a:spcBef>
            <a:spcAft>
              <a:spcPct val="35000"/>
            </a:spcAft>
            <a:buNone/>
          </a:pPr>
          <a:r>
            <a:rPr lang="vi-VN" sz="2000" kern="1200" noProof="0" dirty="0" err="1">
              <a:latin typeface="Arial" panose="020B0604020202020204" pitchFamily="34" charset="0"/>
              <a:cs typeface="Arial" panose="020B0604020202020204" pitchFamily="34" charset="0"/>
            </a:rPr>
            <a:t>Thiết</a:t>
          </a:r>
          <a:r>
            <a:rPr lang="vi-VN" sz="2000" kern="1200" noProof="0" dirty="0">
              <a:latin typeface="Arial" panose="020B0604020202020204" pitchFamily="34" charset="0"/>
              <a:cs typeface="Arial" panose="020B0604020202020204" pitchFamily="34" charset="0"/>
            </a:rPr>
            <a:t> </a:t>
          </a:r>
          <a:r>
            <a:rPr lang="vi-VN" sz="2000" kern="1200" noProof="0" dirty="0" err="1">
              <a:latin typeface="Arial" panose="020B0604020202020204" pitchFamily="34" charset="0"/>
              <a:cs typeface="Arial" panose="020B0604020202020204" pitchFamily="34" charset="0"/>
            </a:rPr>
            <a:t>kế</a:t>
          </a:r>
          <a:endParaRPr lang="vi-VN" sz="2000" kern="1200" noProof="0" dirty="0">
            <a:latin typeface="Arial" panose="020B0604020202020204" pitchFamily="34" charset="0"/>
            <a:cs typeface="Arial" panose="020B0604020202020204" pitchFamily="34" charset="0"/>
          </a:endParaRPr>
        </a:p>
        <a:p>
          <a:pPr marL="0" lvl="1" indent="-114300" algn="ctr" defTabSz="622300" rtl="0">
            <a:lnSpc>
              <a:spcPct val="90000"/>
            </a:lnSpc>
            <a:spcBef>
              <a:spcPct val="0"/>
            </a:spcBef>
            <a:spcAft>
              <a:spcPct val="15000"/>
            </a:spcAft>
            <a:buNone/>
          </a:pPr>
          <a:r>
            <a:rPr lang="vi-VN" sz="1400" kern="1200" noProof="0" dirty="0" err="1">
              <a:latin typeface="Arial" panose="020B0604020202020204" pitchFamily="34" charset="0"/>
              <a:cs typeface="Arial" panose="020B0604020202020204" pitchFamily="34" charset="0"/>
            </a:rPr>
            <a:t>Phối</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hợp</a:t>
          </a:r>
          <a:endParaRPr lang="vi-VN" sz="1400" kern="1200" noProof="0" dirty="0">
            <a:latin typeface="Arial" panose="020B0604020202020204" pitchFamily="34" charset="0"/>
            <a:cs typeface="Arial" panose="020B0604020202020204" pitchFamily="34" charset="0"/>
          </a:endParaRPr>
        </a:p>
        <a:p>
          <a:pPr marL="0" lvl="1" indent="-114300" algn="ctr" defTabSz="622300" rtl="0">
            <a:lnSpc>
              <a:spcPct val="90000"/>
            </a:lnSpc>
            <a:spcBef>
              <a:spcPct val="0"/>
            </a:spcBef>
            <a:spcAft>
              <a:spcPct val="15000"/>
            </a:spcAft>
            <a:buNone/>
          </a:pPr>
          <a:r>
            <a:rPr lang="vi-VN" sz="1400" kern="1200" noProof="0" dirty="0" err="1">
              <a:latin typeface="Arial" panose="020B0604020202020204" pitchFamily="34" charset="0"/>
              <a:cs typeface="Arial" panose="020B0604020202020204" pitchFamily="34" charset="0"/>
            </a:rPr>
            <a:t>các</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ứng</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dụng</a:t>
          </a:r>
          <a:r>
            <a:rPr lang="vi-VN" sz="1400" kern="1200" noProof="0" dirty="0">
              <a:latin typeface="Arial" panose="020B0604020202020204" pitchFamily="34" charset="0"/>
              <a:cs typeface="Arial" panose="020B0604020202020204" pitchFamily="34" charset="0"/>
            </a:rPr>
            <a:t> kinh doanh </a:t>
          </a:r>
          <a:r>
            <a:rPr lang="vi-VN" sz="1400" kern="1200" noProof="0" dirty="0" err="1">
              <a:latin typeface="Arial" panose="020B0604020202020204" pitchFamily="34" charset="0"/>
              <a:cs typeface="Arial" panose="020B0604020202020204" pitchFamily="34" charset="0"/>
            </a:rPr>
            <a:t>điện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tử</a:t>
          </a:r>
          <a:endParaRPr lang="vi-VN" sz="1400" kern="1200" noProof="0" dirty="0">
            <a:latin typeface="Arial" panose="020B0604020202020204" pitchFamily="34" charset="0"/>
            <a:cs typeface="Arial" panose="020B0604020202020204" pitchFamily="34" charset="0"/>
          </a:endParaRPr>
        </a:p>
      </dsp:txBody>
      <dsp:txXfrm>
        <a:off x="3901903" y="1576348"/>
        <a:ext cx="1892456" cy="1576348"/>
      </dsp:txXfrm>
    </dsp:sp>
    <dsp:sp modelId="{CC076D56-4BB0-7246-9039-788AB439DAF0}">
      <dsp:nvSpPr>
        <dsp:cNvPr id="0" name=""/>
        <dsp:cNvSpPr/>
      </dsp:nvSpPr>
      <dsp:spPr>
        <a:xfrm>
          <a:off x="443061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28C9BA8-C3B3-F947-915F-EE2FD2FCA9A5}">
      <dsp:nvSpPr>
        <dsp:cNvPr id="0" name=""/>
        <dsp:cNvSpPr/>
      </dsp:nvSpPr>
      <dsp:spPr>
        <a:xfrm>
          <a:off x="5847689"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0" anchor="t" anchorCtr="1">
          <a:noAutofit/>
        </a:bodyPr>
        <a:lstStyle/>
        <a:p>
          <a:pPr marL="0" lvl="0" indent="0" algn="ctr" defTabSz="889000" rtl="0">
            <a:lnSpc>
              <a:spcPct val="90000"/>
            </a:lnSpc>
            <a:spcBef>
              <a:spcPct val="0"/>
            </a:spcBef>
            <a:spcAft>
              <a:spcPct val="35000"/>
            </a:spcAft>
            <a:buNone/>
          </a:pPr>
          <a:r>
            <a:rPr lang="vi-VN" sz="2000" kern="1200" noProof="0" dirty="0" err="1">
              <a:latin typeface="Arial" panose="020B0604020202020204" pitchFamily="34" charset="0"/>
              <a:cs typeface="Arial" panose="020B0604020202020204" pitchFamily="34" charset="0"/>
            </a:rPr>
            <a:t>Chiến</a:t>
          </a:r>
          <a:r>
            <a:rPr lang="vi-VN" sz="2000" kern="1200" noProof="0" dirty="0">
              <a:latin typeface="Arial" panose="020B0604020202020204" pitchFamily="34" charset="0"/>
              <a:cs typeface="Arial" panose="020B0604020202020204" pitchFamily="34" charset="0"/>
            </a:rPr>
            <a:t> </a:t>
          </a:r>
          <a:r>
            <a:rPr lang="vi-VN" sz="2000" kern="1200" noProof="0" dirty="0" err="1">
              <a:latin typeface="Arial" panose="020B0604020202020204" pitchFamily="34" charset="0"/>
              <a:cs typeface="Arial" panose="020B0604020202020204" pitchFamily="34" charset="0"/>
            </a:rPr>
            <a:t>lược</a:t>
          </a:r>
          <a:endParaRPr lang="vi-VN" sz="2000" kern="1200" noProof="0" dirty="0">
            <a:latin typeface="Arial" panose="020B0604020202020204" pitchFamily="34" charset="0"/>
            <a:cs typeface="Arial" panose="020B0604020202020204" pitchFamily="34" charset="0"/>
          </a:endParaRPr>
        </a:p>
        <a:p>
          <a:pPr marL="0" lvl="1" indent="-114300" algn="ctr" defTabSz="622300" rtl="0">
            <a:lnSpc>
              <a:spcPct val="90000"/>
            </a:lnSpc>
            <a:spcBef>
              <a:spcPct val="0"/>
            </a:spcBef>
            <a:spcAft>
              <a:spcPct val="15000"/>
            </a:spcAft>
            <a:buNone/>
          </a:pPr>
          <a:r>
            <a:rPr lang="vi-VN" sz="1400" kern="1200" noProof="0" dirty="0" err="1">
              <a:latin typeface="Arial" panose="020B0604020202020204" pitchFamily="34" charset="0"/>
              <a:cs typeface="Arial" panose="020B0604020202020204" pitchFamily="34" charset="0"/>
            </a:rPr>
            <a:t>Khuyến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khích</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các</a:t>
          </a:r>
          <a:r>
            <a:rPr lang="vi-VN" sz="1400" kern="1200" noProof="0" dirty="0">
              <a:latin typeface="Arial" panose="020B0604020202020204" pitchFamily="34" charset="0"/>
              <a:cs typeface="Arial" panose="020B0604020202020204" pitchFamily="34" charset="0"/>
            </a:rPr>
            <a:t> phương </a:t>
          </a:r>
          <a:r>
            <a:rPr lang="vi-VN" sz="1400" kern="1200" noProof="0" dirty="0" err="1">
              <a:latin typeface="Arial" panose="020B0604020202020204" pitchFamily="34" charset="0"/>
              <a:cs typeface="Arial" panose="020B0604020202020204" pitchFamily="34" charset="0"/>
            </a:rPr>
            <a:t>pháp</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luận</a:t>
          </a:r>
          <a:r>
            <a:rPr lang="vi-VN" sz="1400" kern="1200" noProof="0" dirty="0">
              <a:latin typeface="Arial" panose="020B0604020202020204" pitchFamily="34" charset="0"/>
              <a:cs typeface="Arial" panose="020B0604020202020204" pitchFamily="34" charset="0"/>
            </a:rPr>
            <a:t> ưu </a:t>
          </a:r>
          <a:r>
            <a:rPr lang="vi-VN" sz="1400" kern="1200" noProof="0" dirty="0" err="1">
              <a:latin typeface="Arial" panose="020B0604020202020204" pitchFamily="34" charset="0"/>
              <a:cs typeface="Arial" panose="020B0604020202020204" pitchFamily="34" charset="0"/>
            </a:rPr>
            <a:t>việt</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toàn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diện</a:t>
          </a:r>
          <a:endParaRPr lang="vi-VN" sz="1400" kern="1200" noProof="0" dirty="0">
            <a:latin typeface="Arial" panose="020B0604020202020204" pitchFamily="34" charset="0"/>
            <a:cs typeface="Arial" panose="020B0604020202020204" pitchFamily="34" charset="0"/>
          </a:endParaRPr>
        </a:p>
      </dsp:txBody>
      <dsp:txXfrm>
        <a:off x="5847689" y="1576348"/>
        <a:ext cx="1892456" cy="1576348"/>
      </dsp:txXfrm>
    </dsp:sp>
    <dsp:sp modelId="{FDF2BC93-305C-D94B-A6C2-ED9CE7F40C2F}">
      <dsp:nvSpPr>
        <dsp:cNvPr id="0" name=""/>
        <dsp:cNvSpPr/>
      </dsp:nvSpPr>
      <dsp:spPr>
        <a:xfrm>
          <a:off x="6379844"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3C20AF0-FA1E-3C4A-AD07-551A27BE2B92}">
      <dsp:nvSpPr>
        <dsp:cNvPr id="0" name=""/>
        <dsp:cNvSpPr/>
      </dsp:nvSpPr>
      <dsp:spPr>
        <a:xfrm>
          <a:off x="7796918" y="0"/>
          <a:ext cx="1892456" cy="3940870"/>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rtlCol="0" anchor="t" anchorCtr="1">
          <a:noAutofit/>
        </a:bodyPr>
        <a:lstStyle/>
        <a:p>
          <a:pPr marL="0" lvl="0" indent="0" algn="ctr" defTabSz="889000" rtl="0">
            <a:lnSpc>
              <a:spcPct val="90000"/>
            </a:lnSpc>
            <a:spcBef>
              <a:spcPct val="0"/>
            </a:spcBef>
            <a:spcAft>
              <a:spcPct val="35000"/>
            </a:spcAft>
            <a:buNone/>
          </a:pPr>
          <a:r>
            <a:rPr lang="vi-VN" sz="2000" kern="1200" noProof="0" dirty="0">
              <a:latin typeface="Arial" panose="020B0604020202020204" pitchFamily="34" charset="0"/>
              <a:cs typeface="Arial" panose="020B0604020202020204" pitchFamily="34" charset="0"/>
            </a:rPr>
            <a:t>Ra </a:t>
          </a:r>
          <a:r>
            <a:rPr lang="vi-VN" sz="2000" kern="1200" noProof="0" dirty="0" err="1">
              <a:latin typeface="Arial" panose="020B0604020202020204" pitchFamily="34" charset="0"/>
              <a:cs typeface="Arial" panose="020B0604020202020204" pitchFamily="34" charset="0"/>
            </a:rPr>
            <a:t>mắt</a:t>
          </a:r>
          <a:endParaRPr lang="vi-VN" sz="2000" kern="1200" noProof="0" dirty="0">
            <a:latin typeface="Arial" panose="020B0604020202020204" pitchFamily="34" charset="0"/>
            <a:cs typeface="Arial" panose="020B0604020202020204" pitchFamily="34" charset="0"/>
          </a:endParaRPr>
        </a:p>
        <a:p>
          <a:pPr marL="0" lvl="1" indent="-114300" algn="ctr" defTabSz="622300" rtl="0">
            <a:lnSpc>
              <a:spcPct val="90000"/>
            </a:lnSpc>
            <a:spcBef>
              <a:spcPct val="0"/>
            </a:spcBef>
            <a:spcAft>
              <a:spcPct val="15000"/>
            </a:spcAft>
            <a:buNone/>
          </a:pPr>
          <a:r>
            <a:rPr lang="vi-VN" sz="1400" kern="1200" noProof="0" dirty="0" err="1">
              <a:latin typeface="Arial" panose="020B0604020202020204" pitchFamily="34" charset="0"/>
              <a:cs typeface="Arial" panose="020B0604020202020204" pitchFamily="34" charset="0"/>
            </a:rPr>
            <a:t>Triển</a:t>
          </a:r>
          <a:r>
            <a:rPr lang="vi-VN" sz="1400" kern="1200" noProof="0" dirty="0">
              <a:latin typeface="Arial" panose="020B0604020202020204" pitchFamily="34" charset="0"/>
              <a:cs typeface="Arial" panose="020B0604020202020204" pitchFamily="34" charset="0"/>
            </a:rPr>
            <a:t> khai </a:t>
          </a:r>
          <a:r>
            <a:rPr lang="vi-VN" sz="1400" kern="1200" noProof="0" dirty="0" err="1">
              <a:latin typeface="Arial" panose="020B0604020202020204" pitchFamily="34" charset="0"/>
              <a:cs typeface="Arial" panose="020B0604020202020204" pitchFamily="34" charset="0"/>
            </a:rPr>
            <a:t>các</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mạng</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chiến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lược</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với</a:t>
          </a:r>
          <a:r>
            <a:rPr lang="vi-VN" sz="1400" kern="1200" noProof="0" dirty="0">
              <a:latin typeface="Arial" panose="020B0604020202020204" pitchFamily="34" charset="0"/>
              <a:cs typeface="Arial" panose="020B0604020202020204" pitchFamily="34" charset="0"/>
            </a:rPr>
            <a:t> nhu </a:t>
          </a:r>
          <a:r>
            <a:rPr lang="vi-VN" sz="1400" kern="1200" noProof="0" dirty="0" err="1">
              <a:latin typeface="Arial" panose="020B0604020202020204" pitchFamily="34" charset="0"/>
              <a:cs typeface="Arial" panose="020B0604020202020204" pitchFamily="34" charset="0"/>
            </a:rPr>
            <a:t>cầu</a:t>
          </a:r>
          <a:r>
            <a:rPr lang="vi-VN" sz="1400" kern="1200" noProof="0" dirty="0">
              <a:latin typeface="Arial" panose="020B0604020202020204" pitchFamily="34" charset="0"/>
              <a:cs typeface="Arial" panose="020B0604020202020204" pitchFamily="34" charset="0"/>
            </a:rPr>
            <a:t> kinh doanh </a:t>
          </a:r>
          <a:r>
            <a:rPr lang="vi-VN" sz="1400" kern="1200" noProof="0" dirty="0" err="1">
              <a:latin typeface="Arial" panose="020B0604020202020204" pitchFamily="34" charset="0"/>
              <a:cs typeface="Arial" panose="020B0604020202020204" pitchFamily="34" charset="0"/>
            </a:rPr>
            <a:t>điện</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tử</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hấp</a:t>
          </a:r>
          <a:r>
            <a:rPr lang="vi-VN" sz="1400" kern="1200" noProof="0" dirty="0">
              <a:latin typeface="Arial" panose="020B0604020202020204" pitchFamily="34" charset="0"/>
              <a:cs typeface="Arial" panose="020B0604020202020204" pitchFamily="34" charset="0"/>
            </a:rPr>
            <a:t> </a:t>
          </a:r>
          <a:r>
            <a:rPr lang="vi-VN" sz="1400" kern="1200" noProof="0" dirty="0" err="1">
              <a:latin typeface="Arial" panose="020B0604020202020204" pitchFamily="34" charset="0"/>
              <a:cs typeface="Arial" panose="020B0604020202020204" pitchFamily="34" charset="0"/>
            </a:rPr>
            <a:t>dẫn</a:t>
          </a:r>
          <a:endParaRPr lang="vi-VN" sz="1400" kern="1200" noProof="0" dirty="0">
            <a:latin typeface="Arial" panose="020B0604020202020204" pitchFamily="34" charset="0"/>
            <a:cs typeface="Arial" panose="020B0604020202020204" pitchFamily="34" charset="0"/>
          </a:endParaRPr>
        </a:p>
      </dsp:txBody>
      <dsp:txXfrm>
        <a:off x="7796918" y="1576348"/>
        <a:ext cx="1892456" cy="1576348"/>
      </dsp:txXfrm>
    </dsp:sp>
    <dsp:sp modelId="{916140F0-4F43-9F45-8310-FCCA12DDE514}">
      <dsp:nvSpPr>
        <dsp:cNvPr id="0" name=""/>
        <dsp:cNvSpPr/>
      </dsp:nvSpPr>
      <dsp:spPr>
        <a:xfrm>
          <a:off x="8329073" y="478533"/>
          <a:ext cx="828146" cy="828146"/>
        </a:xfrm>
        <a:prstGeom prst="ellipse">
          <a:avLst/>
        </a:prstGeom>
        <a:solidFill>
          <a:schemeClr val="accent1">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107607C-A87A-3347-81F6-106C527DBD58}">
      <dsp:nvSpPr>
        <dsp:cNvPr id="0" name=""/>
        <dsp:cNvSpPr/>
      </dsp:nvSpPr>
      <dsp:spPr>
        <a:xfrm>
          <a:off x="400054" y="3040375"/>
          <a:ext cx="8914225" cy="591130"/>
        </a:xfrm>
        <a:prstGeom prst="leftRightArrow">
          <a:avLst/>
        </a:prstGeom>
        <a:solidFill>
          <a:schemeClr val="accent2">
            <a:tint val="40000"/>
            <a:hueOff val="0"/>
            <a:satOff val="0"/>
            <a:lumOff val="0"/>
            <a:alpha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ACCBB-6709-4071-B389-3BB226B3A586}">
      <dsp:nvSpPr>
        <dsp:cNvPr id="0" name=""/>
        <dsp:cNvSpPr/>
      </dsp:nvSpPr>
      <dsp:spPr>
        <a:xfrm>
          <a:off x="0" y="2181504"/>
          <a:ext cx="9779182" cy="0"/>
        </a:xfrm>
        <a:prstGeom prst="line">
          <a:avLst/>
        </a:prstGeom>
        <a:solidFill>
          <a:schemeClr val="lt1">
            <a:alpha val="90000"/>
            <a:hueOff val="0"/>
            <a:satOff val="0"/>
            <a:lumOff val="0"/>
            <a:alphaOff val="0"/>
          </a:schemeClr>
        </a:solidFill>
        <a:ln w="19050" cap="flat" cmpd="sng" algn="ctr">
          <a:solidFill>
            <a:schemeClr val="accent2">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0ED6E8D6-BD44-4400-BC14-1BC75CB979A3}">
      <dsp:nvSpPr>
        <dsp:cNvPr id="0" name=""/>
        <dsp:cNvSpPr/>
      </dsp:nvSpPr>
      <dsp:spPr>
        <a:xfrm rot="8100000">
          <a:off x="69819" y="502751"/>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7FC7CF-F58D-48D5-8BCC-38D6EE87890B}">
      <dsp:nvSpPr>
        <dsp:cNvPr id="0" name=""/>
        <dsp:cNvSpPr/>
      </dsp:nvSpPr>
      <dsp:spPr>
        <a:xfrm>
          <a:off x="105463" y="538395"/>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2143A46-815A-49BF-9455-C0385022444F}">
      <dsp:nvSpPr>
        <dsp:cNvPr id="0" name=""/>
        <dsp:cNvSpPr/>
      </dsp:nvSpPr>
      <dsp:spPr>
        <a:xfrm>
          <a:off x="655770" y="890053"/>
          <a:ext cx="2321488"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rtlCol="0" anchor="t" anchorCtr="0">
          <a:noAutofit/>
        </a:bodyPr>
        <a:lstStyle/>
        <a:p>
          <a:pPr marL="0" lvl="0" indent="0" algn="l" defTabSz="622300">
            <a:lnSpc>
              <a:spcPct val="90000"/>
            </a:lnSpc>
            <a:spcBef>
              <a:spcPct val="0"/>
            </a:spcBef>
            <a:spcAft>
              <a:spcPct val="35000"/>
            </a:spcAft>
            <a:buNone/>
          </a:pPr>
          <a:r>
            <a:rPr lang="vi-VN" sz="1400" b="0" kern="1200" noProof="0" dirty="0" err="1">
              <a:solidFill>
                <a:schemeClr val="bg1"/>
              </a:solidFill>
              <a:latin typeface="Arial" panose="020B0604020202020204" pitchFamily="34" charset="0"/>
              <a:cs typeface="Arial" panose="020B0604020202020204" pitchFamily="34" charset="0"/>
            </a:rPr>
            <a:t>Hợp</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lực</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hóa</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có</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thể</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mở</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rộng</a:t>
          </a:r>
          <a:br>
            <a:rPr lang="vi-VN" sz="1400" b="0" kern="1200" noProof="0" dirty="0">
              <a:solidFill>
                <a:schemeClr val="bg1"/>
              </a:solidFill>
              <a:latin typeface="Arial" panose="020B0604020202020204" pitchFamily="34" charset="0"/>
              <a:cs typeface="Arial" panose="020B0604020202020204" pitchFamily="34" charset="0"/>
            </a:rPr>
          </a:br>
          <a:r>
            <a:rPr lang="vi-VN" sz="1400" b="0" kern="1200" noProof="0" dirty="0">
              <a:solidFill>
                <a:schemeClr val="bg1"/>
              </a:solidFill>
              <a:latin typeface="Arial" panose="020B0604020202020204" pitchFamily="34" charset="0"/>
              <a:cs typeface="Arial" panose="020B0604020202020204" pitchFamily="34" charset="0"/>
            </a:rPr>
            <a:t>thương </a:t>
          </a:r>
          <a:r>
            <a:rPr lang="vi-VN" sz="1400" b="0" kern="1200" noProof="0" dirty="0" err="1">
              <a:solidFill>
                <a:schemeClr val="bg1"/>
              </a:solidFill>
              <a:latin typeface="Arial" panose="020B0604020202020204" pitchFamily="34" charset="0"/>
              <a:cs typeface="Arial" panose="020B0604020202020204" pitchFamily="34" charset="0"/>
            </a:rPr>
            <a:t>mại</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điện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tử</a:t>
          </a:r>
          <a:endParaRPr lang="vi-VN" sz="1400" b="0" kern="1200" noProof="0" dirty="0">
            <a:solidFill>
              <a:schemeClr val="bg1"/>
            </a:solidFill>
            <a:latin typeface="Arial" panose="020B0604020202020204" pitchFamily="34" charset="0"/>
            <a:cs typeface="Arial" panose="020B0604020202020204" pitchFamily="34" charset="0"/>
          </a:endParaRPr>
        </a:p>
      </dsp:txBody>
      <dsp:txXfrm>
        <a:off x="655770" y="890053"/>
        <a:ext cx="2321488" cy="1291450"/>
      </dsp:txXfrm>
    </dsp:sp>
    <dsp:sp modelId="{8E3FB235-DF38-476B-9A0E-B1E583D50944}">
      <dsp:nvSpPr>
        <dsp:cNvPr id="0" name=""/>
        <dsp:cNvSpPr/>
      </dsp:nvSpPr>
      <dsp:spPr>
        <a:xfrm>
          <a:off x="655770" y="436300"/>
          <a:ext cx="2321488"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rtlCol="0" anchor="ctr" anchorCtr="0">
          <a:noAutofit/>
        </a:bodyPr>
        <a:lstStyle/>
        <a:p>
          <a:pPr marL="0" lvl="0" indent="0" algn="l" defTabSz="800100">
            <a:lnSpc>
              <a:spcPct val="90000"/>
            </a:lnSpc>
            <a:spcBef>
              <a:spcPct val="0"/>
            </a:spcBef>
            <a:spcAft>
              <a:spcPct val="35000"/>
            </a:spcAft>
            <a:buNone/>
            <a:defRPr b="1"/>
          </a:pPr>
          <a:r>
            <a:rPr lang="vi-VN" sz="1800" b="1" kern="1200" noProof="0" dirty="0">
              <a:solidFill>
                <a:schemeClr val="bg1"/>
              </a:solidFill>
              <a:latin typeface="Arial" panose="020B0604020202020204" pitchFamily="34" charset="0"/>
              <a:cs typeface="Arial" panose="020B0604020202020204" pitchFamily="34" charset="0"/>
            </a:rPr>
            <a:t>Thg9 20XX</a:t>
          </a:r>
        </a:p>
      </dsp:txBody>
      <dsp:txXfrm>
        <a:off x="655770" y="436300"/>
        <a:ext cx="2321488" cy="453752"/>
      </dsp:txXfrm>
    </dsp:sp>
    <dsp:sp modelId="{9AA05CE5-209F-4AD9-BE2C-2A69F76DA8F4}">
      <dsp:nvSpPr>
        <dsp:cNvPr id="0" name=""/>
        <dsp:cNvSpPr/>
      </dsp:nvSpPr>
      <dsp:spPr>
        <a:xfrm>
          <a:off x="230245" y="890053"/>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B6C94ECD-6415-4250-B4AD-F67BF5BECFB8}">
      <dsp:nvSpPr>
        <dsp:cNvPr id="0" name=""/>
        <dsp:cNvSpPr/>
      </dsp:nvSpPr>
      <dsp:spPr>
        <a:xfrm>
          <a:off x="189408" y="2140666"/>
          <a:ext cx="81675" cy="81675"/>
        </a:xfrm>
        <a:prstGeom prst="ellipse">
          <a:avLst/>
        </a:prstGeom>
        <a:solidFill>
          <a:schemeClr val="accent2">
            <a:shade val="90000"/>
            <a:hueOff val="0"/>
            <a:satOff val="0"/>
            <a:lumOff val="0"/>
            <a:alphaOff val="0"/>
          </a:schemeClr>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8CAA11-0A87-4861-8B4E-913B1EAD1334}">
      <dsp:nvSpPr>
        <dsp:cNvPr id="0" name=""/>
        <dsp:cNvSpPr/>
      </dsp:nvSpPr>
      <dsp:spPr>
        <a:xfrm rot="18900000">
          <a:off x="1707641" y="3539404"/>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A1A837-F261-404B-A808-B2F4154CE8A2}">
      <dsp:nvSpPr>
        <dsp:cNvPr id="0" name=""/>
        <dsp:cNvSpPr/>
      </dsp:nvSpPr>
      <dsp:spPr>
        <a:xfrm>
          <a:off x="1743285" y="3575048"/>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5F3F650-2E42-488A-AD4F-C4BD47D19A84}">
      <dsp:nvSpPr>
        <dsp:cNvPr id="0" name=""/>
        <dsp:cNvSpPr/>
      </dsp:nvSpPr>
      <dsp:spPr>
        <a:xfrm>
          <a:off x="2292766" y="2181504"/>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88900" numCol="1" spcCol="1270" rtlCol="0" anchor="b" anchorCtr="0">
          <a:noAutofit/>
        </a:bodyPr>
        <a:lstStyle/>
        <a:p>
          <a:pPr marL="0" lvl="0" indent="0" algn="l" defTabSz="622300">
            <a:lnSpc>
              <a:spcPct val="90000"/>
            </a:lnSpc>
            <a:spcBef>
              <a:spcPct val="0"/>
            </a:spcBef>
            <a:spcAft>
              <a:spcPct val="35000"/>
            </a:spcAft>
            <a:buNone/>
          </a:pPr>
          <a:r>
            <a:rPr lang="vi-VN" sz="1400" b="0" kern="1200" noProof="0" dirty="0" err="1">
              <a:solidFill>
                <a:schemeClr val="bg1"/>
              </a:solidFill>
              <a:latin typeface="Arial" panose="020B0604020202020204" pitchFamily="34" charset="0"/>
              <a:cs typeface="Arial" panose="020B0604020202020204" pitchFamily="34" charset="0"/>
            </a:rPr>
            <a:t>Phổ</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biến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các</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số</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liệu</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được</a:t>
          </a:r>
          <a:r>
            <a:rPr lang="vi-VN" sz="1400" b="0" kern="1200" noProof="0" dirty="0">
              <a:solidFill>
                <a:schemeClr val="bg1"/>
              </a:solidFill>
              <a:latin typeface="Arial" panose="020B0604020202020204" pitchFamily="34" charset="0"/>
              <a:cs typeface="Arial" panose="020B0604020202020204" pitchFamily="34" charset="0"/>
            </a:rPr>
            <a:t> tiêu </a:t>
          </a:r>
          <a:r>
            <a:rPr lang="vi-VN" sz="1400" b="0" kern="1200" noProof="0" dirty="0" err="1">
              <a:solidFill>
                <a:schemeClr val="bg1"/>
              </a:solidFill>
              <a:latin typeface="Arial" panose="020B0604020202020204" pitchFamily="34" charset="0"/>
              <a:cs typeface="Arial" panose="020B0604020202020204" pitchFamily="34" charset="0"/>
            </a:rPr>
            <a:t>chuẩn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hóa</a:t>
          </a:r>
          <a:endParaRPr lang="vi-VN" sz="1400" b="0" kern="1200" noProof="0" dirty="0">
            <a:solidFill>
              <a:schemeClr val="bg1"/>
            </a:solidFill>
            <a:latin typeface="Arial" panose="020B0604020202020204" pitchFamily="34" charset="0"/>
            <a:cs typeface="Arial" panose="020B0604020202020204" pitchFamily="34" charset="0"/>
          </a:endParaRPr>
        </a:p>
      </dsp:txBody>
      <dsp:txXfrm>
        <a:off x="2292766" y="2181504"/>
        <a:ext cx="2311834" cy="1291450"/>
      </dsp:txXfrm>
    </dsp:sp>
    <dsp:sp modelId="{223C5207-4FA2-4A6C-8F43-20BD55767C99}">
      <dsp:nvSpPr>
        <dsp:cNvPr id="0" name=""/>
        <dsp:cNvSpPr/>
      </dsp:nvSpPr>
      <dsp:spPr>
        <a:xfrm>
          <a:off x="2292766" y="3472954"/>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rtlCol="0" anchor="ctr" anchorCtr="0">
          <a:noAutofit/>
        </a:bodyPr>
        <a:lstStyle/>
        <a:p>
          <a:pPr marL="0" lvl="0" indent="0" algn="l" defTabSz="800100">
            <a:lnSpc>
              <a:spcPct val="90000"/>
            </a:lnSpc>
            <a:spcBef>
              <a:spcPct val="0"/>
            </a:spcBef>
            <a:spcAft>
              <a:spcPct val="35000"/>
            </a:spcAft>
            <a:buNone/>
            <a:defRPr b="1"/>
          </a:pPr>
          <a:r>
            <a:rPr lang="vi-VN" sz="1800" b="1" kern="1200" noProof="0" dirty="0">
              <a:solidFill>
                <a:schemeClr val="bg1"/>
              </a:solidFill>
              <a:latin typeface="Arial" panose="020B0604020202020204" pitchFamily="34" charset="0"/>
              <a:cs typeface="Arial" panose="020B0604020202020204" pitchFamily="34" charset="0"/>
            </a:rPr>
            <a:t>Thg11 20XX</a:t>
          </a:r>
        </a:p>
      </dsp:txBody>
      <dsp:txXfrm>
        <a:off x="2292766" y="3472954"/>
        <a:ext cx="2311834" cy="453752"/>
      </dsp:txXfrm>
    </dsp:sp>
    <dsp:sp modelId="{4FE5EB5D-4CEF-4D0D-9394-0534E61844BE}">
      <dsp:nvSpPr>
        <dsp:cNvPr id="0" name=""/>
        <dsp:cNvSpPr/>
      </dsp:nvSpPr>
      <dsp:spPr>
        <a:xfrm>
          <a:off x="1868067" y="2181504"/>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714429FF-AAA3-4358-8C5F-1A7F29AA2B7B}">
      <dsp:nvSpPr>
        <dsp:cNvPr id="0" name=""/>
        <dsp:cNvSpPr/>
      </dsp:nvSpPr>
      <dsp:spPr>
        <a:xfrm>
          <a:off x="1826286"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C82E90-F103-439C-8371-CFFB0927B9DE}">
      <dsp:nvSpPr>
        <dsp:cNvPr id="0" name=""/>
        <dsp:cNvSpPr/>
      </dsp:nvSpPr>
      <dsp:spPr>
        <a:xfrm rot="8100000">
          <a:off x="3331841" y="502751"/>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519322-C1DD-47AE-92C0-13575134BC76}">
      <dsp:nvSpPr>
        <dsp:cNvPr id="0" name=""/>
        <dsp:cNvSpPr/>
      </dsp:nvSpPr>
      <dsp:spPr>
        <a:xfrm>
          <a:off x="3367485" y="538395"/>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6DDA0FE-83E2-423C-9F13-58A61EB68487}">
      <dsp:nvSpPr>
        <dsp:cNvPr id="0" name=""/>
        <dsp:cNvSpPr/>
      </dsp:nvSpPr>
      <dsp:spPr>
        <a:xfrm>
          <a:off x="3916965" y="890053"/>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rtlCol="0" anchor="t" anchorCtr="0">
          <a:noAutofit/>
        </a:bodyPr>
        <a:lstStyle/>
        <a:p>
          <a:pPr marL="0" lvl="0" indent="0" algn="l" defTabSz="622300">
            <a:lnSpc>
              <a:spcPct val="90000"/>
            </a:lnSpc>
            <a:spcBef>
              <a:spcPct val="0"/>
            </a:spcBef>
            <a:spcAft>
              <a:spcPct val="35000"/>
            </a:spcAft>
            <a:buNone/>
          </a:pPr>
          <a:r>
            <a:rPr lang="vi-VN" sz="1400" b="0" kern="1200" noProof="0" dirty="0" err="1">
              <a:solidFill>
                <a:schemeClr val="bg1"/>
              </a:solidFill>
              <a:latin typeface="Arial" panose="020B0604020202020204" pitchFamily="34" charset="0"/>
              <a:cs typeface="Arial" panose="020B0604020202020204" pitchFamily="34" charset="0"/>
            </a:rPr>
            <a:t>Phối</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hợp</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các</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ứng</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dụng</a:t>
          </a:r>
          <a:r>
            <a:rPr lang="vi-VN" sz="1400" b="0" kern="1200" noProof="0" dirty="0">
              <a:solidFill>
                <a:schemeClr val="bg1"/>
              </a:solidFill>
              <a:latin typeface="Arial" panose="020B0604020202020204" pitchFamily="34" charset="0"/>
              <a:cs typeface="Arial" panose="020B0604020202020204" pitchFamily="34" charset="0"/>
            </a:rPr>
            <a:t> kinh doanh </a:t>
          </a:r>
          <a:r>
            <a:rPr lang="vi-VN" sz="1400" b="0" kern="1200" noProof="0" dirty="0" err="1">
              <a:solidFill>
                <a:schemeClr val="bg1"/>
              </a:solidFill>
              <a:latin typeface="Arial" panose="020B0604020202020204" pitchFamily="34" charset="0"/>
              <a:cs typeface="Arial" panose="020B0604020202020204" pitchFamily="34" charset="0"/>
            </a:rPr>
            <a:t>điện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tử</a:t>
          </a:r>
          <a:endParaRPr lang="vi-VN" sz="1400" b="0" kern="1200" noProof="0" dirty="0">
            <a:solidFill>
              <a:schemeClr val="bg1"/>
            </a:solidFill>
            <a:latin typeface="Arial" panose="020B0604020202020204" pitchFamily="34" charset="0"/>
            <a:cs typeface="Arial" panose="020B0604020202020204" pitchFamily="34" charset="0"/>
          </a:endParaRPr>
        </a:p>
      </dsp:txBody>
      <dsp:txXfrm>
        <a:off x="3916965" y="890053"/>
        <a:ext cx="2311834" cy="1291450"/>
      </dsp:txXfrm>
    </dsp:sp>
    <dsp:sp modelId="{2D6C7916-1130-46A8-833B-A6278CBD2192}">
      <dsp:nvSpPr>
        <dsp:cNvPr id="0" name=""/>
        <dsp:cNvSpPr/>
      </dsp:nvSpPr>
      <dsp:spPr>
        <a:xfrm>
          <a:off x="3916965" y="436300"/>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rtlCol="0" anchor="ctr" anchorCtr="0">
          <a:noAutofit/>
        </a:bodyPr>
        <a:lstStyle/>
        <a:p>
          <a:pPr marL="0" lvl="0" indent="0" algn="l" defTabSz="800100">
            <a:lnSpc>
              <a:spcPct val="90000"/>
            </a:lnSpc>
            <a:spcBef>
              <a:spcPct val="0"/>
            </a:spcBef>
            <a:spcAft>
              <a:spcPct val="35000"/>
            </a:spcAft>
            <a:buNone/>
            <a:defRPr b="1"/>
          </a:pPr>
          <a:r>
            <a:rPr lang="vi-VN" sz="1800" b="1" kern="1200" noProof="0" dirty="0">
              <a:solidFill>
                <a:schemeClr val="bg1"/>
              </a:solidFill>
              <a:latin typeface="Arial" panose="020B0604020202020204" pitchFamily="34" charset="0"/>
              <a:cs typeface="Arial" panose="020B0604020202020204" pitchFamily="34" charset="0"/>
            </a:rPr>
            <a:t>Thg1 20XX</a:t>
          </a:r>
        </a:p>
      </dsp:txBody>
      <dsp:txXfrm>
        <a:off x="3916965" y="436300"/>
        <a:ext cx="2311834" cy="453752"/>
      </dsp:txXfrm>
    </dsp:sp>
    <dsp:sp modelId="{4D953791-5C2F-4A75-A8F4-6ED7EAB5E015}">
      <dsp:nvSpPr>
        <dsp:cNvPr id="0" name=""/>
        <dsp:cNvSpPr/>
      </dsp:nvSpPr>
      <dsp:spPr>
        <a:xfrm>
          <a:off x="3492267" y="890053"/>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152AD014-AFD0-4700-A468-4D562874339A}">
      <dsp:nvSpPr>
        <dsp:cNvPr id="0" name=""/>
        <dsp:cNvSpPr/>
      </dsp:nvSpPr>
      <dsp:spPr>
        <a:xfrm>
          <a:off x="3450486"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331DD9-74CF-4A3A-86BA-F4B9DBEAB944}">
      <dsp:nvSpPr>
        <dsp:cNvPr id="0" name=""/>
        <dsp:cNvSpPr/>
      </dsp:nvSpPr>
      <dsp:spPr>
        <a:xfrm rot="18900000">
          <a:off x="4956041" y="3539404"/>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5AAB83-BD07-4B9E-9A3B-858C0B126F9C}">
      <dsp:nvSpPr>
        <dsp:cNvPr id="0" name=""/>
        <dsp:cNvSpPr/>
      </dsp:nvSpPr>
      <dsp:spPr>
        <a:xfrm>
          <a:off x="4991685" y="3575048"/>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8CB2D5A-F46A-4E0E-9575-15F31D04AAC6}">
      <dsp:nvSpPr>
        <dsp:cNvPr id="0" name=""/>
        <dsp:cNvSpPr/>
      </dsp:nvSpPr>
      <dsp:spPr>
        <a:xfrm>
          <a:off x="5541165" y="2181504"/>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3350" rIns="0" bIns="88900" numCol="1" spcCol="1270" rtlCol="0" anchor="b" anchorCtr="0">
          <a:noAutofit/>
        </a:bodyPr>
        <a:lstStyle/>
        <a:p>
          <a:pPr marL="0" lvl="0" indent="0" algn="l" defTabSz="622300">
            <a:lnSpc>
              <a:spcPct val="90000"/>
            </a:lnSpc>
            <a:spcBef>
              <a:spcPct val="0"/>
            </a:spcBef>
            <a:spcAft>
              <a:spcPct val="35000"/>
            </a:spcAft>
            <a:buNone/>
          </a:pPr>
          <a:r>
            <a:rPr lang="vi-VN" sz="1400" b="0" kern="1200" noProof="0" dirty="0" err="1">
              <a:solidFill>
                <a:schemeClr val="bg1"/>
              </a:solidFill>
              <a:latin typeface="Arial" panose="020B0604020202020204" pitchFamily="34" charset="0"/>
              <a:cs typeface="Arial" panose="020B0604020202020204" pitchFamily="34" charset="0"/>
            </a:rPr>
            <a:t>Khuyến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khích</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các</a:t>
          </a:r>
          <a:r>
            <a:rPr lang="vi-VN" sz="1400" b="0" kern="1200" noProof="0" dirty="0">
              <a:solidFill>
                <a:schemeClr val="bg1"/>
              </a:solidFill>
              <a:latin typeface="Arial" panose="020B0604020202020204" pitchFamily="34" charset="0"/>
              <a:cs typeface="Arial" panose="020B0604020202020204" pitchFamily="34" charset="0"/>
            </a:rPr>
            <a:t> phương </a:t>
          </a:r>
          <a:r>
            <a:rPr lang="vi-VN" sz="1400" b="0" kern="1200" noProof="0" dirty="0" err="1">
              <a:solidFill>
                <a:schemeClr val="bg1"/>
              </a:solidFill>
              <a:latin typeface="Arial" panose="020B0604020202020204" pitchFamily="34" charset="0"/>
              <a:cs typeface="Arial" panose="020B0604020202020204" pitchFamily="34" charset="0"/>
            </a:rPr>
            <a:t>pháp</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luận</a:t>
          </a:r>
          <a:r>
            <a:rPr lang="vi-VN" sz="1400" b="0" kern="1200" noProof="0" dirty="0">
              <a:solidFill>
                <a:schemeClr val="bg1"/>
              </a:solidFill>
              <a:latin typeface="Arial" panose="020B0604020202020204" pitchFamily="34" charset="0"/>
              <a:cs typeface="Arial" panose="020B0604020202020204" pitchFamily="34" charset="0"/>
            </a:rPr>
            <a:t> ưu </a:t>
          </a:r>
          <a:r>
            <a:rPr lang="vi-VN" sz="1400" b="0" kern="1200" noProof="0" dirty="0" err="1">
              <a:solidFill>
                <a:schemeClr val="bg1"/>
              </a:solidFill>
              <a:latin typeface="Arial" panose="020B0604020202020204" pitchFamily="34" charset="0"/>
              <a:cs typeface="Arial" panose="020B0604020202020204" pitchFamily="34" charset="0"/>
            </a:rPr>
            <a:t>việt</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toàn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diện</a:t>
          </a:r>
          <a:endParaRPr lang="vi-VN" sz="1400" b="0" kern="1200" noProof="0" dirty="0">
            <a:solidFill>
              <a:schemeClr val="bg1"/>
            </a:solidFill>
            <a:latin typeface="Arial" panose="020B0604020202020204" pitchFamily="34" charset="0"/>
            <a:cs typeface="Arial" panose="020B0604020202020204" pitchFamily="34" charset="0"/>
          </a:endParaRPr>
        </a:p>
      </dsp:txBody>
      <dsp:txXfrm>
        <a:off x="5541165" y="2181504"/>
        <a:ext cx="2311834" cy="1291450"/>
      </dsp:txXfrm>
    </dsp:sp>
    <dsp:sp modelId="{7C1E6B4A-59F7-4018-A403-E1CCAEE78BA1}">
      <dsp:nvSpPr>
        <dsp:cNvPr id="0" name=""/>
        <dsp:cNvSpPr/>
      </dsp:nvSpPr>
      <dsp:spPr>
        <a:xfrm>
          <a:off x="5541165" y="3472954"/>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rtlCol="0" anchor="ctr" anchorCtr="0">
          <a:noAutofit/>
        </a:bodyPr>
        <a:lstStyle/>
        <a:p>
          <a:pPr marL="0" lvl="0" indent="0" algn="l" defTabSz="800100">
            <a:lnSpc>
              <a:spcPct val="90000"/>
            </a:lnSpc>
            <a:spcBef>
              <a:spcPct val="0"/>
            </a:spcBef>
            <a:spcAft>
              <a:spcPct val="35000"/>
            </a:spcAft>
            <a:buNone/>
            <a:defRPr b="1"/>
          </a:pPr>
          <a:r>
            <a:rPr lang="vi-VN" sz="1800" b="1" kern="1200" noProof="0" dirty="0" err="1">
              <a:solidFill>
                <a:schemeClr val="bg1"/>
              </a:solidFill>
              <a:latin typeface="Arial" panose="020B0604020202020204" pitchFamily="34" charset="0"/>
              <a:cs typeface="Arial" panose="020B0604020202020204" pitchFamily="34" charset="0"/>
            </a:rPr>
            <a:t>Tháng</a:t>
          </a:r>
          <a:r>
            <a:rPr lang="vi-VN" sz="1800" b="1" kern="1200" noProof="0" dirty="0">
              <a:solidFill>
                <a:schemeClr val="bg1"/>
              </a:solidFill>
              <a:latin typeface="Arial" panose="020B0604020202020204" pitchFamily="34" charset="0"/>
              <a:cs typeface="Arial" panose="020B0604020202020204" pitchFamily="34" charset="0"/>
            </a:rPr>
            <a:t> Ba 20XX</a:t>
          </a:r>
        </a:p>
      </dsp:txBody>
      <dsp:txXfrm>
        <a:off x="5541165" y="3472954"/>
        <a:ext cx="2311834" cy="453752"/>
      </dsp:txXfrm>
    </dsp:sp>
    <dsp:sp modelId="{A03C5372-D306-43AC-B406-6F8183849431}">
      <dsp:nvSpPr>
        <dsp:cNvPr id="0" name=""/>
        <dsp:cNvSpPr/>
      </dsp:nvSpPr>
      <dsp:spPr>
        <a:xfrm>
          <a:off x="5116467" y="2181504"/>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14282312-87CB-41BB-A02D-C594BBEF33C7}">
      <dsp:nvSpPr>
        <dsp:cNvPr id="0" name=""/>
        <dsp:cNvSpPr/>
      </dsp:nvSpPr>
      <dsp:spPr>
        <a:xfrm>
          <a:off x="5074686"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5439AF-6893-479D-8B57-31FBC13C553F}">
      <dsp:nvSpPr>
        <dsp:cNvPr id="0" name=""/>
        <dsp:cNvSpPr/>
      </dsp:nvSpPr>
      <dsp:spPr>
        <a:xfrm rot="8100000">
          <a:off x="6580241" y="502751"/>
          <a:ext cx="320851" cy="320851"/>
        </a:xfrm>
        <a:prstGeom prst="teardrop">
          <a:avLst>
            <a:gd name="adj" fmla="val 115000"/>
          </a:avLst>
        </a:prstGeom>
        <a:solidFill>
          <a:schemeClr val="accent2"/>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B1C16-7FF0-4DBE-B32E-E43FEB1E2EAC}">
      <dsp:nvSpPr>
        <dsp:cNvPr id="0" name=""/>
        <dsp:cNvSpPr/>
      </dsp:nvSpPr>
      <dsp:spPr>
        <a:xfrm>
          <a:off x="6615885" y="538395"/>
          <a:ext cx="249564" cy="249564"/>
        </a:xfrm>
        <a:prstGeom prst="ellipse">
          <a:avLst/>
        </a:prstGeom>
        <a:solidFill>
          <a:schemeClr val="accent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B55AA6D-649D-4145-93EB-08B866A4D4E5}">
      <dsp:nvSpPr>
        <dsp:cNvPr id="0" name=""/>
        <dsp:cNvSpPr/>
      </dsp:nvSpPr>
      <dsp:spPr>
        <a:xfrm>
          <a:off x="7165365" y="890053"/>
          <a:ext cx="2311834" cy="129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8900" rIns="88900" bIns="133350" numCol="1" spcCol="1270" rtlCol="0" anchor="t" anchorCtr="0">
          <a:noAutofit/>
        </a:bodyPr>
        <a:lstStyle/>
        <a:p>
          <a:pPr marL="0" lvl="0" indent="0" algn="l" defTabSz="622300">
            <a:lnSpc>
              <a:spcPct val="90000"/>
            </a:lnSpc>
            <a:spcBef>
              <a:spcPct val="0"/>
            </a:spcBef>
            <a:spcAft>
              <a:spcPct val="35000"/>
            </a:spcAft>
            <a:buNone/>
          </a:pPr>
          <a:r>
            <a:rPr lang="vi-VN" sz="1400" b="0" kern="1200" noProof="0" dirty="0" err="1">
              <a:solidFill>
                <a:schemeClr val="bg1"/>
              </a:solidFill>
              <a:latin typeface="Arial" panose="020B0604020202020204" pitchFamily="34" charset="0"/>
              <a:cs typeface="Arial" panose="020B0604020202020204" pitchFamily="34" charset="0"/>
            </a:rPr>
            <a:t>Triển</a:t>
          </a:r>
          <a:r>
            <a:rPr lang="vi-VN" sz="1400" b="0" kern="1200" noProof="0" dirty="0">
              <a:solidFill>
                <a:schemeClr val="bg1"/>
              </a:solidFill>
              <a:latin typeface="Arial" panose="020B0604020202020204" pitchFamily="34" charset="0"/>
              <a:cs typeface="Arial" panose="020B0604020202020204" pitchFamily="34" charset="0"/>
            </a:rPr>
            <a:t> khai </a:t>
          </a:r>
          <a:r>
            <a:rPr lang="vi-VN" sz="1400" b="0" kern="1200" noProof="0" dirty="0" err="1">
              <a:solidFill>
                <a:schemeClr val="bg1"/>
              </a:solidFill>
              <a:latin typeface="Arial" panose="020B0604020202020204" pitchFamily="34" charset="0"/>
              <a:cs typeface="Arial" panose="020B0604020202020204" pitchFamily="34" charset="0"/>
            </a:rPr>
            <a:t>các</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mạng</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chiến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lược</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với</a:t>
          </a:r>
          <a:r>
            <a:rPr lang="vi-VN" sz="1400" b="0" kern="1200" noProof="0" dirty="0">
              <a:solidFill>
                <a:schemeClr val="bg1"/>
              </a:solidFill>
              <a:latin typeface="Arial" panose="020B0604020202020204" pitchFamily="34" charset="0"/>
              <a:cs typeface="Arial" panose="020B0604020202020204" pitchFamily="34" charset="0"/>
            </a:rPr>
            <a:t> nhu </a:t>
          </a:r>
          <a:r>
            <a:rPr lang="vi-VN" sz="1400" b="0" kern="1200" noProof="0" dirty="0" err="1">
              <a:solidFill>
                <a:schemeClr val="bg1"/>
              </a:solidFill>
              <a:latin typeface="Arial" panose="020B0604020202020204" pitchFamily="34" charset="0"/>
              <a:cs typeface="Arial" panose="020B0604020202020204" pitchFamily="34" charset="0"/>
            </a:rPr>
            <a:t>cầu</a:t>
          </a:r>
          <a:r>
            <a:rPr lang="vi-VN" sz="1400" b="0" kern="1200" noProof="0" dirty="0">
              <a:solidFill>
                <a:schemeClr val="bg1"/>
              </a:solidFill>
              <a:latin typeface="Arial" panose="020B0604020202020204" pitchFamily="34" charset="0"/>
              <a:cs typeface="Arial" panose="020B0604020202020204" pitchFamily="34" charset="0"/>
            </a:rPr>
            <a:t> kinh doanh </a:t>
          </a:r>
          <a:r>
            <a:rPr lang="vi-VN" sz="1400" b="0" kern="1200" noProof="0" dirty="0" err="1">
              <a:solidFill>
                <a:schemeClr val="bg1"/>
              </a:solidFill>
              <a:latin typeface="Arial" panose="020B0604020202020204" pitchFamily="34" charset="0"/>
              <a:cs typeface="Arial" panose="020B0604020202020204" pitchFamily="34" charset="0"/>
            </a:rPr>
            <a:t>điện</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tử</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hấp</a:t>
          </a:r>
          <a:r>
            <a:rPr lang="vi-VN" sz="1400" b="0" kern="1200" noProof="0" dirty="0">
              <a:solidFill>
                <a:schemeClr val="bg1"/>
              </a:solidFill>
              <a:latin typeface="Arial" panose="020B0604020202020204" pitchFamily="34" charset="0"/>
              <a:cs typeface="Arial" panose="020B0604020202020204" pitchFamily="34" charset="0"/>
            </a:rPr>
            <a:t> </a:t>
          </a:r>
          <a:r>
            <a:rPr lang="vi-VN" sz="1400" b="0" kern="1200" noProof="0" dirty="0" err="1">
              <a:solidFill>
                <a:schemeClr val="bg1"/>
              </a:solidFill>
              <a:latin typeface="Arial" panose="020B0604020202020204" pitchFamily="34" charset="0"/>
              <a:cs typeface="Arial" panose="020B0604020202020204" pitchFamily="34" charset="0"/>
            </a:rPr>
            <a:t>dẫn</a:t>
          </a:r>
          <a:endParaRPr lang="vi-VN" sz="1400" b="1" kern="1200" noProof="0" dirty="0">
            <a:solidFill>
              <a:schemeClr val="bg1"/>
            </a:solidFill>
            <a:latin typeface="Arial" panose="020B0604020202020204" pitchFamily="34" charset="0"/>
            <a:cs typeface="Arial" panose="020B0604020202020204" pitchFamily="34" charset="0"/>
          </a:endParaRPr>
        </a:p>
      </dsp:txBody>
      <dsp:txXfrm>
        <a:off x="7165365" y="890053"/>
        <a:ext cx="2311834" cy="1291450"/>
      </dsp:txXfrm>
    </dsp:sp>
    <dsp:sp modelId="{3FA5D5AE-9CAE-4D19-9765-BCEE62095312}">
      <dsp:nvSpPr>
        <dsp:cNvPr id="0" name=""/>
        <dsp:cNvSpPr/>
      </dsp:nvSpPr>
      <dsp:spPr>
        <a:xfrm>
          <a:off x="7165365" y="436300"/>
          <a:ext cx="2311834" cy="453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rtlCol="0" anchor="ctr" anchorCtr="0">
          <a:noAutofit/>
        </a:bodyPr>
        <a:lstStyle/>
        <a:p>
          <a:pPr marL="0" lvl="0" indent="0" algn="l" defTabSz="800100">
            <a:lnSpc>
              <a:spcPct val="90000"/>
            </a:lnSpc>
            <a:spcBef>
              <a:spcPct val="0"/>
            </a:spcBef>
            <a:spcAft>
              <a:spcPct val="35000"/>
            </a:spcAft>
            <a:buNone/>
            <a:defRPr b="1"/>
          </a:pPr>
          <a:r>
            <a:rPr lang="vi-VN" sz="1800" b="1" kern="1200" noProof="0" dirty="0" err="1">
              <a:solidFill>
                <a:schemeClr val="bg1"/>
              </a:solidFill>
              <a:latin typeface="Arial" panose="020B0604020202020204" pitchFamily="34" charset="0"/>
              <a:cs typeface="Arial" panose="020B0604020202020204" pitchFamily="34" charset="0"/>
            </a:rPr>
            <a:t>Tháng</a:t>
          </a:r>
          <a:r>
            <a:rPr lang="vi-VN" sz="1800" b="1" kern="1200" noProof="0" dirty="0">
              <a:solidFill>
                <a:schemeClr val="bg1"/>
              </a:solidFill>
              <a:latin typeface="Arial" panose="020B0604020202020204" pitchFamily="34" charset="0"/>
              <a:cs typeface="Arial" panose="020B0604020202020204" pitchFamily="34" charset="0"/>
            </a:rPr>
            <a:t> Năm 20XX</a:t>
          </a:r>
        </a:p>
      </dsp:txBody>
      <dsp:txXfrm>
        <a:off x="7165365" y="436300"/>
        <a:ext cx="2311834" cy="453752"/>
      </dsp:txXfrm>
    </dsp:sp>
    <dsp:sp modelId="{FE6CA7EB-68EC-4E76-9051-08C4CF370101}">
      <dsp:nvSpPr>
        <dsp:cNvPr id="0" name=""/>
        <dsp:cNvSpPr/>
      </dsp:nvSpPr>
      <dsp:spPr>
        <a:xfrm>
          <a:off x="6740667" y="890053"/>
          <a:ext cx="0" cy="1291450"/>
        </a:xfrm>
        <a:prstGeom prst="line">
          <a:avLst/>
        </a:prstGeom>
        <a:noFill/>
        <a:ln w="12700" cap="flat" cmpd="sng" algn="ctr">
          <a:solidFill>
            <a:schemeClr val="accent2"/>
          </a:solidFill>
          <a:prstDash val="dash"/>
          <a:miter lim="800000"/>
        </a:ln>
        <a:effectLst/>
      </dsp:spPr>
      <dsp:style>
        <a:lnRef idx="1">
          <a:scrgbClr r="0" g="0" b="0"/>
        </a:lnRef>
        <a:fillRef idx="0">
          <a:scrgbClr r="0" g="0" b="0"/>
        </a:fillRef>
        <a:effectRef idx="0">
          <a:scrgbClr r="0" g="0" b="0"/>
        </a:effectRef>
        <a:fontRef idx="minor"/>
      </dsp:style>
    </dsp:sp>
    <dsp:sp modelId="{58B7B786-A0AD-4662-8D54-C5C572D2C32C}">
      <dsp:nvSpPr>
        <dsp:cNvPr id="0" name=""/>
        <dsp:cNvSpPr/>
      </dsp:nvSpPr>
      <dsp:spPr>
        <a:xfrm>
          <a:off x="6698885" y="2140666"/>
          <a:ext cx="81675" cy="81675"/>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7/3/layout/DropPinTimeline#1">
  <dgm:title val="Đường thời gian thả ghim"/>
  <dgm:desc val="Sử dụng để hiển thị danh sách các sự kiện theo thứ tự thời gian. Một hộp ẩn bênh cạnh ghim chứa ngày và mô tả ngay bên dưới. Hộp này có thể hiển thị một lượng văn bản trung bình và định dạng ngày có độ dài trung bìn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a:extLst>
              <a:ext uri="{FF2B5EF4-FFF2-40B4-BE49-F238E27FC236}">
                <a16:creationId xmlns:a16="http://schemas.microsoft.com/office/drawing/2014/main" id="{0B82CC1C-2EFA-41CD-8EE1-D64C4317C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vi-VN"/>
          </a:p>
        </p:txBody>
      </p:sp>
      <p:sp>
        <p:nvSpPr>
          <p:cNvPr id="3" name="Chỗ dành sẵn cho Ngày tháng 2">
            <a:extLst>
              <a:ext uri="{FF2B5EF4-FFF2-40B4-BE49-F238E27FC236}">
                <a16:creationId xmlns:a16="http://schemas.microsoft.com/office/drawing/2014/main" id="{29F3A9A9-5F67-4774-9AE0-18456713EA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B403CE6-09C5-4F9F-9119-03794A52336C}" type="datetime1">
              <a:rPr lang="vi-VN" smtClean="0"/>
              <a:t>30/10/2026</a:t>
            </a:fld>
            <a:endParaRPr lang="vi-VN"/>
          </a:p>
        </p:txBody>
      </p:sp>
      <p:sp>
        <p:nvSpPr>
          <p:cNvPr id="4" name="Chỗ dành sẵn cho Chân trang 3">
            <a:extLst>
              <a:ext uri="{FF2B5EF4-FFF2-40B4-BE49-F238E27FC236}">
                <a16:creationId xmlns:a16="http://schemas.microsoft.com/office/drawing/2014/main" id="{A822A631-0269-4E45-A3DF-4FA7D06E902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vi-VN"/>
          </a:p>
        </p:txBody>
      </p:sp>
      <p:sp>
        <p:nvSpPr>
          <p:cNvPr id="5" name="Chỗ dành sẵn cho Số hiệu Bản chiếu 4">
            <a:extLst>
              <a:ext uri="{FF2B5EF4-FFF2-40B4-BE49-F238E27FC236}">
                <a16:creationId xmlns:a16="http://schemas.microsoft.com/office/drawing/2014/main" id="{4069B2A7-A232-444D-B3CD-C3D1E5A8E2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0F9F022-6C35-409F-B2A6-FFC7C9918F09}" type="slidenum">
              <a:rPr lang="vi-VN" smtClean="0"/>
              <a:t>‹#›</a:t>
            </a:fld>
            <a:endParaRPr lang="vi-VN"/>
          </a:p>
        </p:txBody>
      </p:sp>
    </p:spTree>
    <p:extLst>
      <p:ext uri="{BB962C8B-B14F-4D97-AF65-F5344CB8AC3E}">
        <p14:creationId xmlns:p14="http://schemas.microsoft.com/office/powerpoint/2010/main" val="23904997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vi-VN" noProof="0"/>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CE00C62-829C-4688-9841-966B65F53AD0}" type="datetime1">
              <a:rPr lang="vi-VN" noProof="0" smtClean="0"/>
              <a:t>30/10/2026</a:t>
            </a:fld>
            <a:endParaRPr lang="vi-VN" noProof="0"/>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vi-VN" noProof="0"/>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vi-VN" noProof="0"/>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97DC217-DF71-1A49-B3EA-559F1F43B0FF}" type="slidenum">
              <a:rPr lang="vi-VN" noProof="0" smtClean="0"/>
              <a:t>‹#›</a:t>
            </a:fld>
            <a:endParaRPr lang="vi-VN" noProof="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p>
            <a:pPr rtl="0"/>
            <a:endParaRPr lang="vi-VN"/>
          </a:p>
        </p:txBody>
      </p:sp>
      <p:sp>
        <p:nvSpPr>
          <p:cNvPr id="4" name="Chỗ dành sẵn cho Số hiệu Bản chiếu 3"/>
          <p:cNvSpPr>
            <a:spLocks noGrp="1"/>
          </p:cNvSpPr>
          <p:nvPr>
            <p:ph type="sldNum" sz="quarter" idx="5"/>
          </p:nvPr>
        </p:nvSpPr>
        <p:spPr/>
        <p:txBody>
          <a:bodyPr rtlCol="0"/>
          <a:lstStyle/>
          <a:p>
            <a:pPr rtl="0"/>
            <a:fld id="{F97DC217-DF71-1A49-B3EA-559F1F43B0FF}" type="slidenum">
              <a:rPr lang="vi-VN" smtClean="0"/>
              <a:t>1</a:t>
            </a:fld>
            <a:endParaRPr lang="vi-VN"/>
          </a:p>
        </p:txBody>
      </p:sp>
    </p:spTree>
    <p:extLst>
      <p:ext uri="{BB962C8B-B14F-4D97-AF65-F5344CB8AC3E}">
        <p14:creationId xmlns:p14="http://schemas.microsoft.com/office/powerpoint/2010/main" val="1169650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2</a:t>
            </a:fld>
            <a:endParaRPr lang="vi-VN"/>
          </a:p>
        </p:txBody>
      </p:sp>
    </p:spTree>
    <p:extLst>
      <p:ext uri="{BB962C8B-B14F-4D97-AF65-F5344CB8AC3E}">
        <p14:creationId xmlns:p14="http://schemas.microsoft.com/office/powerpoint/2010/main" val="1948148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3</a:t>
            </a:fld>
            <a:endParaRPr lang="vi-VN"/>
          </a:p>
        </p:txBody>
      </p:sp>
    </p:spTree>
    <p:extLst>
      <p:ext uri="{BB962C8B-B14F-4D97-AF65-F5344CB8AC3E}">
        <p14:creationId xmlns:p14="http://schemas.microsoft.com/office/powerpoint/2010/main" val="3519724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4</a:t>
            </a:fld>
            <a:endParaRPr lang="vi-VN"/>
          </a:p>
        </p:txBody>
      </p:sp>
    </p:spTree>
    <p:extLst>
      <p:ext uri="{BB962C8B-B14F-4D97-AF65-F5344CB8AC3E}">
        <p14:creationId xmlns:p14="http://schemas.microsoft.com/office/powerpoint/2010/main" val="208887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5</a:t>
            </a:fld>
            <a:endParaRPr lang="vi-VN"/>
          </a:p>
        </p:txBody>
      </p:sp>
    </p:spTree>
    <p:extLst>
      <p:ext uri="{BB962C8B-B14F-4D97-AF65-F5344CB8AC3E}">
        <p14:creationId xmlns:p14="http://schemas.microsoft.com/office/powerpoint/2010/main" val="2279828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6</a:t>
            </a:fld>
            <a:endParaRPr lang="vi-VN"/>
          </a:p>
        </p:txBody>
      </p:sp>
    </p:spTree>
    <p:extLst>
      <p:ext uri="{BB962C8B-B14F-4D97-AF65-F5344CB8AC3E}">
        <p14:creationId xmlns:p14="http://schemas.microsoft.com/office/powerpoint/2010/main" val="1617710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7</a:t>
            </a:fld>
            <a:endParaRPr lang="vi-VN"/>
          </a:p>
        </p:txBody>
      </p:sp>
    </p:spTree>
    <p:extLst>
      <p:ext uri="{BB962C8B-B14F-4D97-AF65-F5344CB8AC3E}">
        <p14:creationId xmlns:p14="http://schemas.microsoft.com/office/powerpoint/2010/main" val="957548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8</a:t>
            </a:fld>
            <a:endParaRPr lang="vi-VN"/>
          </a:p>
        </p:txBody>
      </p:sp>
    </p:spTree>
    <p:extLst>
      <p:ext uri="{BB962C8B-B14F-4D97-AF65-F5344CB8AC3E}">
        <p14:creationId xmlns:p14="http://schemas.microsoft.com/office/powerpoint/2010/main" val="1085182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9</a:t>
            </a:fld>
            <a:endParaRPr lang="vi-VN"/>
          </a:p>
        </p:txBody>
      </p:sp>
    </p:spTree>
    <p:extLst>
      <p:ext uri="{BB962C8B-B14F-4D97-AF65-F5344CB8AC3E}">
        <p14:creationId xmlns:p14="http://schemas.microsoft.com/office/powerpoint/2010/main" val="2814424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10</a:t>
            </a:fld>
            <a:endParaRPr lang="vi-VN"/>
          </a:p>
        </p:txBody>
      </p:sp>
    </p:spTree>
    <p:extLst>
      <p:ext uri="{BB962C8B-B14F-4D97-AF65-F5344CB8AC3E}">
        <p14:creationId xmlns:p14="http://schemas.microsoft.com/office/powerpoint/2010/main" val="887674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11</a:t>
            </a:fld>
            <a:endParaRPr lang="vi-VN"/>
          </a:p>
        </p:txBody>
      </p:sp>
    </p:spTree>
    <p:extLst>
      <p:ext uri="{BB962C8B-B14F-4D97-AF65-F5344CB8AC3E}">
        <p14:creationId xmlns:p14="http://schemas.microsoft.com/office/powerpoint/2010/main" val="2125525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12</a:t>
            </a:fld>
            <a:endParaRPr lang="vi-VN"/>
          </a:p>
        </p:txBody>
      </p:sp>
    </p:spTree>
    <p:extLst>
      <p:ext uri="{BB962C8B-B14F-4D97-AF65-F5344CB8AC3E}">
        <p14:creationId xmlns:p14="http://schemas.microsoft.com/office/powerpoint/2010/main" val="3107460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13</a:t>
            </a:fld>
            <a:endParaRPr lang="vi-VN"/>
          </a:p>
        </p:txBody>
      </p:sp>
    </p:spTree>
    <p:extLst>
      <p:ext uri="{BB962C8B-B14F-4D97-AF65-F5344CB8AC3E}">
        <p14:creationId xmlns:p14="http://schemas.microsoft.com/office/powerpoint/2010/main" val="711292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pPr rtl="0"/>
            <a:fld id="{F97DC217-DF71-1A49-B3EA-559F1F43B0FF}" type="slidenum">
              <a:rPr lang="vi-VN" smtClean="0"/>
              <a:t>14</a:t>
            </a:fld>
            <a:endParaRPr lang="vi-VN"/>
          </a:p>
        </p:txBody>
      </p:sp>
    </p:spTree>
    <p:extLst>
      <p:ext uri="{BB962C8B-B14F-4D97-AF65-F5344CB8AC3E}">
        <p14:creationId xmlns:p14="http://schemas.microsoft.com/office/powerpoint/2010/main" val="1215669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rang chiếu Tiêu đề">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1122363"/>
            <a:ext cx="7096933" cy="2387600"/>
          </a:xfrm>
        </p:spPr>
        <p:txBody>
          <a:bodyPr rtlCol="0" anchor="b">
            <a:noAutofit/>
          </a:bodyPr>
          <a:lstStyle>
            <a:lvl1pPr algn="l">
              <a:defRPr sz="60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Tiêu đề phụ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02038"/>
            <a:ext cx="9500507" cy="806675"/>
          </a:xfrm>
        </p:spPr>
        <p:txBody>
          <a:bodyPr rtlCol="0">
            <a:noAutofit/>
          </a:bodyPr>
          <a:lstStyle>
            <a:lvl1pPr marL="0" indent="0" algn="l">
              <a:buNone/>
              <a:defRPr sz="32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vi-VN" noProof="0"/>
              <a:t>Bấm để chỉnh sửa kiểu phụ đề của Bản cái</a:t>
            </a:r>
          </a:p>
        </p:txBody>
      </p:sp>
      <p:sp>
        <p:nvSpPr>
          <p:cNvPr id="4" name="Hình chữ nhật 3">
            <a:extLst>
              <a:ext uri="{FF2B5EF4-FFF2-40B4-BE49-F238E27FC236}">
                <a16:creationId xmlns:a16="http://schemas.microsoft.com/office/drawing/2014/main" id="{9AC79249-FDC0-364D-A734-AE1DE1605D28}"/>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vi-VN" noProof="0">
              <a:latin typeface="Arial" panose="020B0604020202020204" pitchFamily="34" charset="0"/>
              <a:cs typeface="Arial" panose="020B0604020202020204" pitchFamily="34" charset="0"/>
            </a:endParaRPr>
          </a:p>
        </p:txBody>
      </p:sp>
      <p:sp>
        <p:nvSpPr>
          <p:cNvPr id="5" name="Hình bầu dục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vi-VN" noProof="0">
              <a:latin typeface="Arial" panose="020B0604020202020204" pitchFamily="34" charset="0"/>
              <a:cs typeface="Arial" panose="020B0604020202020204" pitchFamily="34" charset="0"/>
            </a:endParaRPr>
          </a:p>
        </p:txBody>
      </p:sp>
      <p:sp>
        <p:nvSpPr>
          <p:cNvPr id="11" name="Hình tự do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9" name="Hình tự do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nvGrpSpPr>
          <p:cNvPr id="6" name="Nhóm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Hình tự do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6" name="Hình tự do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22" name="Hình tự do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8" name="Hình tự do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ề và Nộ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Nội dung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17467"/>
            <a:ext cx="9779182" cy="3366815"/>
          </a:xfrm>
        </p:spPr>
        <p:txBody>
          <a:bodyPr rtlCol="0">
            <a:noAutofit/>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4" name="Hình tự do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5" name="Hình tự do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6" name="Hình tự do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nvGrpSpPr>
          <p:cNvPr id="9" name="Nhóm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Hình tự do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8" name="Hình tự do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10" name="Chỗ dành sẵn cho Ngày tháng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Arial" panose="020B0604020202020204" pitchFamily="34" charset="0"/>
                <a:cs typeface="Arial" panose="020B0604020202020204" pitchFamily="34" charset="0"/>
              </a:defRPr>
            </a:lvl1pPr>
          </a:lstStyle>
          <a:p>
            <a:fld id="{113550B2-AD77-4CB5-BD16-3806A3597E18}"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11" name="Chỗ dành sẵn cho Chân trang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12" name="Chỗ dành sẵn cho Số hiệu Bản chiếu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Đầu trang của phần">
    <p:bg>
      <p:bgPr>
        <a:solidFill>
          <a:schemeClr val="accent2"/>
        </a:solidFill>
        <a:effectLst/>
      </p:bgPr>
    </p:bg>
    <p:spTree>
      <p:nvGrpSpPr>
        <p:cNvPr id="1" name=""/>
        <p:cNvGrpSpPr/>
        <p:nvPr/>
      </p:nvGrpSpPr>
      <p:grpSpPr>
        <a:xfrm>
          <a:off x="0" y="0"/>
          <a:ext cx="0" cy="0"/>
          <a:chOff x="0" y="0"/>
          <a:chExt cx="0" cy="0"/>
        </a:xfrm>
      </p:grpSpPr>
      <p:sp>
        <p:nvSpPr>
          <p:cNvPr id="7" name="Hình chữ nhật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vi-VN" noProof="0">
              <a:latin typeface="Arial" panose="020B0604020202020204" pitchFamily="34" charset="0"/>
              <a:cs typeface="Arial" panose="020B0604020202020204" pitchFamily="34" charset="0"/>
            </a:endParaRPr>
          </a:p>
        </p:txBody>
      </p:sp>
      <p:sp>
        <p:nvSpPr>
          <p:cNvPr id="12" name="Hình tự do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4" name="Hình tự do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5" name="Hình tự do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3" name="Tiêu đề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381000"/>
            <a:ext cx="9779183" cy="1325563"/>
          </a:xfrm>
        </p:spPr>
        <p:txBody>
          <a:bodyPr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Văn bản 2">
            <a:extLst>
              <a:ext uri="{FF2B5EF4-FFF2-40B4-BE49-F238E27FC236}">
                <a16:creationId xmlns:a16="http://schemas.microsoft.com/office/drawing/2014/main" id="{2E65DE34-CDB7-41F7-A95A-592B99558C69}"/>
              </a:ext>
            </a:extLst>
          </p:cNvPr>
          <p:cNvSpPr>
            <a:spLocks noGrp="1"/>
          </p:cNvSpPr>
          <p:nvPr>
            <p:ph type="body" idx="1" hasCustomPrompt="1"/>
          </p:nvPr>
        </p:nvSpPr>
        <p:spPr>
          <a:xfrm>
            <a:off x="1167492" y="2653167"/>
            <a:ext cx="9779183" cy="3436483"/>
          </a:xfrm>
        </p:spPr>
        <p:txBody>
          <a:bodyPr rtlCol="0">
            <a:noAutofit/>
          </a:bodyPr>
          <a:lstStyle>
            <a:lvl1pPr marL="0" indent="0">
              <a:lnSpc>
                <a:spcPct val="150000"/>
              </a:lnSpc>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vi-VN" noProof="0"/>
              <a:t>Bấm để chỉnh sửa kiểu văn bản Bản cái</a:t>
            </a:r>
          </a:p>
        </p:txBody>
      </p:sp>
      <p:sp>
        <p:nvSpPr>
          <p:cNvPr id="4" name="Chỗ dành sẵn cho Ngày tháng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a:solidFill>
                  <a:schemeClr val="accent2"/>
                </a:solidFill>
                <a:latin typeface="Arial" panose="020B0604020202020204" pitchFamily="34" charset="0"/>
                <a:cs typeface="Arial" panose="020B0604020202020204" pitchFamily="34" charset="0"/>
              </a:defRPr>
            </a:lvl1pPr>
          </a:lstStyle>
          <a:p>
            <a:fld id="{1783F94A-9AC8-4525-B24A-856CCFD76778}"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5" name="Chỗ dành sẵn cho Chân trang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a:solidFill>
                  <a:schemeClr val="accent2"/>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6" name="Chỗ dành sẵn cho Số hiệu Bản chiếu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êu đề mục">
    <p:spTree>
      <p:nvGrpSpPr>
        <p:cNvPr id="1" name=""/>
        <p:cNvGrpSpPr/>
        <p:nvPr/>
      </p:nvGrpSpPr>
      <p:grpSpPr>
        <a:xfrm>
          <a:off x="0" y="0"/>
          <a:ext cx="0" cy="0"/>
          <a:chOff x="0" y="0"/>
          <a:chExt cx="0" cy="0"/>
        </a:xfrm>
      </p:grpSpPr>
      <p:sp>
        <p:nvSpPr>
          <p:cNvPr id="23" name="Hình tự do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 name="Tiêu đề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059400"/>
            <a:ext cx="6245912" cy="2387600"/>
          </a:xfrm>
        </p:spPr>
        <p:txBody>
          <a:bodyPr rtlCol="0" anchor="b">
            <a:noAutofit/>
          </a:bodyPr>
          <a:lstStyle>
            <a:lvl1pPr algn="l">
              <a:defRPr sz="6000" b="1">
                <a:solidFill>
                  <a:schemeClr val="bg1"/>
                </a:solidFill>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Tiêu đề phụ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539075"/>
            <a:ext cx="6245912" cy="1406101"/>
          </a:xfrm>
        </p:spPr>
        <p:txBody>
          <a:bodyPr rtlCol="0">
            <a:noAutofit/>
          </a:bodyPr>
          <a:lstStyle>
            <a:lvl1pPr marL="0" indent="0" algn="l">
              <a:buNone/>
              <a:defRPr sz="32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vi-VN" noProof="0"/>
              <a:t>Bấm để chỉnh sửa kiểu phụ đề của Bản cái</a:t>
            </a:r>
          </a:p>
        </p:txBody>
      </p:sp>
      <p:grpSp>
        <p:nvGrpSpPr>
          <p:cNvPr id="6" name="Nhóm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Hình tự do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6" name="Hình tự do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17" name="Hình tự do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8" name="Hình tự do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Đồ thị">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Nội dung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4" name="Hình tự do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5" name="Hình tự do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0" name="Chỗ dành sẵn cho Ngày tháng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Arial" panose="020B0604020202020204" pitchFamily="34" charset="0"/>
                <a:cs typeface="Arial" panose="020B0604020202020204" pitchFamily="34" charset="0"/>
              </a:defRPr>
            </a:lvl1pPr>
          </a:lstStyle>
          <a:p>
            <a:fld id="{D241A028-63E9-4BD6-95E9-332AD12CF60E}"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11" name="Chỗ dành sẵn cho Chân trang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12" name="Chỗ dành sẵn cho Số hiệu Bản chiếu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iểu đồ 2">
    <p:bg>
      <p:bgPr>
        <a:solidFill>
          <a:schemeClr val="accent2"/>
        </a:solidFill>
        <a:effectLst/>
      </p:bgPr>
    </p:bg>
    <p:spTree>
      <p:nvGrpSpPr>
        <p:cNvPr id="1" name=""/>
        <p:cNvGrpSpPr/>
        <p:nvPr/>
      </p:nvGrpSpPr>
      <p:grpSpPr>
        <a:xfrm>
          <a:off x="0" y="0"/>
          <a:ext cx="0" cy="0"/>
          <a:chOff x="0" y="0"/>
          <a:chExt cx="0" cy="0"/>
        </a:xfrm>
      </p:grpSpPr>
      <p:grpSp>
        <p:nvGrpSpPr>
          <p:cNvPr id="9" name="Nhóm 8">
            <a:extLst>
              <a:ext uri="{FF2B5EF4-FFF2-40B4-BE49-F238E27FC236}">
                <a16:creationId xmlns:a16="http://schemas.microsoft.com/office/drawing/2014/main" id="{ABA2A58C-57B7-834C-8F5C-3299322411B1}"/>
              </a:ext>
            </a:extLst>
          </p:cNvPr>
          <p:cNvGrpSpPr/>
          <p:nvPr userDrawn="1"/>
        </p:nvGrpSpPr>
        <p:grpSpPr>
          <a:xfrm rot="16200000">
            <a:off x="10772262" y="152641"/>
            <a:ext cx="1572380" cy="1267097"/>
            <a:chOff x="7413403" y="4976359"/>
            <a:chExt cx="2334986" cy="1881641"/>
          </a:xfrm>
        </p:grpSpPr>
        <p:sp>
          <p:nvSpPr>
            <p:cNvPr id="13" name="Hình tự do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4" name="Hình tự do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2" name="Tiêu đề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Nội dung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3"/>
            <a:ext cx="9779182" cy="3366813"/>
          </a:xfrm>
        </p:spPr>
        <p:txBody>
          <a:bodyPr rtlCol="0">
            <a:noAutofit/>
          </a:bodyPr>
          <a:lstStyle>
            <a:lvl1pPr marL="0" indent="0">
              <a:buNone/>
              <a:defRPr>
                <a:latin typeface="Arial" panose="020B0604020202020204" pitchFamily="34" charset="0"/>
                <a:cs typeface="Arial"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0" name="Chỗ dành sẵn cho Ngày tháng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Arial" panose="020B0604020202020204" pitchFamily="34" charset="0"/>
                <a:cs typeface="Arial" panose="020B0604020202020204" pitchFamily="34" charset="0"/>
              </a:defRPr>
            </a:lvl1pPr>
          </a:lstStyle>
          <a:p>
            <a:fld id="{CB61B1DD-C152-4F6E-B742-34E60144F2FD}"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11" name="Chỗ dành sẵn cho Chân trang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12" name="Chỗ dành sẵn cho Số hiệu Bản chiếu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ích dẫn">
    <p:bg>
      <p:bgPr>
        <a:solidFill>
          <a:schemeClr val="accent1"/>
        </a:solid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0B5ED18-7A07-47F1-8056-CD86B076AFE2}"/>
              </a:ext>
            </a:extLst>
          </p:cNvPr>
          <p:cNvSpPr>
            <a:spLocks noGrp="1"/>
          </p:cNvSpPr>
          <p:nvPr>
            <p:ph type="title" hasCustomPrompt="1"/>
          </p:nvPr>
        </p:nvSpPr>
        <p:spPr>
          <a:xfrm>
            <a:off x="1798721" y="1684338"/>
            <a:ext cx="8594558" cy="2810460"/>
          </a:xfrm>
        </p:spPr>
        <p:txBody>
          <a:bodyPr rtlCol="0">
            <a:noAutofit/>
          </a:bodyPr>
          <a:lstStyle>
            <a:lvl1pPr algn="ctr">
              <a:lnSpc>
                <a:spcPct val="100000"/>
              </a:lnSpc>
              <a:defRPr sz="4600">
                <a:solidFill>
                  <a:schemeClr val="bg1"/>
                </a:solidFill>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8" name="Chỗ dành sẵn cho Văn bản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rtlCol="0">
            <a:noAutofit/>
          </a:bodyPr>
          <a:lstStyle>
            <a:lvl1pPr marL="0" indent="0" algn="ctr">
              <a:buNone/>
              <a:defRPr sz="23900" b="1">
                <a:solidFill>
                  <a:schemeClr val="accent1">
                    <a:lumMod val="75000"/>
                  </a:schemeClr>
                </a:solidFill>
                <a:latin typeface="Arial" panose="020B0604020202020204" pitchFamily="34" charset="0"/>
                <a:cs typeface="Arial" panose="020B0604020202020204" pitchFamily="34"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vi-VN" noProof="0"/>
              <a:t>“</a:t>
            </a:r>
          </a:p>
        </p:txBody>
      </p:sp>
      <p:sp>
        <p:nvSpPr>
          <p:cNvPr id="10" name="Chỗ dành sẵn cho Văn bản 9">
            <a:extLst>
              <a:ext uri="{FF2B5EF4-FFF2-40B4-BE49-F238E27FC236}">
                <a16:creationId xmlns:a16="http://schemas.microsoft.com/office/drawing/2014/main" id="{322D6C2B-78AC-DD47-9289-067C968B06C1}"/>
              </a:ext>
            </a:extLst>
          </p:cNvPr>
          <p:cNvSpPr>
            <a:spLocks noGrp="1"/>
          </p:cNvSpPr>
          <p:nvPr>
            <p:ph type="body" sz="quarter" idx="14" hasCustomPrompt="1"/>
          </p:nvPr>
        </p:nvSpPr>
        <p:spPr>
          <a:xfrm>
            <a:off x="6881813" y="4494213"/>
            <a:ext cx="3511550" cy="679450"/>
          </a:xfrm>
        </p:spPr>
        <p:txBody>
          <a:bodyPr rtlCol="0">
            <a:noAutofit/>
          </a:bodyPr>
          <a:lstStyle>
            <a:lvl1pPr marL="0" indent="0" algn="r">
              <a:buNone/>
              <a:defRPr sz="2000">
                <a:solidFill>
                  <a:schemeClr val="bg1"/>
                </a:solidFill>
                <a:latin typeface="Arial" panose="020B0604020202020204" pitchFamily="34" charset="0"/>
                <a:cs typeface="Arial" panose="020B0604020202020204" pitchFamily="34" charset="0"/>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rtl="0"/>
            <a:r>
              <a:rPr lang="vi-VN" noProof="0"/>
              <a:t>Bấm để chỉnh sửa kiểu văn bản Bản cái</a:t>
            </a:r>
          </a:p>
        </p:txBody>
      </p:sp>
      <p:sp>
        <p:nvSpPr>
          <p:cNvPr id="9" name="Chỗ dành sẵn cho Văn bản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rtlCol="0">
            <a:noAutofit/>
          </a:bodyPr>
          <a:lstStyle>
            <a:lvl1pPr marL="0" indent="0" algn="ctr">
              <a:buNone/>
              <a:defRPr sz="23900" b="1">
                <a:solidFill>
                  <a:schemeClr val="accent1">
                    <a:lumMod val="75000"/>
                  </a:schemeClr>
                </a:solidFill>
                <a:latin typeface="Arial" panose="020B0604020202020204" pitchFamily="34" charset="0"/>
                <a:cs typeface="Arial" panose="020B0604020202020204" pitchFamily="34"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rtl="0"/>
            <a:r>
              <a:rPr lang="vi-VN" noProof="0"/>
              <a:t>”</a:t>
            </a:r>
          </a:p>
        </p:txBody>
      </p:sp>
      <p:sp>
        <p:nvSpPr>
          <p:cNvPr id="3" name="Chỗ dành sẵn cho Ngày tháng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noAutofit/>
          </a:bodyPr>
          <a:lstStyle>
            <a:lvl1pPr>
              <a:defRPr>
                <a:solidFill>
                  <a:schemeClr val="accent2"/>
                </a:solidFill>
                <a:latin typeface="Arial" panose="020B0604020202020204" pitchFamily="34" charset="0"/>
                <a:cs typeface="Arial" panose="020B0604020202020204" pitchFamily="34" charset="0"/>
              </a:defRPr>
            </a:lvl1pPr>
          </a:lstStyle>
          <a:p>
            <a:fld id="{3F0FDDFA-8BDF-475F-8564-00DB8C1D61CC}"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4" name="Chỗ dành sẵn cho Chân trang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noAutofit/>
          </a:bodyPr>
          <a:lstStyle>
            <a:lvl1pPr>
              <a:defRPr>
                <a:solidFill>
                  <a:schemeClr val="accent2"/>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5" name="Chỗ dành sẵn cho Số hiệu Bản chiế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noAutofit/>
          </a:bodyPr>
          <a:lstStyle>
            <a:lvl1pPr>
              <a:defRPr>
                <a:solidFill>
                  <a:schemeClr val="accent2"/>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hóm">
    <p:spTree>
      <p:nvGrpSpPr>
        <p:cNvPr id="1" name=""/>
        <p:cNvGrpSpPr/>
        <p:nvPr/>
      </p:nvGrpSpPr>
      <p:grpSpPr>
        <a:xfrm>
          <a:off x="0" y="0"/>
          <a:ext cx="0" cy="0"/>
          <a:chOff x="0" y="0"/>
          <a:chExt cx="0" cy="0"/>
        </a:xfrm>
      </p:grpSpPr>
      <p:sp>
        <p:nvSpPr>
          <p:cNvPr id="30" name="Hình chữ nhật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vi-VN" noProof="0">
              <a:latin typeface="Arial" panose="020B0604020202020204" pitchFamily="34" charset="0"/>
              <a:cs typeface="Arial" panose="020B0604020202020204" pitchFamily="34" charset="0"/>
            </a:endParaRPr>
          </a:p>
        </p:txBody>
      </p:sp>
      <p:sp>
        <p:nvSpPr>
          <p:cNvPr id="31" name="Tiêu đề 1">
            <a:extLst>
              <a:ext uri="{FF2B5EF4-FFF2-40B4-BE49-F238E27FC236}">
                <a16:creationId xmlns:a16="http://schemas.microsoft.com/office/drawing/2014/main" id="{1E40CEAF-B1BB-174E-A798-3BA60D9C0458}"/>
              </a:ext>
            </a:extLst>
          </p:cNvPr>
          <p:cNvSpPr>
            <a:spLocks noGrp="1"/>
          </p:cNvSpPr>
          <p:nvPr>
            <p:ph type="title" hasCustomPrompt="1"/>
          </p:nvPr>
        </p:nvSpPr>
        <p:spPr>
          <a:xfrm>
            <a:off x="750430" y="381000"/>
            <a:ext cx="8401624" cy="1325563"/>
          </a:xfrm>
        </p:spPr>
        <p:txBody>
          <a:bodyPr lIns="0"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6" name="Chỗ dành sẵn cho Hình ảnh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10" name="Chỗ dành sẵn cho Văn bản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11" name="Chỗ dành sẵn cho Văn bản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7" name="Chỗ dành sẵn cho Hình ảnh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12" name="Chỗ dành sẵn cho Văn bản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13" name="Chỗ dành sẵn cho Văn bản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8" name="Chỗ dành sẵn cho Hình ảnh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14" name="Chỗ dành sẵn cho Văn bản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15" name="Chỗ dành sẵn cho Văn bản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9" name="Chỗ dành sẵn cho Hình ảnh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16" name="Chỗ dành sẵn cho Văn bản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17" name="Chỗ dành sẵn cho Văn bản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3" name="Chỗ dành sẵn cho Ngày tháng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fld id="{53248279-8ABA-4EF0-B1DC-7C8C01083C8F}"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4" name="Chỗ dành sẵn cho Chân trang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5" name="Chỗ dành sẵn cho Số hiệu Bản chiếu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
        <p:nvSpPr>
          <p:cNvPr id="19" name="Hình tự do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1" name="Hình tự do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5" name="Hình tự do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6" name="Hình bầu dục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7" name="Hình tự do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8" name="Hình tự do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9" name="Hình tự do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ả nhóm">
    <p:bg>
      <p:bgPr>
        <a:solidFill>
          <a:schemeClr val="accent2"/>
        </a:solidFill>
        <a:effectLst/>
      </p:bgPr>
    </p:bg>
    <p:spTree>
      <p:nvGrpSpPr>
        <p:cNvPr id="1" name=""/>
        <p:cNvGrpSpPr/>
        <p:nvPr/>
      </p:nvGrpSpPr>
      <p:grpSpPr>
        <a:xfrm>
          <a:off x="0" y="0"/>
          <a:ext cx="0" cy="0"/>
          <a:chOff x="0" y="0"/>
          <a:chExt cx="0" cy="0"/>
        </a:xfrm>
      </p:grpSpPr>
      <p:sp>
        <p:nvSpPr>
          <p:cNvPr id="54" name="Tiêu đề 1">
            <a:extLst>
              <a:ext uri="{FF2B5EF4-FFF2-40B4-BE49-F238E27FC236}">
                <a16:creationId xmlns:a16="http://schemas.microsoft.com/office/drawing/2014/main" id="{6825B690-1AD7-4243-AC42-D2CF19B7B02C}"/>
              </a:ext>
            </a:extLst>
          </p:cNvPr>
          <p:cNvSpPr>
            <a:spLocks noGrp="1"/>
          </p:cNvSpPr>
          <p:nvPr>
            <p:ph type="title" hasCustomPrompt="1"/>
          </p:nvPr>
        </p:nvSpPr>
        <p:spPr>
          <a:xfrm>
            <a:off x="750430" y="381000"/>
            <a:ext cx="10678142" cy="1325563"/>
          </a:xfrm>
        </p:spPr>
        <p:txBody>
          <a:bodyPr lIns="0"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6" name="Chỗ dành sẵn cho Hình ảnh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31" name="Chỗ dành sẵn cho Văn bản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32" name="Chỗ dành sẵn cho Văn bản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33" name="Chỗ dành sẵn cho Hình ảnh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34" name="Chỗ dành sẵn cho Văn bản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35" name="Chỗ dành sẵn cho Văn bản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36" name="Chỗ dành sẵn cho Hình ảnh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37" name="Chỗ dành sẵn cho Văn bản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38" name="Chỗ dành sẵn cho Văn bản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39" name="Chỗ dành sẵn cho Hình ảnh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40" name="Chỗ dành sẵn cho Văn bản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41" name="Chỗ dành sẵn cho Văn bản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42" name="Chỗ dành sẵn cho Hình ảnh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43" name="Chỗ dành sẵn cho Văn bản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44" name="Chỗ dành sẵn cho Văn bản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45" name="Chỗ dành sẵn cho Hình ảnh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46" name="Chỗ dành sẵn cho Văn bản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47" name="Chỗ dành sẵn cho Văn bản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48" name="Chỗ dành sẵn cho Hình ảnh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49" name="Chỗ dành sẵn cho Văn bản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50" name="Chỗ dành sẵn cho Văn bản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51" name="Chỗ dành sẵn cho Hình ảnh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rtlCol="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rtl="0"/>
            <a:endParaRPr lang="vi-VN" noProof="0"/>
          </a:p>
        </p:txBody>
      </p:sp>
      <p:sp>
        <p:nvSpPr>
          <p:cNvPr id="52" name="Chỗ dành sẵn cho Văn bản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rtlCol="0" anchor="b" anchorCtr="0">
            <a:noAutofit/>
          </a:bodyPr>
          <a:lstStyle>
            <a:lvl1pPr marL="0" indent="0" algn="l">
              <a:lnSpc>
                <a:spcPct val="100000"/>
              </a:lnSpc>
              <a:spcBef>
                <a:spcPts val="0"/>
              </a:spcBef>
              <a:buNone/>
              <a:defRPr sz="1800" b="1" spc="20" baseline="0">
                <a:solidFill>
                  <a:schemeClr val="tx1"/>
                </a:solidFill>
                <a:latin typeface="Arial" panose="020B0604020202020204" pitchFamily="34" charset="0"/>
                <a:cs typeface="Arial" panose="020B0604020202020204" pitchFamily="34" charset="0"/>
              </a:defRPr>
            </a:lvl1pPr>
          </a:lstStyle>
          <a:p>
            <a:pPr lvl="0" rtl="0"/>
            <a:r>
              <a:rPr lang="vi-VN" noProof="0"/>
              <a:t>Tên</a:t>
            </a:r>
          </a:p>
        </p:txBody>
      </p:sp>
      <p:sp>
        <p:nvSpPr>
          <p:cNvPr id="53" name="Chỗ dành sẵn cho Văn bản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rtlCol="0">
            <a:noAutofit/>
          </a:bodyPr>
          <a:lstStyle>
            <a:lvl1pPr marL="0" indent="0" algn="l">
              <a:lnSpc>
                <a:spcPct val="100000"/>
              </a:lnSpc>
              <a:spcBef>
                <a:spcPts val="0"/>
              </a:spcBef>
              <a:buNone/>
              <a:defRPr sz="1400" b="0" spc="20" baseline="0">
                <a:solidFill>
                  <a:schemeClr val="tx1"/>
                </a:solidFill>
                <a:latin typeface="Arial" panose="020B0604020202020204" pitchFamily="34" charset="0"/>
                <a:cs typeface="Arial" panose="020B0604020202020204" pitchFamily="34" charset="0"/>
              </a:defRPr>
            </a:lvl1pPr>
          </a:lstStyle>
          <a:p>
            <a:pPr lvl="0" rtl="0"/>
            <a:r>
              <a:rPr lang="vi-VN" noProof="0"/>
              <a:t>Tiêu đề</a:t>
            </a:r>
          </a:p>
        </p:txBody>
      </p:sp>
      <p:sp>
        <p:nvSpPr>
          <p:cNvPr id="18" name="Chỗ dành sẵn cho Ngày tháng 17">
            <a:extLst>
              <a:ext uri="{FF2B5EF4-FFF2-40B4-BE49-F238E27FC236}">
                <a16:creationId xmlns:a16="http://schemas.microsoft.com/office/drawing/2014/main" id="{30445668-2DC5-E84C-8B16-922BC95F13F2}"/>
              </a:ext>
            </a:extLst>
          </p:cNvPr>
          <p:cNvSpPr>
            <a:spLocks noGrp="1"/>
          </p:cNvSpPr>
          <p:nvPr>
            <p:ph type="dt" sz="half" idx="25"/>
          </p:nvPr>
        </p:nvSpPr>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fld id="{83979B66-09BA-433D-9229-2A7D0FDD03DB}"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22" name="Chỗ dành sẵn cho Chân trang 21">
            <a:extLst>
              <a:ext uri="{FF2B5EF4-FFF2-40B4-BE49-F238E27FC236}">
                <a16:creationId xmlns:a16="http://schemas.microsoft.com/office/drawing/2014/main" id="{D9227732-A878-814C-8621-64ED1B2CCF9F}"/>
              </a:ext>
            </a:extLst>
          </p:cNvPr>
          <p:cNvSpPr>
            <a:spLocks noGrp="1"/>
          </p:cNvSpPr>
          <p:nvPr>
            <p:ph type="ftr" sz="quarter" idx="26"/>
          </p:nvPr>
        </p:nvSpPr>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23" name="Chỗ dành sẵn cho Số hiệu Bản chiếu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rtlCol="0">
            <a:noAutofit/>
          </a:bodyPr>
          <a:lstStyle>
            <a:lvl1pPr>
              <a:defRPr>
                <a:solidFill>
                  <a:schemeClr val="accent3"/>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Đường thời gian">
    <p:bg>
      <p:bgPr>
        <a:solidFill>
          <a:schemeClr val="accent1"/>
        </a:solidFill>
        <a:effectLst/>
      </p:bgPr>
    </p:bg>
    <p:spTree>
      <p:nvGrpSpPr>
        <p:cNvPr id="1" name=""/>
        <p:cNvGrpSpPr/>
        <p:nvPr/>
      </p:nvGrpSpPr>
      <p:grpSpPr>
        <a:xfrm>
          <a:off x="0" y="0"/>
          <a:ext cx="0" cy="0"/>
          <a:chOff x="0" y="0"/>
          <a:chExt cx="0" cy="0"/>
        </a:xfrm>
      </p:grpSpPr>
      <p:sp>
        <p:nvSpPr>
          <p:cNvPr id="4" name="Hình tự do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5" name="Hình tự do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2" name="Tiêu đề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rtlCol="0" anchor="b">
            <a:noAutofit/>
          </a:bodyPr>
          <a:lstStyle>
            <a:lvl1pPr>
              <a:defRPr sz="4800" b="1">
                <a:solidFill>
                  <a:schemeClr val="bg1"/>
                </a:solidFill>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Nội dung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7561"/>
            <a:ext cx="9779182" cy="3366815"/>
          </a:xfrm>
        </p:spPr>
        <p:txBody>
          <a:bodyPr rtlCol="0">
            <a:noAutofit/>
          </a:bodyPr>
          <a:lstStyle>
            <a:lvl1pPr marL="0" indent="0">
              <a:buNone/>
              <a:defRPr>
                <a:solidFill>
                  <a:schemeClr val="bg1"/>
                </a:solidFill>
                <a:latin typeface="Arial" panose="020B0604020202020204" pitchFamily="34" charset="0"/>
                <a:cs typeface="Arial" panose="020B0604020202020204" pitchFamily="34" charset="0"/>
              </a:defRPr>
            </a:lvl1pPr>
            <a:lvl2pPr marL="457200" indent="0">
              <a:buNone/>
              <a:defRPr>
                <a:solidFill>
                  <a:schemeClr val="bg1"/>
                </a:solidFill>
                <a:latin typeface="Arial" panose="020B0604020202020204" pitchFamily="34" charset="0"/>
                <a:cs typeface="Arial" panose="020B0604020202020204" pitchFamily="34" charset="0"/>
              </a:defRPr>
            </a:lvl2pPr>
            <a:lvl3pPr marL="914400" indent="0">
              <a:buNone/>
              <a:defRPr>
                <a:solidFill>
                  <a:schemeClr val="bg1"/>
                </a:solidFill>
                <a:latin typeface="Arial" panose="020B0604020202020204" pitchFamily="34" charset="0"/>
                <a:cs typeface="Arial" panose="020B0604020202020204" pitchFamily="34" charset="0"/>
              </a:defRPr>
            </a:lvl3pPr>
            <a:lvl4pPr marL="1371600" indent="0">
              <a:buNone/>
              <a:defRPr>
                <a:solidFill>
                  <a:schemeClr val="bg1"/>
                </a:solidFill>
                <a:latin typeface="Arial" panose="020B0604020202020204" pitchFamily="34" charset="0"/>
                <a:cs typeface="Arial" panose="020B0604020202020204" pitchFamily="34" charset="0"/>
              </a:defRPr>
            </a:lvl4pPr>
            <a:lvl5pPr marL="1828800" indent="0">
              <a:buNone/>
              <a:defRPr>
                <a:solidFill>
                  <a:schemeClr val="bg1"/>
                </a:solidFill>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0" name="Chỗ dành sẵn cho Ngày tháng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Arial" panose="020B0604020202020204" pitchFamily="34" charset="0"/>
                <a:cs typeface="Arial" panose="020B0604020202020204" pitchFamily="34" charset="0"/>
              </a:defRPr>
            </a:lvl1pPr>
          </a:lstStyle>
          <a:p>
            <a:fld id="{B65736CA-D18E-4C66-83F5-FE57B4407741}"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11" name="Chỗ dành sẵn cho Chân trang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12" name="Chỗ dành sẵn cho Số hiệu Bản chiếu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56927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Tiêu đề và nộ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Nội dung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528203"/>
            <a:ext cx="4663440" cy="2828613"/>
          </a:xfrm>
        </p:spPr>
        <p:txBody>
          <a:bodyPr rtlCol="0">
            <a:noAutofit/>
          </a:bodyPr>
          <a:lstStyle>
            <a:lvl1pPr marL="0" indent="0">
              <a:buNone/>
              <a:defRPr sz="2000">
                <a:latin typeface="Arial" panose="020B0604020202020204" pitchFamily="34" charset="0"/>
                <a:cs typeface="Arial" panose="020B0604020202020204" pitchFamily="34" charset="0"/>
              </a:defRPr>
            </a:lvl1pPr>
            <a:lvl2pPr marL="457200" indent="0">
              <a:buNone/>
              <a:defRPr sz="1800">
                <a:latin typeface="Arial" panose="020B0604020202020204" pitchFamily="34" charset="0"/>
                <a:cs typeface="Arial" panose="020B0604020202020204" pitchFamily="34" charset="0"/>
              </a:defRPr>
            </a:lvl2pPr>
            <a:lvl3pPr marL="914400" indent="0">
              <a:buNone/>
              <a:defRPr sz="16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4" name="Hình tự do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5" name="Hình tự do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6" name="Hình tự do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nvGrpSpPr>
          <p:cNvPr id="9" name="Nhóm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Hình tự do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8" name="Hình tự do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10" name="Chỗ dành sẵn cho Ngày tháng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Arial" panose="020B0604020202020204" pitchFamily="34" charset="0"/>
                <a:cs typeface="Arial" panose="020B0604020202020204" pitchFamily="34" charset="0"/>
              </a:defRPr>
            </a:lvl1pPr>
          </a:lstStyle>
          <a:p>
            <a:fld id="{9FFFDDB1-9527-4DF3-905F-21BFC2FDF51F}"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11" name="Chỗ dành sẵn cho Chân trang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12" name="Chỗ dành sẵn cho Số hiệu Bản chiếu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
        <p:nvSpPr>
          <p:cNvPr id="13" name="Chỗ dành sẵn cho Nội dung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528203"/>
            <a:ext cx="4663440" cy="2828613"/>
          </a:xfrm>
        </p:spPr>
        <p:txBody>
          <a:bodyPr rtlCol="0">
            <a:noAutofit/>
          </a:bodyPr>
          <a:lstStyle>
            <a:lvl1pPr marL="0" indent="0">
              <a:buNone/>
              <a:defRPr sz="2000">
                <a:latin typeface="Arial" panose="020B0604020202020204" pitchFamily="34" charset="0"/>
                <a:cs typeface="Arial" panose="020B0604020202020204" pitchFamily="34" charset="0"/>
              </a:defRPr>
            </a:lvl1pPr>
            <a:lvl2pPr marL="457200" indent="0">
              <a:buNone/>
              <a:defRPr sz="1800">
                <a:latin typeface="Arial" panose="020B0604020202020204" pitchFamily="34" charset="0"/>
                <a:cs typeface="Arial" panose="020B0604020202020204" pitchFamily="34" charset="0"/>
              </a:defRPr>
            </a:lvl2pPr>
            <a:lvl3pPr marL="914400" indent="0">
              <a:buNone/>
              <a:defRPr sz="16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4" name="Chỗ dành sẵn cho Nội dung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5689"/>
            <a:ext cx="4663440" cy="522514"/>
          </a:xfrm>
        </p:spPr>
        <p:txBody>
          <a:bodyPr rtlCol="0">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atin typeface="Arial" panose="020B0604020202020204" pitchFamily="34" charset="0"/>
                <a:cs typeface="Arial" panose="020B0604020202020204" pitchFamily="34" charset="0"/>
              </a:defRPr>
            </a:lvl2pPr>
            <a:lvl3pPr marL="914400" indent="0">
              <a:buNone/>
              <a:defRPr sz="1800" b="1">
                <a:latin typeface="Arial" panose="020B0604020202020204" pitchFamily="34" charset="0"/>
                <a:cs typeface="Arial" panose="020B0604020202020204" pitchFamily="34" charset="0"/>
              </a:defRPr>
            </a:lvl3pPr>
            <a:lvl4pPr marL="1371600" indent="0">
              <a:buNone/>
              <a:defRPr sz="1600" b="1">
                <a:latin typeface="Arial" panose="020B0604020202020204" pitchFamily="34" charset="0"/>
                <a:cs typeface="Arial" panose="020B0604020202020204" pitchFamily="34" charset="0"/>
              </a:defRPr>
            </a:lvl4pPr>
            <a:lvl5pPr marL="1828800" indent="0">
              <a:buNone/>
              <a:defRPr sz="1600" b="1">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5" name="Chỗ dành sẵn cho Nội dung 2">
            <a:extLst>
              <a:ext uri="{FF2B5EF4-FFF2-40B4-BE49-F238E27FC236}">
                <a16:creationId xmlns:a16="http://schemas.microsoft.com/office/drawing/2014/main" id="{1B05BEE9-8BC0-EC44-B913-DB6426DF2EA7}"/>
              </a:ext>
            </a:extLst>
          </p:cNvPr>
          <p:cNvSpPr>
            <a:spLocks noGrp="1"/>
          </p:cNvSpPr>
          <p:nvPr>
            <p:ph idx="12" hasCustomPrompt="1"/>
          </p:nvPr>
        </p:nvSpPr>
        <p:spPr>
          <a:xfrm>
            <a:off x="6283235" y="2005689"/>
            <a:ext cx="4663440" cy="522514"/>
          </a:xfrm>
        </p:spPr>
        <p:txBody>
          <a:bodyPr rtlCol="0">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atin typeface="Arial" panose="020B0604020202020204" pitchFamily="34" charset="0"/>
                <a:cs typeface="Arial" panose="020B0604020202020204" pitchFamily="34" charset="0"/>
              </a:defRPr>
            </a:lvl2pPr>
            <a:lvl3pPr marL="914400" indent="0">
              <a:buNone/>
              <a:defRPr sz="1800" b="1">
                <a:latin typeface="Arial" panose="020B0604020202020204" pitchFamily="34" charset="0"/>
                <a:cs typeface="Arial" panose="020B0604020202020204" pitchFamily="34" charset="0"/>
              </a:defRPr>
            </a:lvl3pPr>
            <a:lvl4pPr marL="1371600" indent="0">
              <a:buNone/>
              <a:defRPr sz="1600" b="1">
                <a:latin typeface="Arial" panose="020B0604020202020204" pitchFamily="34" charset="0"/>
                <a:cs typeface="Arial" panose="020B0604020202020204" pitchFamily="34" charset="0"/>
              </a:defRPr>
            </a:lvl4pPr>
            <a:lvl5pPr marL="1828800" indent="0">
              <a:buNone/>
              <a:defRPr sz="1600" b="1">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Tree>
    <p:extLst>
      <p:ext uri="{BB962C8B-B14F-4D97-AF65-F5344CB8AC3E}">
        <p14:creationId xmlns:p14="http://schemas.microsoft.com/office/powerpoint/2010/main" val="213191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Tiêu đề và nộ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381000"/>
            <a:ext cx="9779183" cy="1325563"/>
          </a:xfrm>
        </p:spPr>
        <p:txBody>
          <a:bodyPr rtlCol="0" anchor="b">
            <a:noAutofit/>
          </a:bodyPr>
          <a:lstStyle>
            <a:lvl1pPr>
              <a:defRPr sz="48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Chỗ dành sẵn cho Nội dung 2">
            <a:extLst>
              <a:ext uri="{FF2B5EF4-FFF2-40B4-BE49-F238E27FC236}">
                <a16:creationId xmlns:a16="http://schemas.microsoft.com/office/drawing/2014/main" id="{8A6FC6F2-80B4-49A7-9448-33FE2DF0E967}"/>
              </a:ext>
            </a:extLst>
          </p:cNvPr>
          <p:cNvSpPr>
            <a:spLocks noGrp="1"/>
          </p:cNvSpPr>
          <p:nvPr>
            <p:ph idx="1" hasCustomPrompt="1"/>
          </p:nvPr>
        </p:nvSpPr>
        <p:spPr>
          <a:xfrm>
            <a:off x="1167491" y="2526318"/>
            <a:ext cx="3218688" cy="2828613"/>
          </a:xfrm>
        </p:spPr>
        <p:txBody>
          <a:bodyPr rtlCol="0">
            <a:noAutofit/>
          </a:bodyPr>
          <a:lstStyle>
            <a:lvl1pPr marL="0" indent="0">
              <a:buNone/>
              <a:defRPr sz="2000">
                <a:latin typeface="Arial" panose="020B0604020202020204" pitchFamily="34" charset="0"/>
                <a:cs typeface="Arial" panose="020B0604020202020204" pitchFamily="34" charset="0"/>
              </a:defRPr>
            </a:lvl1pPr>
            <a:lvl2pPr marL="457200" indent="0">
              <a:buNone/>
              <a:defRPr sz="1800">
                <a:latin typeface="Arial" panose="020B0604020202020204" pitchFamily="34" charset="0"/>
                <a:cs typeface="Arial" panose="020B0604020202020204" pitchFamily="34" charset="0"/>
              </a:defRPr>
            </a:lvl2pPr>
            <a:lvl3pPr marL="914400" indent="0">
              <a:buNone/>
              <a:defRPr sz="16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4" name="Hình tự do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5" name="Hình tự do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6" name="Hình tự do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nvGrpSpPr>
          <p:cNvPr id="9" name="Nhóm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Hình tự do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8" name="Hình tự do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10" name="Chỗ dành sẵn cho Ngày tháng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Arial" panose="020B0604020202020204" pitchFamily="34" charset="0"/>
                <a:cs typeface="Arial" panose="020B0604020202020204" pitchFamily="34" charset="0"/>
              </a:defRPr>
            </a:lvl1pPr>
          </a:lstStyle>
          <a:p>
            <a:fld id="{72DBD373-B5CB-4F0C-997D-89390F8378BC}" type="datetime1">
              <a:rPr lang="vi-VN" noProof="0" smtClean="0">
                <a:latin typeface="Arial" panose="020B0604020202020204" pitchFamily="34" charset="0"/>
              </a:rPr>
              <a:t>30/10/2026</a:t>
            </a:fld>
            <a:endParaRPr lang="vi-VN" noProof="0">
              <a:latin typeface="Arial" panose="020B0604020202020204" pitchFamily="34" charset="0"/>
            </a:endParaRPr>
          </a:p>
        </p:txBody>
      </p:sp>
      <p:sp>
        <p:nvSpPr>
          <p:cNvPr id="11" name="Chỗ dành sẵn cho Chân trang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endParaRPr>
          </a:p>
        </p:txBody>
      </p:sp>
      <p:sp>
        <p:nvSpPr>
          <p:cNvPr id="13" name="Chỗ dành sẵn cho Nội dung 2">
            <a:extLst>
              <a:ext uri="{FF2B5EF4-FFF2-40B4-BE49-F238E27FC236}">
                <a16:creationId xmlns:a16="http://schemas.microsoft.com/office/drawing/2014/main" id="{94CA559C-3355-DE44-ACF9-BDB6083C4225}"/>
              </a:ext>
            </a:extLst>
          </p:cNvPr>
          <p:cNvSpPr>
            <a:spLocks noGrp="1"/>
          </p:cNvSpPr>
          <p:nvPr>
            <p:ph idx="10" hasCustomPrompt="1"/>
          </p:nvPr>
        </p:nvSpPr>
        <p:spPr>
          <a:xfrm>
            <a:off x="4683787" y="2526318"/>
            <a:ext cx="3173279" cy="2828613"/>
          </a:xfrm>
        </p:spPr>
        <p:txBody>
          <a:bodyPr rtlCol="0">
            <a:noAutofit/>
          </a:bodyPr>
          <a:lstStyle>
            <a:lvl1pPr marL="0" indent="0">
              <a:buNone/>
              <a:defRPr sz="2000">
                <a:latin typeface="Arial" panose="020B0604020202020204" pitchFamily="34" charset="0"/>
                <a:cs typeface="Arial" panose="020B0604020202020204" pitchFamily="34" charset="0"/>
              </a:defRPr>
            </a:lvl1pPr>
            <a:lvl2pPr marL="457200" indent="0">
              <a:buNone/>
              <a:defRPr sz="1800">
                <a:latin typeface="Arial" panose="020B0604020202020204" pitchFamily="34" charset="0"/>
                <a:cs typeface="Arial" panose="020B0604020202020204" pitchFamily="34" charset="0"/>
              </a:defRPr>
            </a:lvl2pPr>
            <a:lvl3pPr marL="914400" indent="0">
              <a:buNone/>
              <a:defRPr sz="16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4" name="Chỗ dành sẵn cho Nội dung 2">
            <a:extLst>
              <a:ext uri="{FF2B5EF4-FFF2-40B4-BE49-F238E27FC236}">
                <a16:creationId xmlns:a16="http://schemas.microsoft.com/office/drawing/2014/main" id="{0B33DABA-7BF5-1147-BA5E-63B92F220E51}"/>
              </a:ext>
            </a:extLst>
          </p:cNvPr>
          <p:cNvSpPr>
            <a:spLocks noGrp="1"/>
          </p:cNvSpPr>
          <p:nvPr>
            <p:ph idx="11" hasCustomPrompt="1"/>
          </p:nvPr>
        </p:nvSpPr>
        <p:spPr>
          <a:xfrm>
            <a:off x="1167493" y="2003804"/>
            <a:ext cx="3173278" cy="522514"/>
          </a:xfrm>
        </p:spPr>
        <p:txBody>
          <a:bodyPr rtlCol="0">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atin typeface="Arial" panose="020B0604020202020204" pitchFamily="34" charset="0"/>
                <a:cs typeface="Arial" panose="020B0604020202020204" pitchFamily="34" charset="0"/>
              </a:defRPr>
            </a:lvl2pPr>
            <a:lvl3pPr marL="914400" indent="0">
              <a:buNone/>
              <a:defRPr sz="1800" b="1">
                <a:latin typeface="Arial" panose="020B0604020202020204" pitchFamily="34" charset="0"/>
                <a:cs typeface="Arial" panose="020B0604020202020204" pitchFamily="34" charset="0"/>
              </a:defRPr>
            </a:lvl3pPr>
            <a:lvl4pPr marL="1371600" indent="0">
              <a:buNone/>
              <a:defRPr sz="1600" b="1">
                <a:latin typeface="Arial" panose="020B0604020202020204" pitchFamily="34" charset="0"/>
                <a:cs typeface="Arial" panose="020B0604020202020204" pitchFamily="34" charset="0"/>
              </a:defRPr>
            </a:lvl4pPr>
            <a:lvl5pPr marL="1828800" indent="0">
              <a:buNone/>
              <a:defRPr sz="1600" b="1">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5" name="Chỗ dành sẵn cho Nội dung 2">
            <a:extLst>
              <a:ext uri="{FF2B5EF4-FFF2-40B4-BE49-F238E27FC236}">
                <a16:creationId xmlns:a16="http://schemas.microsoft.com/office/drawing/2014/main" id="{1B05BEE9-8BC0-EC44-B913-DB6426DF2EA7}"/>
              </a:ext>
            </a:extLst>
          </p:cNvPr>
          <p:cNvSpPr>
            <a:spLocks noGrp="1"/>
          </p:cNvSpPr>
          <p:nvPr>
            <p:ph idx="12" hasCustomPrompt="1"/>
          </p:nvPr>
        </p:nvSpPr>
        <p:spPr>
          <a:xfrm>
            <a:off x="4683788" y="2003804"/>
            <a:ext cx="3173278" cy="522514"/>
          </a:xfrm>
        </p:spPr>
        <p:txBody>
          <a:bodyPr rtlCol="0">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atin typeface="Arial" panose="020B0604020202020204" pitchFamily="34" charset="0"/>
                <a:cs typeface="Arial" panose="020B0604020202020204" pitchFamily="34" charset="0"/>
              </a:defRPr>
            </a:lvl2pPr>
            <a:lvl3pPr marL="914400" indent="0">
              <a:buNone/>
              <a:defRPr sz="1800" b="1">
                <a:latin typeface="Arial" panose="020B0604020202020204" pitchFamily="34" charset="0"/>
                <a:cs typeface="Arial" panose="020B0604020202020204" pitchFamily="34" charset="0"/>
              </a:defRPr>
            </a:lvl3pPr>
            <a:lvl4pPr marL="1371600" indent="0">
              <a:buNone/>
              <a:defRPr sz="1600" b="1">
                <a:latin typeface="Arial" panose="020B0604020202020204" pitchFamily="34" charset="0"/>
                <a:cs typeface="Arial" panose="020B0604020202020204" pitchFamily="34" charset="0"/>
              </a:defRPr>
            </a:lvl4pPr>
            <a:lvl5pPr marL="1828800" indent="0">
              <a:buNone/>
              <a:defRPr sz="1600" b="1">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6" name="Chỗ dành sẵn cho Nội dung 2">
            <a:extLst>
              <a:ext uri="{FF2B5EF4-FFF2-40B4-BE49-F238E27FC236}">
                <a16:creationId xmlns:a16="http://schemas.microsoft.com/office/drawing/2014/main" id="{43D62993-A055-DF4F-9286-4FFE3A5C7FD7}"/>
              </a:ext>
            </a:extLst>
          </p:cNvPr>
          <p:cNvSpPr>
            <a:spLocks noGrp="1"/>
          </p:cNvSpPr>
          <p:nvPr>
            <p:ph idx="13" hasCustomPrompt="1"/>
          </p:nvPr>
        </p:nvSpPr>
        <p:spPr>
          <a:xfrm>
            <a:off x="8200082" y="2526318"/>
            <a:ext cx="3173279" cy="2828613"/>
          </a:xfrm>
        </p:spPr>
        <p:txBody>
          <a:bodyPr rtlCol="0">
            <a:noAutofit/>
          </a:bodyPr>
          <a:lstStyle>
            <a:lvl1pPr marL="0" indent="0">
              <a:buNone/>
              <a:defRPr sz="2000">
                <a:latin typeface="Arial" panose="020B0604020202020204" pitchFamily="34" charset="0"/>
                <a:cs typeface="Arial" panose="020B0604020202020204" pitchFamily="34" charset="0"/>
              </a:defRPr>
            </a:lvl1pPr>
            <a:lvl2pPr marL="457200" indent="0">
              <a:buNone/>
              <a:defRPr sz="1800">
                <a:latin typeface="Arial" panose="020B0604020202020204" pitchFamily="34" charset="0"/>
                <a:cs typeface="Arial" panose="020B0604020202020204" pitchFamily="34" charset="0"/>
              </a:defRPr>
            </a:lvl2pPr>
            <a:lvl3pPr marL="914400" indent="0">
              <a:buNone/>
              <a:defRPr sz="16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7" name="Chỗ dành sẵn cho Nội dung 2">
            <a:extLst>
              <a:ext uri="{FF2B5EF4-FFF2-40B4-BE49-F238E27FC236}">
                <a16:creationId xmlns:a16="http://schemas.microsoft.com/office/drawing/2014/main" id="{A896DA2E-4448-254C-86D1-9E16E63CC6A0}"/>
              </a:ext>
            </a:extLst>
          </p:cNvPr>
          <p:cNvSpPr>
            <a:spLocks noGrp="1"/>
          </p:cNvSpPr>
          <p:nvPr>
            <p:ph idx="14" hasCustomPrompt="1"/>
          </p:nvPr>
        </p:nvSpPr>
        <p:spPr>
          <a:xfrm>
            <a:off x="8200083" y="2003804"/>
            <a:ext cx="3173278" cy="522514"/>
          </a:xfrm>
        </p:spPr>
        <p:txBody>
          <a:bodyPr rtlCol="0">
            <a:noAutofit/>
          </a:bodyPr>
          <a:lstStyle>
            <a:lvl1pPr marL="0" indent="0">
              <a:buNone/>
              <a:defRPr sz="2400" b="1">
                <a:latin typeface="Arial" panose="020B0604020202020204" pitchFamily="34" charset="0"/>
                <a:cs typeface="Arial" panose="020B0604020202020204" pitchFamily="34" charset="0"/>
              </a:defRPr>
            </a:lvl1pPr>
            <a:lvl2pPr marL="457200" indent="0">
              <a:buNone/>
              <a:defRPr sz="2000" b="1">
                <a:latin typeface="Arial" panose="020B0604020202020204" pitchFamily="34" charset="0"/>
                <a:cs typeface="Arial" panose="020B0604020202020204" pitchFamily="34" charset="0"/>
              </a:defRPr>
            </a:lvl2pPr>
            <a:lvl3pPr marL="914400" indent="0">
              <a:buNone/>
              <a:defRPr sz="1800" b="1">
                <a:latin typeface="Arial" panose="020B0604020202020204" pitchFamily="34" charset="0"/>
                <a:cs typeface="Arial" panose="020B0604020202020204" pitchFamily="34" charset="0"/>
              </a:defRPr>
            </a:lvl3pPr>
            <a:lvl4pPr marL="1371600" indent="0">
              <a:buNone/>
              <a:defRPr sz="1600" b="1">
                <a:latin typeface="Arial" panose="020B0604020202020204" pitchFamily="34" charset="0"/>
                <a:cs typeface="Arial" panose="020B0604020202020204" pitchFamily="34" charset="0"/>
              </a:defRPr>
            </a:lvl4pPr>
            <a:lvl5pPr marL="1828800" indent="0">
              <a:buNone/>
              <a:defRPr sz="1600" b="1">
                <a:latin typeface="Arial" panose="020B0604020202020204" pitchFamily="34" charset="0"/>
                <a:cs typeface="Arial" panose="020B0604020202020204" pitchFamily="34" charset="0"/>
              </a:defRPr>
            </a:lvl5p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12" name="Chỗ dành sẵn cho Số hiệu Bản chiếu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endParaRPr>
          </a:p>
        </p:txBody>
      </p:sp>
    </p:spTree>
    <p:extLst>
      <p:ext uri="{BB962C8B-B14F-4D97-AF65-F5344CB8AC3E}">
        <p14:creationId xmlns:p14="http://schemas.microsoft.com/office/powerpoint/2010/main" val="275697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Kết thúc trang chiế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122363"/>
            <a:ext cx="6220278" cy="2387600"/>
          </a:xfrm>
        </p:spPr>
        <p:txBody>
          <a:bodyPr rtlCol="0" anchor="b">
            <a:noAutofit/>
          </a:bodyPr>
          <a:lstStyle>
            <a:lvl1pPr algn="l">
              <a:defRPr sz="6000" b="1">
                <a:latin typeface="Arial" panose="020B0604020202020204" pitchFamily="34" charset="0"/>
                <a:cs typeface="Arial" panose="020B0604020202020204" pitchFamily="34" charset="0"/>
              </a:defRPr>
            </a:lvl1pPr>
          </a:lstStyle>
          <a:p>
            <a:pPr rtl="0"/>
            <a:r>
              <a:rPr lang="vi-VN" noProof="0"/>
              <a:t>Bấm để chỉnh sửa kiểu tiêu đề Bản cái</a:t>
            </a:r>
          </a:p>
        </p:txBody>
      </p:sp>
      <p:sp>
        <p:nvSpPr>
          <p:cNvPr id="3" name="Tiêu đề phụ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02038"/>
            <a:ext cx="6220277" cy="2247219"/>
          </a:xfrm>
        </p:spPr>
        <p:txBody>
          <a:bodyPr rtlCol="0">
            <a:noAutofit/>
          </a:bodyPr>
          <a:lstStyle>
            <a:lvl1pPr marL="0" indent="0" algn="l">
              <a:buNone/>
              <a:defRPr sz="28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vi-VN" noProof="0"/>
              <a:t>Bấm để chỉnh sửa kiểu phụ đề của Bản cái</a:t>
            </a:r>
          </a:p>
        </p:txBody>
      </p:sp>
      <p:sp>
        <p:nvSpPr>
          <p:cNvPr id="4" name="Hình chữ nhật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vi-VN" noProof="0">
              <a:latin typeface="Arial" panose="020B0604020202020204" pitchFamily="34" charset="0"/>
              <a:cs typeface="Arial" panose="020B0604020202020204" pitchFamily="34" charset="0"/>
            </a:endParaRPr>
          </a:p>
        </p:txBody>
      </p:sp>
      <p:grpSp>
        <p:nvGrpSpPr>
          <p:cNvPr id="6" name="Nhóm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Hình tự do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6" name="Hình tự do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grpSp>
      <p:sp>
        <p:nvSpPr>
          <p:cNvPr id="22" name="Hình tự do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
        <p:nvSpPr>
          <p:cNvPr id="17" name="Hình tự do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vi-VN"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pPr rtl="0"/>
            <a:r>
              <a:rPr lang="vi-VN" noProof="0"/>
              <a:t>Bấm để chỉnh sửa kiểu tiêu đề Bản cái</a:t>
            </a:r>
          </a:p>
        </p:txBody>
      </p:sp>
      <p:sp>
        <p:nvSpPr>
          <p:cNvPr id="3" name="Chỗ dành sẵn cho Văn bản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rtl="0"/>
            <a:r>
              <a:rPr lang="vi-VN" noProof="0"/>
              <a:t>Bấm để chỉnh sửa kiểu văn bản Bản cái</a:t>
            </a:r>
          </a:p>
          <a:p>
            <a:pPr lvl="1" rtl="0"/>
            <a:r>
              <a:rPr lang="vi-VN" noProof="0"/>
              <a:t>Mức hai</a:t>
            </a:r>
          </a:p>
          <a:p>
            <a:pPr lvl="2" rtl="0"/>
            <a:r>
              <a:rPr lang="vi-VN" noProof="0"/>
              <a:t>Mức ba</a:t>
            </a:r>
          </a:p>
          <a:p>
            <a:pPr lvl="3" rtl="0"/>
            <a:r>
              <a:rPr lang="vi-VN" noProof="0"/>
              <a:t>Mức bốn</a:t>
            </a:r>
          </a:p>
          <a:p>
            <a:pPr lvl="4" rtl="0"/>
            <a:r>
              <a:rPr lang="vi-VN" noProof="0"/>
              <a:t>Mức năm</a:t>
            </a:r>
          </a:p>
        </p:txBody>
      </p:sp>
      <p:sp>
        <p:nvSpPr>
          <p:cNvPr id="4" name="Chỗ dành sẵn cho Ngày tháng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Arial" panose="020B0604020202020204" pitchFamily="34" charset="0"/>
                <a:cs typeface="Arial" panose="020B0604020202020204" pitchFamily="34" charset="0"/>
              </a:defRPr>
            </a:lvl1pPr>
          </a:lstStyle>
          <a:p>
            <a:fld id="{E766EF85-08E1-45B8-AD3D-19D2EF2FFBAE}" type="datetime1">
              <a:rPr lang="vi-VN" noProof="0" smtClean="0">
                <a:latin typeface="Arial" panose="020B0604020202020204" pitchFamily="34" charset="0"/>
                <a:cs typeface="Arial" panose="020B0604020202020204" pitchFamily="34" charset="0"/>
              </a:rPr>
              <a:t>30/10/2026</a:t>
            </a:fld>
            <a:endParaRPr lang="vi-VN" noProof="0">
              <a:latin typeface="Arial" panose="020B0604020202020204" pitchFamily="34" charset="0"/>
              <a:cs typeface="Arial" panose="020B0604020202020204" pitchFamily="34" charset="0"/>
            </a:endParaRPr>
          </a:p>
        </p:txBody>
      </p:sp>
      <p:sp>
        <p:nvSpPr>
          <p:cNvPr id="5" name="Chỗ dành sẵn cho Chân trang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Arial" panose="020B0604020202020204" pitchFamily="34" charset="0"/>
                <a:cs typeface="Arial" panose="020B0604020202020204" pitchFamily="34" charset="0"/>
              </a:defRPr>
            </a:lvl1pPr>
          </a:lstStyle>
          <a:p>
            <a:r>
              <a:rPr lang="vi-VN" noProof="0"/>
              <a:t>TIÊU ĐỀ BẢN TRÌNH BÀY</a:t>
            </a:r>
            <a:endParaRPr lang="vi-VN" noProof="0">
              <a:latin typeface="Arial" panose="020B0604020202020204" pitchFamily="34" charset="0"/>
              <a:cs typeface="Arial" panose="020B0604020202020204" pitchFamily="34" charset="0"/>
            </a:endParaRPr>
          </a:p>
        </p:txBody>
      </p:sp>
      <p:sp>
        <p:nvSpPr>
          <p:cNvPr id="6" name="Chỗ dành sẵn cho Số hiệu Bản chiếu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Arial" panose="020B0604020202020204" pitchFamily="34" charset="0"/>
                <a:cs typeface="Arial" panose="020B0604020202020204" pitchFamily="34" charset="0"/>
              </a:defRPr>
            </a:lvl1pPr>
          </a:lstStyle>
          <a:p>
            <a:fld id="{294A09A9-5501-47C1-A89A-A340965A2BE2}" type="slidenum">
              <a:rPr lang="vi-VN" noProof="0" smtClean="0"/>
              <a:pPr/>
              <a:t>‹#›</a:t>
            </a:fld>
            <a:endParaRPr lang="vi-VN"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3" r:id="rId10"/>
    <p:sldLayoutId id="2147483664" r:id="rId11"/>
    <p:sldLayoutId id="2147483665" r:id="rId12"/>
    <p:sldLayoutId id="2147483666" r:id="rId13"/>
  </p:sldLayoutIdLst>
  <p:hf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8.jpe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1DF3D98-3C30-4CFC-8643-C81E829C8C25}"/>
              </a:ext>
            </a:extLst>
          </p:cNvPr>
          <p:cNvSpPr>
            <a:spLocks noGrp="1"/>
          </p:cNvSpPr>
          <p:nvPr>
            <p:ph type="ctrTitle"/>
          </p:nvPr>
        </p:nvSpPr>
        <p:spPr>
          <a:xfrm>
            <a:off x="1167493" y="1122363"/>
            <a:ext cx="7954022" cy="2387600"/>
          </a:xfrm>
        </p:spPr>
        <p:txBody>
          <a:bodyPr rtlCol="0"/>
          <a:lstStyle/>
          <a:p>
            <a:pPr rtl="0"/>
            <a:r>
              <a:rPr lang="vi-VN"/>
              <a:t>Tiêu đề bản trình bày</a:t>
            </a:r>
          </a:p>
        </p:txBody>
      </p:sp>
      <p:sp>
        <p:nvSpPr>
          <p:cNvPr id="3" name="Tiêu đề phụ 2">
            <a:extLst>
              <a:ext uri="{FF2B5EF4-FFF2-40B4-BE49-F238E27FC236}">
                <a16:creationId xmlns:a16="http://schemas.microsoft.com/office/drawing/2014/main" id="{A068D447-28D3-4F5F-B2DC-FD67E9015868}"/>
              </a:ext>
            </a:extLst>
          </p:cNvPr>
          <p:cNvSpPr>
            <a:spLocks noGrp="1"/>
          </p:cNvSpPr>
          <p:nvPr>
            <p:ph type="subTitle" idx="1"/>
          </p:nvPr>
        </p:nvSpPr>
        <p:spPr>
          <a:xfrm>
            <a:off x="1167493" y="3602038"/>
            <a:ext cx="9500507" cy="806675"/>
          </a:xfrm>
        </p:spPr>
        <p:txBody>
          <a:bodyPr rtlCol="0"/>
          <a:lstStyle/>
          <a:p>
            <a:pPr rtl="0"/>
            <a:r>
              <a:rPr lang="vi-VN"/>
              <a:t>Mirjam Nilsson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rtlCol="0"/>
          <a:lstStyle/>
          <a:p>
            <a:pPr rtl="0"/>
            <a:r>
              <a:rPr lang="vi-VN"/>
              <a:t>Chương trình họp</a:t>
            </a:r>
          </a:p>
        </p:txBody>
      </p:sp>
      <p:sp>
        <p:nvSpPr>
          <p:cNvPr id="3" name="Chỗ dành sẵn cho Nội dung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366815"/>
          </a:xfrm>
        </p:spPr>
        <p:txBody>
          <a:bodyPr vert="horz" lIns="91440" tIns="45720" rIns="91440" bIns="45720" rtlCol="0" anchor="t">
            <a:normAutofit/>
          </a:bodyPr>
          <a:lstStyle/>
          <a:p>
            <a:pPr rtl="0"/>
            <a:r>
              <a:rPr lang="vi-VN"/>
              <a:t>Giới thiệu</a:t>
            </a:r>
          </a:p>
          <a:p>
            <a:pPr rtl="0"/>
            <a:r>
              <a:rPr lang="vi-VN"/>
              <a:t>Mục tiêu chính</a:t>
            </a:r>
          </a:p>
          <a:p>
            <a:pPr rtl="0"/>
            <a:r>
              <a:rPr lang="vi-VN"/>
              <a:t>Các lĩnh vực phát triển</a:t>
            </a:r>
          </a:p>
          <a:p>
            <a:pPr rtl="0"/>
            <a:r>
              <a:rPr lang="vi-VN"/>
              <a:t>Dòng thời gian</a:t>
            </a:r>
          </a:p>
          <a:p>
            <a:pPr rtl="0"/>
            <a:r>
              <a:rPr lang="vi-VN"/>
              <a:t>Tóm tắt</a:t>
            </a:r>
          </a:p>
          <a:p>
            <a:pPr rtl="0"/>
            <a:endParaRPr lang="vi-VN"/>
          </a:p>
        </p:txBody>
      </p:sp>
      <p:sp>
        <p:nvSpPr>
          <p:cNvPr id="5" name="Chỗ dành sẵn cho Chân trang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rtlCol="0"/>
          <a:lstStyle/>
          <a:p>
            <a:pPr rtl="0"/>
            <a:r>
              <a:rPr lang="vi-VN"/>
              <a:t>TIÊU ĐỀ BẢN TRÌNH BÀY</a:t>
            </a:r>
          </a:p>
        </p:txBody>
      </p:sp>
      <p:sp>
        <p:nvSpPr>
          <p:cNvPr id="6" name="Chỗ dành sẵn cho Số hiệu Bản chiếu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vi-VN" smtClean="0"/>
              <a:pPr/>
              <a:t>2</a:t>
            </a:fld>
            <a:endParaRPr lang="vi-VN"/>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rtlCol="0"/>
          <a:lstStyle/>
          <a:p>
            <a:pPr rtl="0"/>
            <a:r>
              <a:rPr lang="vi-VN"/>
              <a:t>Giới thiệu</a:t>
            </a:r>
          </a:p>
        </p:txBody>
      </p:sp>
      <p:sp>
        <p:nvSpPr>
          <p:cNvPr id="3" name="Chỗ dành sẵn cho Nội dung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pPr rtl="0"/>
            <a:r>
              <a:rPr lang="vi-VN"/>
              <a:t>Tại Contoso, chúng tôi hỗ trợ các tổ chức khuyến khích tư duy cộng tác để thúc đẩy hơn nữa sự đổi mới tại nơi làm việc. Bằng cách khép lại vòng lặp và tận dụng các khung công việc linh hoạt, chúng tôi giúp doanh nghiệp phát triển một cách tự nhiên và khuyến khích tư duy ưu tiên người tiêu dùng.</a:t>
            </a:r>
          </a:p>
        </p:txBody>
      </p:sp>
      <p:sp>
        <p:nvSpPr>
          <p:cNvPr id="5" name="Chỗ dành sẵn cho Chân trang 4">
            <a:extLst>
              <a:ext uri="{FF2B5EF4-FFF2-40B4-BE49-F238E27FC236}">
                <a16:creationId xmlns:a16="http://schemas.microsoft.com/office/drawing/2014/main" id="{D593FA18-50D6-0344-B477-1D7C91CF4029}"/>
              </a:ext>
            </a:extLst>
          </p:cNvPr>
          <p:cNvSpPr>
            <a:spLocks noGrp="1"/>
          </p:cNvSpPr>
          <p:nvPr>
            <p:ph type="ftr" sz="quarter" idx="11"/>
          </p:nvPr>
        </p:nvSpPr>
        <p:spPr>
          <a:xfrm>
            <a:off x="4038600" y="6356350"/>
            <a:ext cx="4114800" cy="365125"/>
          </a:xfrm>
        </p:spPr>
        <p:txBody>
          <a:bodyPr rtlCol="0"/>
          <a:lstStyle/>
          <a:p>
            <a:pPr rtl="0"/>
            <a:r>
              <a:rPr lang="vi-VN"/>
              <a:t>TIÊU ĐỀ BẢN TRÌNH BÀY</a:t>
            </a:r>
          </a:p>
        </p:txBody>
      </p:sp>
      <p:sp>
        <p:nvSpPr>
          <p:cNvPr id="6" name="Chỗ dành sẵn cho Số hiệu Bản chiếu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vi-VN" smtClean="0"/>
              <a:pPr/>
              <a:t>3</a:t>
            </a:fld>
            <a:endParaRPr lang="vi-VN"/>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460295B-54B9-4937-90E3-BAB9CE69E30B}"/>
              </a:ext>
            </a:extLst>
          </p:cNvPr>
          <p:cNvSpPr>
            <a:spLocks noGrp="1"/>
          </p:cNvSpPr>
          <p:nvPr>
            <p:ph type="ctrTitle"/>
          </p:nvPr>
        </p:nvSpPr>
        <p:spPr>
          <a:xfrm>
            <a:off x="1167494" y="1059400"/>
            <a:ext cx="6245912" cy="2387600"/>
          </a:xfrm>
        </p:spPr>
        <p:txBody>
          <a:bodyPr rtlCol="0"/>
          <a:lstStyle/>
          <a:p>
            <a:pPr rtl="0"/>
            <a:r>
              <a:rPr lang="vi-VN"/>
              <a:t>Mục tiêu chính</a:t>
            </a:r>
          </a:p>
        </p:txBody>
      </p:sp>
      <p:sp>
        <p:nvSpPr>
          <p:cNvPr id="4" name="Chỗ dành sẵn cho Văn bản 3">
            <a:extLst>
              <a:ext uri="{FF2B5EF4-FFF2-40B4-BE49-F238E27FC236}">
                <a16:creationId xmlns:a16="http://schemas.microsoft.com/office/drawing/2014/main" id="{D51A6D85-3837-435F-A342-5A3F98172B12}"/>
              </a:ext>
            </a:extLst>
          </p:cNvPr>
          <p:cNvSpPr>
            <a:spLocks noGrp="1"/>
          </p:cNvSpPr>
          <p:nvPr>
            <p:ph type="subTitle" idx="1"/>
          </p:nvPr>
        </p:nvSpPr>
        <p:spPr>
          <a:xfrm>
            <a:off x="1167494" y="3539075"/>
            <a:ext cx="6245912" cy="1406101"/>
          </a:xfrm>
        </p:spPr>
        <p:txBody>
          <a:bodyPr vert="horz" lIns="91440" tIns="45720" rIns="91440" bIns="45720" rtlCol="0" anchor="t">
            <a:normAutofit/>
          </a:bodyPr>
          <a:lstStyle/>
          <a:p>
            <a:pPr rtl="0"/>
            <a:r>
              <a:rPr lang="vi-VN"/>
              <a:t>Tăng trưởng doanh thu hàng năm</a:t>
            </a:r>
          </a:p>
        </p:txBody>
      </p:sp>
    </p:spTree>
    <p:extLst>
      <p:ext uri="{BB962C8B-B14F-4D97-AF65-F5344CB8AC3E}">
        <p14:creationId xmlns:p14="http://schemas.microsoft.com/office/powerpoint/2010/main" val="344679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96F75DE-8A44-4EC5-83C6-95BDDF10DFD9}"/>
              </a:ext>
            </a:extLst>
          </p:cNvPr>
          <p:cNvSpPr>
            <a:spLocks noGrp="1"/>
          </p:cNvSpPr>
          <p:nvPr>
            <p:ph type="title"/>
          </p:nvPr>
        </p:nvSpPr>
        <p:spPr/>
        <p:txBody>
          <a:bodyPr rtlCol="0"/>
          <a:lstStyle/>
          <a:p>
            <a:pPr rtl="0"/>
            <a:r>
              <a:rPr lang="vi-VN"/>
              <a:t>Lĩnh vực tăng trưởng</a:t>
            </a:r>
          </a:p>
        </p:txBody>
      </p:sp>
      <p:graphicFrame>
        <p:nvGraphicFramePr>
          <p:cNvPr id="4" name="Bảng 4">
            <a:extLst>
              <a:ext uri="{FF2B5EF4-FFF2-40B4-BE49-F238E27FC236}">
                <a16:creationId xmlns:a16="http://schemas.microsoft.com/office/drawing/2014/main" id="{403CD5FD-27C3-4342-BE41-F411CB8D6931}"/>
              </a:ext>
            </a:extLst>
          </p:cNvPr>
          <p:cNvGraphicFramePr>
            <a:graphicFrameLocks noGrp="1"/>
          </p:cNvGraphicFramePr>
          <p:nvPr>
            <p:ph idx="1"/>
            <p:extLst>
              <p:ext uri="{D42A27DB-BD31-4B8C-83A1-F6EECF244321}">
                <p14:modId xmlns:p14="http://schemas.microsoft.com/office/powerpoint/2010/main" val="2094065929"/>
              </p:ext>
            </p:extLst>
          </p:nvPr>
        </p:nvGraphicFramePr>
        <p:xfrm>
          <a:off x="1205707" y="2501900"/>
          <a:ext cx="9780585" cy="2123440"/>
        </p:xfrm>
        <a:graphic>
          <a:graphicData uri="http://schemas.openxmlformats.org/drawingml/2006/table">
            <a:tbl>
              <a:tblPr firstRow="1" bandRow="1">
                <a:tableStyleId>{5C22544A-7EE6-4342-B048-85BDC9FD1C3A}</a:tableStyleId>
              </a:tblPr>
              <a:tblGrid>
                <a:gridCol w="1956117">
                  <a:extLst>
                    <a:ext uri="{9D8B030D-6E8A-4147-A177-3AD203B41FA5}">
                      <a16:colId xmlns:a16="http://schemas.microsoft.com/office/drawing/2014/main" val="1689330750"/>
                    </a:ext>
                  </a:extLst>
                </a:gridCol>
                <a:gridCol w="1956117">
                  <a:extLst>
                    <a:ext uri="{9D8B030D-6E8A-4147-A177-3AD203B41FA5}">
                      <a16:colId xmlns:a16="http://schemas.microsoft.com/office/drawing/2014/main" val="2660631934"/>
                    </a:ext>
                  </a:extLst>
                </a:gridCol>
                <a:gridCol w="1956117">
                  <a:extLst>
                    <a:ext uri="{9D8B030D-6E8A-4147-A177-3AD203B41FA5}">
                      <a16:colId xmlns:a16="http://schemas.microsoft.com/office/drawing/2014/main" val="3909717689"/>
                    </a:ext>
                  </a:extLst>
                </a:gridCol>
                <a:gridCol w="1956117">
                  <a:extLst>
                    <a:ext uri="{9D8B030D-6E8A-4147-A177-3AD203B41FA5}">
                      <a16:colId xmlns:a16="http://schemas.microsoft.com/office/drawing/2014/main" val="1603189107"/>
                    </a:ext>
                  </a:extLst>
                </a:gridCol>
                <a:gridCol w="1956117">
                  <a:extLst>
                    <a:ext uri="{9D8B030D-6E8A-4147-A177-3AD203B41FA5}">
                      <a16:colId xmlns:a16="http://schemas.microsoft.com/office/drawing/2014/main" val="2755691855"/>
                    </a:ext>
                  </a:extLst>
                </a:gridCol>
              </a:tblGrid>
              <a:tr h="370840">
                <a:tc>
                  <a:txBody>
                    <a:bodyPr/>
                    <a:lstStyle/>
                    <a:p>
                      <a:pPr algn="ctr" rtl="0"/>
                      <a:endParaRPr lang="vi-VN" b="1" noProof="0">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vi-VN" b="1" noProof="0">
                          <a:latin typeface="Arial" panose="020B0604020202020204" pitchFamily="34" charset="0"/>
                          <a:cs typeface="Arial" panose="020B0604020202020204" pitchFamily="34" charset="0"/>
                        </a:rPr>
                        <a:t>B2B</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vi-VN" b="1" noProof="0">
                          <a:latin typeface="Arial" panose="020B0604020202020204" pitchFamily="34" charset="0"/>
                          <a:cs typeface="Arial" panose="020B0604020202020204" pitchFamily="34" charset="0"/>
                        </a:rPr>
                        <a:t>Chuỗi cung ứng</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vi-VN" b="1" noProof="0">
                          <a:latin typeface="Arial" panose="020B0604020202020204" pitchFamily="34" charset="0"/>
                          <a:cs typeface="Arial" panose="020B0604020202020204" pitchFamily="34" charset="0"/>
                        </a:rPr>
                        <a:t>ROI</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vi-VN" b="1" noProof="0">
                          <a:latin typeface="Arial" panose="020B0604020202020204" pitchFamily="34" charset="0"/>
                          <a:cs typeface="Arial" panose="020B0604020202020204" pitchFamily="34" charset="0"/>
                        </a:rPr>
                        <a:t>Thương mại điện tử</a:t>
                      </a:r>
                    </a:p>
                  </a:txBody>
                  <a:tcPr anchor="ctr">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9928716"/>
                  </a:ext>
                </a:extLst>
              </a:tr>
              <a:tr h="370840">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Q1</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4,5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2.3</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1,7</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5,0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0208656"/>
                  </a:ext>
                </a:extLst>
              </a:tr>
              <a:tr h="370840">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Q2</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3,2</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5.1</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4,4</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3,0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4243071"/>
                  </a:ext>
                </a:extLst>
              </a:tr>
              <a:tr h="370840">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Q3</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2,1</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1.7</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2.5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2,8</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8797"/>
                  </a:ext>
                </a:extLst>
              </a:tr>
              <a:tr h="370840">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Q4</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4,5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2.2</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a:solidFill>
                            <a:schemeClr val="tx2">
                              <a:lumMod val="75000"/>
                            </a:schemeClr>
                          </a:solidFill>
                          <a:latin typeface="Arial" panose="020B0604020202020204" pitchFamily="34" charset="0"/>
                          <a:cs typeface="Arial" panose="020B0604020202020204" pitchFamily="34" charset="0"/>
                        </a:rPr>
                        <a:t>1,7</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a:r>
                        <a:rPr lang="vi-VN" sz="1400" noProof="0" dirty="0">
                          <a:solidFill>
                            <a:schemeClr val="tx2">
                              <a:lumMod val="75000"/>
                            </a:schemeClr>
                          </a:solidFill>
                          <a:latin typeface="Arial" panose="020B0604020202020204" pitchFamily="34" charset="0"/>
                          <a:cs typeface="Arial" panose="020B0604020202020204" pitchFamily="34" charset="0"/>
                        </a:rPr>
                        <a:t>7,0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950325"/>
                  </a:ext>
                </a:extLst>
              </a:tr>
            </a:tbl>
          </a:graphicData>
        </a:graphic>
      </p:graphicFrame>
      <p:sp>
        <p:nvSpPr>
          <p:cNvPr id="5" name="Chỗ dành sẵn cho Chân trang 4">
            <a:extLst>
              <a:ext uri="{FF2B5EF4-FFF2-40B4-BE49-F238E27FC236}">
                <a16:creationId xmlns:a16="http://schemas.microsoft.com/office/drawing/2014/main" id="{0A79A912-225F-BE40-9F3E-0255524448CD}"/>
              </a:ext>
            </a:extLst>
          </p:cNvPr>
          <p:cNvSpPr>
            <a:spLocks noGrp="1"/>
          </p:cNvSpPr>
          <p:nvPr>
            <p:ph type="ftr" sz="quarter" idx="3"/>
          </p:nvPr>
        </p:nvSpPr>
        <p:spPr/>
        <p:txBody>
          <a:bodyPr rtlCol="0"/>
          <a:lstStyle/>
          <a:p>
            <a:pPr rtl="0"/>
            <a:r>
              <a:rPr lang="vi-VN"/>
              <a:t>TIÊU ĐỀ BẢN TRÌNH BÀY</a:t>
            </a:r>
          </a:p>
        </p:txBody>
      </p:sp>
      <p:sp>
        <p:nvSpPr>
          <p:cNvPr id="6" name="Chỗ dành sẵn cho Số hiệu Bản chiếu 5">
            <a:extLst>
              <a:ext uri="{FF2B5EF4-FFF2-40B4-BE49-F238E27FC236}">
                <a16:creationId xmlns:a16="http://schemas.microsoft.com/office/drawing/2014/main" id="{50B6C709-8794-DF4E-A15C-6E648F09DD12}"/>
              </a:ext>
            </a:extLst>
          </p:cNvPr>
          <p:cNvSpPr>
            <a:spLocks noGrp="1"/>
          </p:cNvSpPr>
          <p:nvPr>
            <p:ph type="sldNum" sz="quarter" idx="4"/>
          </p:nvPr>
        </p:nvSpPr>
        <p:spPr/>
        <p:txBody>
          <a:bodyPr rtlCol="0"/>
          <a:lstStyle/>
          <a:p>
            <a:pPr rtl="0"/>
            <a:fld id="{294A09A9-5501-47C1-A89A-A340965A2BE2}" type="slidenum">
              <a:rPr lang="vi-VN" smtClean="0"/>
              <a:pPr/>
              <a:t>5</a:t>
            </a:fld>
            <a:endParaRPr lang="vi-VN"/>
          </a:p>
        </p:txBody>
      </p:sp>
    </p:spTree>
    <p:extLst>
      <p:ext uri="{BB962C8B-B14F-4D97-AF65-F5344CB8AC3E}">
        <p14:creationId xmlns:p14="http://schemas.microsoft.com/office/powerpoint/2010/main" val="421291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3AF65A7-995A-9F45-891C-82D9B9D40801}"/>
              </a:ext>
            </a:extLst>
          </p:cNvPr>
          <p:cNvSpPr>
            <a:spLocks noGrp="1"/>
          </p:cNvSpPr>
          <p:nvPr>
            <p:ph type="title"/>
          </p:nvPr>
        </p:nvSpPr>
        <p:spPr>
          <a:xfrm>
            <a:off x="1889961" y="1791018"/>
            <a:ext cx="8412079" cy="2810460"/>
          </a:xfrm>
        </p:spPr>
        <p:txBody>
          <a:bodyPr rtlCol="0">
            <a:normAutofit/>
          </a:bodyPr>
          <a:lstStyle/>
          <a:p>
            <a:pPr rtl="0"/>
            <a:r>
              <a:rPr lang="vi-VN" sz="4400"/>
              <a:t>Cơ hội kinh doanh giống như xe buýt. Luôn có một cái khác sẽ đến.</a:t>
            </a:r>
          </a:p>
        </p:txBody>
      </p:sp>
      <p:sp>
        <p:nvSpPr>
          <p:cNvPr id="13" name="Chỗ dành sẵn cho Văn bản 5">
            <a:extLst>
              <a:ext uri="{FF2B5EF4-FFF2-40B4-BE49-F238E27FC236}">
                <a16:creationId xmlns:a16="http://schemas.microsoft.com/office/drawing/2014/main" id="{6118A1B7-08BA-6B43-BBA8-952377DF944D}"/>
              </a:ext>
            </a:extLst>
          </p:cNvPr>
          <p:cNvSpPr>
            <a:spLocks noGrp="1"/>
          </p:cNvSpPr>
          <p:nvPr>
            <p:ph type="body" sz="quarter" idx="13"/>
          </p:nvPr>
        </p:nvSpPr>
        <p:spPr>
          <a:xfrm>
            <a:off x="1502619" y="543354"/>
            <a:ext cx="1364297" cy="1094521"/>
          </a:xfrm>
        </p:spPr>
        <p:txBody>
          <a:bodyPr rtlCol="0"/>
          <a:lstStyle/>
          <a:p>
            <a:pPr rtl="0"/>
            <a:r>
              <a:rPr lang="vi-VN"/>
              <a:t>“</a:t>
            </a:r>
          </a:p>
        </p:txBody>
      </p:sp>
      <p:sp>
        <p:nvSpPr>
          <p:cNvPr id="7" name="Chỗ dành sẵn cho Văn bản 6">
            <a:extLst>
              <a:ext uri="{FF2B5EF4-FFF2-40B4-BE49-F238E27FC236}">
                <a16:creationId xmlns:a16="http://schemas.microsoft.com/office/drawing/2014/main" id="{E178654B-08C9-4C41-8BEC-DFB720245862}"/>
              </a:ext>
            </a:extLst>
          </p:cNvPr>
          <p:cNvSpPr>
            <a:spLocks noGrp="1"/>
          </p:cNvSpPr>
          <p:nvPr>
            <p:ph type="body" sz="quarter" idx="14"/>
          </p:nvPr>
        </p:nvSpPr>
        <p:spPr>
          <a:xfrm>
            <a:off x="5556250" y="4574039"/>
            <a:ext cx="3511550" cy="679450"/>
          </a:xfrm>
        </p:spPr>
        <p:txBody>
          <a:bodyPr rtlCol="0"/>
          <a:lstStyle/>
          <a:p>
            <a:pPr rtl="0"/>
            <a:r>
              <a:rPr lang="vi-VN"/>
              <a:t>Richard Branson</a:t>
            </a:r>
          </a:p>
          <a:p>
            <a:pPr rtl="0"/>
            <a:endParaRPr lang="vi-VN"/>
          </a:p>
        </p:txBody>
      </p:sp>
      <p:sp>
        <p:nvSpPr>
          <p:cNvPr id="14" name="Chỗ dành sẵn cho Văn bản 7">
            <a:extLst>
              <a:ext uri="{FF2B5EF4-FFF2-40B4-BE49-F238E27FC236}">
                <a16:creationId xmlns:a16="http://schemas.microsoft.com/office/drawing/2014/main" id="{A1F17760-D90A-AB46-A4E0-31B2684E3F5E}"/>
              </a:ext>
            </a:extLst>
          </p:cNvPr>
          <p:cNvSpPr>
            <a:spLocks noGrp="1"/>
          </p:cNvSpPr>
          <p:nvPr>
            <p:ph type="body" sz="quarter" idx="15"/>
          </p:nvPr>
        </p:nvSpPr>
        <p:spPr>
          <a:xfrm>
            <a:off x="9420876" y="3426615"/>
            <a:ext cx="1364297" cy="1094521"/>
          </a:xfrm>
        </p:spPr>
        <p:txBody>
          <a:bodyPr rtlCol="0"/>
          <a:lstStyle/>
          <a:p>
            <a:pPr rtl="0"/>
            <a:r>
              <a:rPr lang="vi-VN"/>
              <a:t>”</a:t>
            </a:r>
          </a:p>
        </p:txBody>
      </p:sp>
      <p:sp>
        <p:nvSpPr>
          <p:cNvPr id="4" name="Chỗ dành sẵn cho Chân trang 3">
            <a:extLst>
              <a:ext uri="{FF2B5EF4-FFF2-40B4-BE49-F238E27FC236}">
                <a16:creationId xmlns:a16="http://schemas.microsoft.com/office/drawing/2014/main" id="{6E4EA976-8646-0143-BA18-8675E6FA5EB7}"/>
              </a:ext>
            </a:extLst>
          </p:cNvPr>
          <p:cNvSpPr>
            <a:spLocks noGrp="1"/>
          </p:cNvSpPr>
          <p:nvPr>
            <p:ph type="ftr" sz="quarter" idx="11"/>
          </p:nvPr>
        </p:nvSpPr>
        <p:spPr/>
        <p:txBody>
          <a:bodyPr rtlCol="0"/>
          <a:lstStyle/>
          <a:p>
            <a:pPr rtl="0"/>
            <a:r>
              <a:rPr lang="vi-VN"/>
              <a:t>TIÊU ĐỀ BẢN TRÌNH BÀY</a:t>
            </a:r>
          </a:p>
        </p:txBody>
      </p:sp>
      <p:sp>
        <p:nvSpPr>
          <p:cNvPr id="5" name="Chỗ dành sẵn cho Số hiệu Bản chiếu 4">
            <a:extLst>
              <a:ext uri="{FF2B5EF4-FFF2-40B4-BE49-F238E27FC236}">
                <a16:creationId xmlns:a16="http://schemas.microsoft.com/office/drawing/2014/main" id="{7003A5E2-8F37-D546-BCD9-24A2037BB54D}"/>
              </a:ext>
            </a:extLst>
          </p:cNvPr>
          <p:cNvSpPr>
            <a:spLocks noGrp="1"/>
          </p:cNvSpPr>
          <p:nvPr>
            <p:ph type="sldNum" sz="quarter" idx="12"/>
          </p:nvPr>
        </p:nvSpPr>
        <p:spPr/>
        <p:txBody>
          <a:bodyPr rtlCol="0"/>
          <a:lstStyle/>
          <a:p>
            <a:pPr rtl="0"/>
            <a:fld id="{294A09A9-5501-47C1-A89A-A340965A2BE2}" type="slidenum">
              <a:rPr lang="vi-VN" smtClean="0"/>
              <a:pPr/>
              <a:t>6</a:t>
            </a:fld>
            <a:endParaRPr lang="vi-VN"/>
          </a:p>
        </p:txBody>
      </p:sp>
    </p:spTree>
    <p:extLst>
      <p:ext uri="{BB962C8B-B14F-4D97-AF65-F5344CB8AC3E}">
        <p14:creationId xmlns:p14="http://schemas.microsoft.com/office/powerpoint/2010/main" val="263998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7A6F7BB-30A8-4980-AD4A-2FB0B53FA6C9}"/>
              </a:ext>
            </a:extLst>
          </p:cNvPr>
          <p:cNvSpPr>
            <a:spLocks noGrp="1"/>
          </p:cNvSpPr>
          <p:nvPr>
            <p:ph type="title"/>
          </p:nvPr>
        </p:nvSpPr>
        <p:spPr>
          <a:xfrm>
            <a:off x="750430" y="381000"/>
            <a:ext cx="8401624" cy="1325563"/>
          </a:xfrm>
        </p:spPr>
        <p:txBody>
          <a:bodyPr rtlCol="0"/>
          <a:lstStyle/>
          <a:p>
            <a:pPr rtl="0"/>
            <a:r>
              <a:rPr lang="vi-VN"/>
              <a:t>Gặp nhóm chúng tôi</a:t>
            </a:r>
          </a:p>
        </p:txBody>
      </p:sp>
      <p:pic>
        <p:nvPicPr>
          <p:cNvPr id="42" name="Chỗ dành sẵn cho Hình ảnh 15" descr="Ảnh chụp phần đầu của thành viên nhóm">
            <a:extLst>
              <a:ext uri="{FF2B5EF4-FFF2-40B4-BE49-F238E27FC236}">
                <a16:creationId xmlns:a16="http://schemas.microsoft.com/office/drawing/2014/main" id="{8BDB1906-FF07-4447-9C68-585F54C5EED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50429" y="2227758"/>
            <a:ext cx="1200374" cy="1201242"/>
          </a:xfrm>
        </p:spPr>
      </p:pic>
      <p:sp>
        <p:nvSpPr>
          <p:cNvPr id="34" name="Chỗ dành sẵn cho Văn bản 33">
            <a:extLst>
              <a:ext uri="{FF2B5EF4-FFF2-40B4-BE49-F238E27FC236}">
                <a16:creationId xmlns:a16="http://schemas.microsoft.com/office/drawing/2014/main" id="{C1C92E27-D550-F44E-8491-927F819E72B8}"/>
              </a:ext>
            </a:extLst>
          </p:cNvPr>
          <p:cNvSpPr>
            <a:spLocks noGrp="1"/>
          </p:cNvSpPr>
          <p:nvPr>
            <p:ph type="body" sz="quarter" idx="17"/>
          </p:nvPr>
        </p:nvSpPr>
        <p:spPr>
          <a:xfrm>
            <a:off x="2123351" y="2426400"/>
            <a:ext cx="2281237" cy="347662"/>
          </a:xfrm>
        </p:spPr>
        <p:txBody>
          <a:bodyPr rtlCol="0"/>
          <a:lstStyle/>
          <a:p>
            <a:pPr rtl="0"/>
            <a:r>
              <a:rPr lang="vi-VN"/>
              <a:t>Takuma Hayashi</a:t>
            </a:r>
          </a:p>
        </p:txBody>
      </p:sp>
      <p:sp>
        <p:nvSpPr>
          <p:cNvPr id="35" name="Chỗ dành sẵn cho Văn bản 34">
            <a:extLst>
              <a:ext uri="{FF2B5EF4-FFF2-40B4-BE49-F238E27FC236}">
                <a16:creationId xmlns:a16="http://schemas.microsoft.com/office/drawing/2014/main" id="{7D722C50-45F7-D84B-B216-568F72D66349}"/>
              </a:ext>
            </a:extLst>
          </p:cNvPr>
          <p:cNvSpPr>
            <a:spLocks noGrp="1"/>
          </p:cNvSpPr>
          <p:nvPr>
            <p:ph type="body" sz="quarter" idx="18"/>
          </p:nvPr>
        </p:nvSpPr>
        <p:spPr>
          <a:xfrm>
            <a:off x="2123350" y="2811646"/>
            <a:ext cx="2281237" cy="347662"/>
          </a:xfrm>
        </p:spPr>
        <p:txBody>
          <a:bodyPr rtlCol="0"/>
          <a:lstStyle/>
          <a:p>
            <a:pPr rtl="0"/>
            <a:r>
              <a:rPr lang="vi-VN"/>
              <a:t>Chủ tịch</a:t>
            </a:r>
          </a:p>
        </p:txBody>
      </p:sp>
      <p:pic>
        <p:nvPicPr>
          <p:cNvPr id="43" name="Chỗ dành sẵn cho Hình ảnh 17" descr="Ảnh chụp phần đầu của thành viên nhóm">
            <a:extLst>
              <a:ext uri="{FF2B5EF4-FFF2-40B4-BE49-F238E27FC236}">
                <a16:creationId xmlns:a16="http://schemas.microsoft.com/office/drawing/2014/main" id="{A82F6AEE-FCBF-0245-BB71-E76973B3A97D}"/>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5495813" y="2227758"/>
            <a:ext cx="1200374" cy="1201242"/>
          </a:xfrm>
        </p:spPr>
      </p:pic>
      <p:sp>
        <p:nvSpPr>
          <p:cNvPr id="36" name="Chỗ dành sẵn cho Văn bản 35">
            <a:extLst>
              <a:ext uri="{FF2B5EF4-FFF2-40B4-BE49-F238E27FC236}">
                <a16:creationId xmlns:a16="http://schemas.microsoft.com/office/drawing/2014/main" id="{176187A9-3EBE-F64D-AE99-021BB3767F90}"/>
              </a:ext>
            </a:extLst>
          </p:cNvPr>
          <p:cNvSpPr>
            <a:spLocks noGrp="1"/>
          </p:cNvSpPr>
          <p:nvPr>
            <p:ph type="body" sz="quarter" idx="19"/>
          </p:nvPr>
        </p:nvSpPr>
        <p:spPr>
          <a:xfrm>
            <a:off x="6870817" y="2422565"/>
            <a:ext cx="2281237" cy="347662"/>
          </a:xfrm>
        </p:spPr>
        <p:txBody>
          <a:bodyPr rtlCol="0"/>
          <a:lstStyle/>
          <a:p>
            <a:pPr rtl="0"/>
            <a:r>
              <a:rPr lang="vi-VN"/>
              <a:t>Mirjam Nilsson</a:t>
            </a:r>
          </a:p>
        </p:txBody>
      </p:sp>
      <p:sp>
        <p:nvSpPr>
          <p:cNvPr id="37" name="Chỗ dành sẵn cho Văn bản 36">
            <a:extLst>
              <a:ext uri="{FF2B5EF4-FFF2-40B4-BE49-F238E27FC236}">
                <a16:creationId xmlns:a16="http://schemas.microsoft.com/office/drawing/2014/main" id="{7990731F-95DE-4F44-8EA0-E275CEAFD8A2}"/>
              </a:ext>
            </a:extLst>
          </p:cNvPr>
          <p:cNvSpPr>
            <a:spLocks noGrp="1"/>
          </p:cNvSpPr>
          <p:nvPr>
            <p:ph type="body" sz="quarter" idx="20"/>
          </p:nvPr>
        </p:nvSpPr>
        <p:spPr>
          <a:xfrm>
            <a:off x="6870816" y="2807811"/>
            <a:ext cx="2281237" cy="347662"/>
          </a:xfrm>
        </p:spPr>
        <p:txBody>
          <a:bodyPr rtlCol="0"/>
          <a:lstStyle/>
          <a:p>
            <a:pPr rtl="0"/>
            <a:r>
              <a:rPr lang="vi-VN"/>
              <a:t>Giám đốc Điều hành</a:t>
            </a:r>
          </a:p>
        </p:txBody>
      </p:sp>
      <p:pic>
        <p:nvPicPr>
          <p:cNvPr id="44" name="Chỗ dành sẵn cho Hình ảnh 19" descr="Ảnh chụp phần đầu của thành viên nhóm">
            <a:extLst>
              <a:ext uri="{FF2B5EF4-FFF2-40B4-BE49-F238E27FC236}">
                <a16:creationId xmlns:a16="http://schemas.microsoft.com/office/drawing/2014/main" id="{C99B7845-619A-9F40-A5C3-4C122626044D}"/>
              </a:ext>
            </a:extLst>
          </p:cNvPr>
          <p:cNvPicPr>
            <a:picLocks noGrp="1" noChangeAspect="1"/>
          </p:cNvPicPr>
          <p:nvPr>
            <p:ph type="pic" sz="quarter" idx="15"/>
          </p:nvPr>
        </p:nvPicPr>
        <p:blipFill rotWithShape="1">
          <a:blip r:embed="rId5">
            <a:extLst>
              <a:ext uri="{28A0092B-C50C-407E-A947-70E740481C1C}">
                <a14:useLocalDpi xmlns:a14="http://schemas.microsoft.com/office/drawing/2010/main" val="0"/>
              </a:ext>
            </a:extLst>
          </a:blip>
          <a:srcRect/>
          <a:stretch/>
        </p:blipFill>
        <p:spPr>
          <a:xfrm>
            <a:off x="750429" y="4254273"/>
            <a:ext cx="1200374" cy="1201242"/>
          </a:xfrm>
        </p:spPr>
      </p:pic>
      <p:sp>
        <p:nvSpPr>
          <p:cNvPr id="38" name="Chỗ dành sẵn cho Văn bản 37">
            <a:extLst>
              <a:ext uri="{FF2B5EF4-FFF2-40B4-BE49-F238E27FC236}">
                <a16:creationId xmlns:a16="http://schemas.microsoft.com/office/drawing/2014/main" id="{5B19EE51-628F-CA4E-94B0-57E9ACA1446A}"/>
              </a:ext>
            </a:extLst>
          </p:cNvPr>
          <p:cNvSpPr>
            <a:spLocks noGrp="1"/>
          </p:cNvSpPr>
          <p:nvPr>
            <p:ph type="body" sz="quarter" idx="21"/>
          </p:nvPr>
        </p:nvSpPr>
        <p:spPr>
          <a:xfrm>
            <a:off x="2123351" y="4498793"/>
            <a:ext cx="2281237" cy="347662"/>
          </a:xfrm>
        </p:spPr>
        <p:txBody>
          <a:bodyPr rtlCol="0"/>
          <a:lstStyle/>
          <a:p>
            <a:pPr rtl="0"/>
            <a:r>
              <a:rPr lang="vi-VN"/>
              <a:t>Flora Berggren</a:t>
            </a:r>
          </a:p>
        </p:txBody>
      </p:sp>
      <p:sp>
        <p:nvSpPr>
          <p:cNvPr id="39" name="Chỗ dành sẵn cho Văn bản 38">
            <a:extLst>
              <a:ext uri="{FF2B5EF4-FFF2-40B4-BE49-F238E27FC236}">
                <a16:creationId xmlns:a16="http://schemas.microsoft.com/office/drawing/2014/main" id="{2A6ACC78-74DF-604E-BD14-4BBE7B4EEF5B}"/>
              </a:ext>
            </a:extLst>
          </p:cNvPr>
          <p:cNvSpPr>
            <a:spLocks noGrp="1"/>
          </p:cNvSpPr>
          <p:nvPr>
            <p:ph type="body" sz="quarter" idx="22"/>
          </p:nvPr>
        </p:nvSpPr>
        <p:spPr>
          <a:xfrm>
            <a:off x="2123350" y="4884039"/>
            <a:ext cx="2281237" cy="347662"/>
          </a:xfrm>
        </p:spPr>
        <p:txBody>
          <a:bodyPr rtlCol="0"/>
          <a:lstStyle/>
          <a:p>
            <a:pPr rtl="0"/>
            <a:r>
              <a:rPr lang="vi-VN"/>
              <a:t>Giám đốc Hoạt động</a:t>
            </a:r>
          </a:p>
        </p:txBody>
      </p:sp>
      <p:pic>
        <p:nvPicPr>
          <p:cNvPr id="45" name="Chỗ dành sẵn cho Hình ảnh 21" descr="Ảnh chụp phần đầu của thành viên nhóm">
            <a:extLst>
              <a:ext uri="{FF2B5EF4-FFF2-40B4-BE49-F238E27FC236}">
                <a16:creationId xmlns:a16="http://schemas.microsoft.com/office/drawing/2014/main" id="{647F7FB2-8714-6449-A700-2E1B81F9DFB7}"/>
              </a:ext>
            </a:extLst>
          </p:cNvPr>
          <p:cNvPicPr>
            <a:picLocks noGrp="1" noChangeAspect="1"/>
          </p:cNvPicPr>
          <p:nvPr>
            <p:ph type="pic" sz="quarter" idx="16"/>
          </p:nvPr>
        </p:nvPicPr>
        <p:blipFill rotWithShape="1">
          <a:blip r:embed="rId6">
            <a:extLst>
              <a:ext uri="{28A0092B-C50C-407E-A947-70E740481C1C}">
                <a14:useLocalDpi xmlns:a14="http://schemas.microsoft.com/office/drawing/2010/main" val="0"/>
              </a:ext>
            </a:extLst>
          </a:blip>
          <a:srcRect/>
          <a:stretch/>
        </p:blipFill>
        <p:spPr>
          <a:xfrm>
            <a:off x="5495813" y="4254273"/>
            <a:ext cx="1200374" cy="1201242"/>
          </a:xfrm>
        </p:spPr>
      </p:pic>
      <p:sp>
        <p:nvSpPr>
          <p:cNvPr id="40" name="Chỗ dành sẵn cho Văn bản 39">
            <a:extLst>
              <a:ext uri="{FF2B5EF4-FFF2-40B4-BE49-F238E27FC236}">
                <a16:creationId xmlns:a16="http://schemas.microsoft.com/office/drawing/2014/main" id="{9DC429C0-1DEB-1F4F-AE66-C503B31B7B48}"/>
              </a:ext>
            </a:extLst>
          </p:cNvPr>
          <p:cNvSpPr>
            <a:spLocks noGrp="1"/>
          </p:cNvSpPr>
          <p:nvPr>
            <p:ph type="body" sz="quarter" idx="23"/>
          </p:nvPr>
        </p:nvSpPr>
        <p:spPr>
          <a:xfrm>
            <a:off x="6870817" y="4498793"/>
            <a:ext cx="2281237" cy="347662"/>
          </a:xfrm>
        </p:spPr>
        <p:txBody>
          <a:bodyPr rtlCol="0"/>
          <a:lstStyle/>
          <a:p>
            <a:pPr rtl="0"/>
            <a:r>
              <a:rPr lang="vi-VN"/>
              <a:t>Rajesh Santoshi</a:t>
            </a:r>
          </a:p>
        </p:txBody>
      </p:sp>
      <p:sp>
        <p:nvSpPr>
          <p:cNvPr id="41" name="Chỗ dành sẵn cho Văn bản 40">
            <a:extLst>
              <a:ext uri="{FF2B5EF4-FFF2-40B4-BE49-F238E27FC236}">
                <a16:creationId xmlns:a16="http://schemas.microsoft.com/office/drawing/2014/main" id="{31C0CCD4-2502-A14F-B520-7B57524EDF8E}"/>
              </a:ext>
            </a:extLst>
          </p:cNvPr>
          <p:cNvSpPr>
            <a:spLocks noGrp="1"/>
          </p:cNvSpPr>
          <p:nvPr>
            <p:ph type="body" sz="quarter" idx="24"/>
          </p:nvPr>
        </p:nvSpPr>
        <p:spPr>
          <a:xfrm>
            <a:off x="6870816" y="4884039"/>
            <a:ext cx="2281237" cy="347662"/>
          </a:xfrm>
        </p:spPr>
        <p:txBody>
          <a:bodyPr rtlCol="0"/>
          <a:lstStyle/>
          <a:p>
            <a:pPr rtl="0"/>
            <a:r>
              <a:rPr lang="vi-VN"/>
              <a:t>Phó Chủ tịch Tiếp thị</a:t>
            </a:r>
          </a:p>
        </p:txBody>
      </p:sp>
      <p:sp>
        <p:nvSpPr>
          <p:cNvPr id="4" name="Chỗ dành sẵn cho Chân trang 3">
            <a:extLst>
              <a:ext uri="{FF2B5EF4-FFF2-40B4-BE49-F238E27FC236}">
                <a16:creationId xmlns:a16="http://schemas.microsoft.com/office/drawing/2014/main" id="{BCF90246-DFB2-A340-AADC-E85D28C31B3E}"/>
              </a:ext>
            </a:extLst>
          </p:cNvPr>
          <p:cNvSpPr>
            <a:spLocks noGrp="1"/>
          </p:cNvSpPr>
          <p:nvPr>
            <p:ph type="ftr" sz="quarter" idx="11"/>
          </p:nvPr>
        </p:nvSpPr>
        <p:spPr>
          <a:xfrm>
            <a:off x="2871106" y="6356350"/>
            <a:ext cx="4114800" cy="365125"/>
          </a:xfrm>
        </p:spPr>
        <p:txBody>
          <a:bodyPr rtlCol="0"/>
          <a:lstStyle/>
          <a:p>
            <a:pPr rtl="0"/>
            <a:r>
              <a:rPr lang="vi-VN"/>
              <a:t>TIÊU ĐỀ BẢN TRÌNH BÀY</a:t>
            </a:r>
          </a:p>
        </p:txBody>
      </p:sp>
      <p:sp>
        <p:nvSpPr>
          <p:cNvPr id="5" name="Chỗ dành sẵn cho Số hiệu Bản chiếu 4">
            <a:extLst>
              <a:ext uri="{FF2B5EF4-FFF2-40B4-BE49-F238E27FC236}">
                <a16:creationId xmlns:a16="http://schemas.microsoft.com/office/drawing/2014/main" id="{987CCF58-9B83-4A4F-8CA9-3D9C9BB7A287}"/>
              </a:ext>
            </a:extLst>
          </p:cNvPr>
          <p:cNvSpPr>
            <a:spLocks noGrp="1"/>
          </p:cNvSpPr>
          <p:nvPr>
            <p:ph type="sldNum" sz="quarter" idx="12"/>
          </p:nvPr>
        </p:nvSpPr>
        <p:spPr>
          <a:xfrm>
            <a:off x="8332334" y="6356350"/>
            <a:ext cx="1167495" cy="365125"/>
          </a:xfrm>
        </p:spPr>
        <p:txBody>
          <a:bodyPr rtlCol="0"/>
          <a:lstStyle/>
          <a:p>
            <a:pPr rtl="0"/>
            <a:fld id="{294A09A9-5501-47C1-A89A-A340965A2BE2}" type="slidenum">
              <a:rPr lang="vi-VN" smtClean="0"/>
              <a:pPr/>
              <a:t>7</a:t>
            </a:fld>
            <a:endParaRPr lang="vi-VN"/>
          </a:p>
        </p:txBody>
      </p:sp>
    </p:spTree>
    <p:extLst>
      <p:ext uri="{BB962C8B-B14F-4D97-AF65-F5344CB8AC3E}">
        <p14:creationId xmlns:p14="http://schemas.microsoft.com/office/powerpoint/2010/main" val="333569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7A6F7BB-30A8-4980-AD4A-2FB0B53FA6C9}"/>
              </a:ext>
            </a:extLst>
          </p:cNvPr>
          <p:cNvSpPr>
            <a:spLocks noGrp="1"/>
          </p:cNvSpPr>
          <p:nvPr>
            <p:ph type="title"/>
          </p:nvPr>
        </p:nvSpPr>
        <p:spPr>
          <a:xfrm>
            <a:off x="750430" y="381000"/>
            <a:ext cx="10678142" cy="1325563"/>
          </a:xfrm>
        </p:spPr>
        <p:txBody>
          <a:bodyPr rtlCol="0"/>
          <a:lstStyle/>
          <a:p>
            <a:pPr rtl="0"/>
            <a:r>
              <a:rPr lang="vi-VN"/>
              <a:t>Toàn bộ nhóm</a:t>
            </a:r>
          </a:p>
        </p:txBody>
      </p:sp>
      <p:pic>
        <p:nvPicPr>
          <p:cNvPr id="61" name="Chỗ dành sẵn cho Hình ảnh 21" descr="Ảnh chụp phần đầu của thành viên nhóm">
            <a:extLst>
              <a:ext uri="{FF2B5EF4-FFF2-40B4-BE49-F238E27FC236}">
                <a16:creationId xmlns:a16="http://schemas.microsoft.com/office/drawing/2014/main" id="{E64AEA23-99EE-8546-A59A-590923ADA6CA}"/>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50429" y="2068734"/>
            <a:ext cx="904987" cy="905641"/>
          </a:xfrm>
        </p:spPr>
      </p:pic>
      <p:sp>
        <p:nvSpPr>
          <p:cNvPr id="7" name="Chỗ dành sẵn cho Văn bản 6">
            <a:extLst>
              <a:ext uri="{FF2B5EF4-FFF2-40B4-BE49-F238E27FC236}">
                <a16:creationId xmlns:a16="http://schemas.microsoft.com/office/drawing/2014/main" id="{ACC180CB-0C9D-0441-A2D3-F4EDC5DB9741}"/>
              </a:ext>
            </a:extLst>
          </p:cNvPr>
          <p:cNvSpPr>
            <a:spLocks noGrp="1"/>
          </p:cNvSpPr>
          <p:nvPr>
            <p:ph type="body" sz="quarter" idx="17"/>
          </p:nvPr>
        </p:nvSpPr>
        <p:spPr>
          <a:xfrm>
            <a:off x="750430" y="2994545"/>
            <a:ext cx="2281237" cy="347662"/>
          </a:xfrm>
        </p:spPr>
        <p:txBody>
          <a:bodyPr rtlCol="0"/>
          <a:lstStyle/>
          <a:p>
            <a:pPr rtl="0"/>
            <a:r>
              <a:rPr lang="vi-VN"/>
              <a:t>Takuma Hayashi</a:t>
            </a:r>
          </a:p>
        </p:txBody>
      </p:sp>
      <p:sp>
        <p:nvSpPr>
          <p:cNvPr id="8" name="Chỗ dành sẵn cho Văn bản 7">
            <a:extLst>
              <a:ext uri="{FF2B5EF4-FFF2-40B4-BE49-F238E27FC236}">
                <a16:creationId xmlns:a16="http://schemas.microsoft.com/office/drawing/2014/main" id="{44627161-B78C-7646-8E85-99BD47FE64E0}"/>
              </a:ext>
            </a:extLst>
          </p:cNvPr>
          <p:cNvSpPr>
            <a:spLocks noGrp="1"/>
          </p:cNvSpPr>
          <p:nvPr>
            <p:ph type="body" sz="quarter" idx="18"/>
          </p:nvPr>
        </p:nvSpPr>
        <p:spPr>
          <a:xfrm>
            <a:off x="750429" y="3379791"/>
            <a:ext cx="2281237" cy="347662"/>
          </a:xfrm>
        </p:spPr>
        <p:txBody>
          <a:bodyPr rtlCol="0"/>
          <a:lstStyle/>
          <a:p>
            <a:pPr rtl="0"/>
            <a:r>
              <a:rPr lang="vi-VN"/>
              <a:t>Chủ tịch</a:t>
            </a:r>
          </a:p>
        </p:txBody>
      </p:sp>
      <p:pic>
        <p:nvPicPr>
          <p:cNvPr id="62" name="Chỗ dành sẵn cho Hình ảnh 50" descr="Ảnh chụp phần đầu của thành viên nhóm">
            <a:extLst>
              <a:ext uri="{FF2B5EF4-FFF2-40B4-BE49-F238E27FC236}">
                <a16:creationId xmlns:a16="http://schemas.microsoft.com/office/drawing/2014/main" id="{C17F05A5-CE13-1545-943B-E3644258662F}"/>
              </a:ext>
            </a:extLst>
          </p:cNvPr>
          <p:cNvPicPr>
            <a:picLocks noGrp="1" noChangeAspect="1"/>
          </p:cNvPicPr>
          <p:nvPr>
            <p:ph type="pic" sz="quarter" idx="28"/>
          </p:nvPr>
        </p:nvPicPr>
        <p:blipFill rotWithShape="1">
          <a:blip r:embed="rId4">
            <a:extLst>
              <a:ext uri="{28A0092B-C50C-407E-A947-70E740481C1C}">
                <a14:useLocalDpi xmlns:a14="http://schemas.microsoft.com/office/drawing/2010/main" val="0"/>
              </a:ext>
            </a:extLst>
          </a:blip>
          <a:srcRect/>
          <a:stretch/>
        </p:blipFill>
        <p:spPr>
          <a:xfrm>
            <a:off x="3549397" y="2068734"/>
            <a:ext cx="904987" cy="905641"/>
          </a:xfrm>
        </p:spPr>
      </p:pic>
      <p:sp>
        <p:nvSpPr>
          <p:cNvPr id="12" name="Chỗ dành sẵn cho Văn bản 11">
            <a:extLst>
              <a:ext uri="{FF2B5EF4-FFF2-40B4-BE49-F238E27FC236}">
                <a16:creationId xmlns:a16="http://schemas.microsoft.com/office/drawing/2014/main" id="{E88BDBE3-DBB3-9040-95AC-86789B700450}"/>
              </a:ext>
            </a:extLst>
          </p:cNvPr>
          <p:cNvSpPr>
            <a:spLocks noGrp="1"/>
          </p:cNvSpPr>
          <p:nvPr>
            <p:ph type="body" sz="quarter" idx="29"/>
          </p:nvPr>
        </p:nvSpPr>
        <p:spPr>
          <a:xfrm>
            <a:off x="3549398" y="2994545"/>
            <a:ext cx="2281237" cy="347662"/>
          </a:xfrm>
        </p:spPr>
        <p:txBody>
          <a:bodyPr rtlCol="0"/>
          <a:lstStyle/>
          <a:p>
            <a:pPr rtl="0"/>
            <a:r>
              <a:rPr lang="vi-VN"/>
              <a:t>Mirjam Nilsson</a:t>
            </a:r>
          </a:p>
        </p:txBody>
      </p:sp>
      <p:sp>
        <p:nvSpPr>
          <p:cNvPr id="13" name="Chỗ dành sẵn cho Văn bản 12">
            <a:extLst>
              <a:ext uri="{FF2B5EF4-FFF2-40B4-BE49-F238E27FC236}">
                <a16:creationId xmlns:a16="http://schemas.microsoft.com/office/drawing/2014/main" id="{D0969AD2-8004-9B40-90B0-0EBD95268B5A}"/>
              </a:ext>
            </a:extLst>
          </p:cNvPr>
          <p:cNvSpPr>
            <a:spLocks noGrp="1"/>
          </p:cNvSpPr>
          <p:nvPr>
            <p:ph type="body" sz="quarter" idx="30"/>
          </p:nvPr>
        </p:nvSpPr>
        <p:spPr>
          <a:xfrm>
            <a:off x="3549397" y="3379791"/>
            <a:ext cx="2281237" cy="347662"/>
          </a:xfrm>
        </p:spPr>
        <p:txBody>
          <a:bodyPr rtlCol="0"/>
          <a:lstStyle/>
          <a:p>
            <a:pPr rtl="0"/>
            <a:r>
              <a:rPr lang="vi-VN"/>
              <a:t>Giám đốc Điều hành</a:t>
            </a:r>
          </a:p>
        </p:txBody>
      </p:sp>
      <p:pic>
        <p:nvPicPr>
          <p:cNvPr id="63" name="Chỗ dành sẵn cho Hình ảnh 17" descr="Ảnh chụp phần đầu của thành viên nhóm">
            <a:extLst>
              <a:ext uri="{FF2B5EF4-FFF2-40B4-BE49-F238E27FC236}">
                <a16:creationId xmlns:a16="http://schemas.microsoft.com/office/drawing/2014/main" id="{F3C0B2AF-2268-AE4E-BACC-9FF64E86564C}"/>
              </a:ext>
            </a:extLst>
          </p:cNvPr>
          <p:cNvPicPr>
            <a:picLocks noGrp="1" noChangeAspect="1"/>
          </p:cNvPicPr>
          <p:nvPr>
            <p:ph type="pic" sz="quarter" idx="31"/>
          </p:nvPr>
        </p:nvPicPr>
        <p:blipFill rotWithShape="1">
          <a:blip r:embed="rId5">
            <a:extLst>
              <a:ext uri="{28A0092B-C50C-407E-A947-70E740481C1C}">
                <a14:useLocalDpi xmlns:a14="http://schemas.microsoft.com/office/drawing/2010/main" val="0"/>
              </a:ext>
            </a:extLst>
          </a:blip>
          <a:srcRect/>
          <a:stretch/>
        </p:blipFill>
        <p:spPr>
          <a:xfrm>
            <a:off x="6348367" y="2068734"/>
            <a:ext cx="904987" cy="905641"/>
          </a:xfrm>
        </p:spPr>
      </p:pic>
      <p:sp>
        <p:nvSpPr>
          <p:cNvPr id="15" name="Chỗ dành sẵn cho Văn bản 14">
            <a:extLst>
              <a:ext uri="{FF2B5EF4-FFF2-40B4-BE49-F238E27FC236}">
                <a16:creationId xmlns:a16="http://schemas.microsoft.com/office/drawing/2014/main" id="{02C30DA5-B4D3-C343-8FEC-D62948BDA920}"/>
              </a:ext>
            </a:extLst>
          </p:cNvPr>
          <p:cNvSpPr>
            <a:spLocks noGrp="1"/>
          </p:cNvSpPr>
          <p:nvPr>
            <p:ph type="body" sz="quarter" idx="32"/>
          </p:nvPr>
        </p:nvSpPr>
        <p:spPr>
          <a:xfrm>
            <a:off x="6348368" y="2994545"/>
            <a:ext cx="2281237" cy="347662"/>
          </a:xfrm>
        </p:spPr>
        <p:txBody>
          <a:bodyPr rtlCol="0"/>
          <a:lstStyle/>
          <a:p>
            <a:pPr rtl="0"/>
            <a:r>
              <a:rPr lang="vi-VN"/>
              <a:t>Flora Berggren</a:t>
            </a:r>
          </a:p>
        </p:txBody>
      </p:sp>
      <p:sp>
        <p:nvSpPr>
          <p:cNvPr id="16" name="Chỗ dành sẵn cho Văn bản 15">
            <a:extLst>
              <a:ext uri="{FF2B5EF4-FFF2-40B4-BE49-F238E27FC236}">
                <a16:creationId xmlns:a16="http://schemas.microsoft.com/office/drawing/2014/main" id="{CD202676-78EE-3240-950B-84A1520E27EE}"/>
              </a:ext>
            </a:extLst>
          </p:cNvPr>
          <p:cNvSpPr>
            <a:spLocks noGrp="1"/>
          </p:cNvSpPr>
          <p:nvPr>
            <p:ph type="body" sz="quarter" idx="33"/>
          </p:nvPr>
        </p:nvSpPr>
        <p:spPr>
          <a:xfrm>
            <a:off x="6348367" y="3379791"/>
            <a:ext cx="2281237" cy="347662"/>
          </a:xfrm>
        </p:spPr>
        <p:txBody>
          <a:bodyPr rtlCol="0"/>
          <a:lstStyle/>
          <a:p>
            <a:pPr rtl="0"/>
            <a:r>
              <a:rPr lang="vi-VN"/>
              <a:t>Trưởng phòng Quản lý Hoạt động</a:t>
            </a:r>
          </a:p>
        </p:txBody>
      </p:sp>
      <p:pic>
        <p:nvPicPr>
          <p:cNvPr id="64" name="Chỗ dành sẵn cho Hình ảnh 19" descr="Ảnh chụp phần đầu của thành viên nhóm">
            <a:extLst>
              <a:ext uri="{FF2B5EF4-FFF2-40B4-BE49-F238E27FC236}">
                <a16:creationId xmlns:a16="http://schemas.microsoft.com/office/drawing/2014/main" id="{F2FCDCCE-6383-4047-9485-41AA1E24E8E2}"/>
              </a:ext>
            </a:extLst>
          </p:cNvPr>
          <p:cNvPicPr>
            <a:picLocks noGrp="1" noChangeAspect="1"/>
          </p:cNvPicPr>
          <p:nvPr>
            <p:ph type="pic" sz="quarter" idx="34"/>
          </p:nvPr>
        </p:nvPicPr>
        <p:blipFill rotWithShape="1">
          <a:blip r:embed="rId6">
            <a:extLst>
              <a:ext uri="{28A0092B-C50C-407E-A947-70E740481C1C}">
                <a14:useLocalDpi xmlns:a14="http://schemas.microsoft.com/office/drawing/2010/main" val="0"/>
              </a:ext>
            </a:extLst>
          </a:blip>
          <a:srcRect/>
          <a:stretch/>
        </p:blipFill>
        <p:spPr>
          <a:xfrm>
            <a:off x="9147335" y="2068734"/>
            <a:ext cx="904987" cy="905641"/>
          </a:xfrm>
        </p:spPr>
      </p:pic>
      <p:sp>
        <p:nvSpPr>
          <p:cNvPr id="18" name="Chỗ dành sẵn cho Văn bản 17">
            <a:extLst>
              <a:ext uri="{FF2B5EF4-FFF2-40B4-BE49-F238E27FC236}">
                <a16:creationId xmlns:a16="http://schemas.microsoft.com/office/drawing/2014/main" id="{7C503641-A7D5-AD48-A486-CD57C1620326}"/>
              </a:ext>
            </a:extLst>
          </p:cNvPr>
          <p:cNvSpPr>
            <a:spLocks noGrp="1"/>
          </p:cNvSpPr>
          <p:nvPr>
            <p:ph type="body" sz="quarter" idx="35"/>
          </p:nvPr>
        </p:nvSpPr>
        <p:spPr>
          <a:xfrm>
            <a:off x="9147336" y="2994545"/>
            <a:ext cx="2281237" cy="347662"/>
          </a:xfrm>
        </p:spPr>
        <p:txBody>
          <a:bodyPr rtlCol="0"/>
          <a:lstStyle/>
          <a:p>
            <a:pPr rtl="0"/>
            <a:r>
              <a:rPr lang="vi-VN"/>
              <a:t>Rajesh Santoshi</a:t>
            </a:r>
          </a:p>
        </p:txBody>
      </p:sp>
      <p:sp>
        <p:nvSpPr>
          <p:cNvPr id="19" name="Chỗ dành sẵn cho Văn bản 18">
            <a:extLst>
              <a:ext uri="{FF2B5EF4-FFF2-40B4-BE49-F238E27FC236}">
                <a16:creationId xmlns:a16="http://schemas.microsoft.com/office/drawing/2014/main" id="{BBEE7C7B-4D43-1342-88B5-B6F833D51AE8}"/>
              </a:ext>
            </a:extLst>
          </p:cNvPr>
          <p:cNvSpPr>
            <a:spLocks noGrp="1"/>
          </p:cNvSpPr>
          <p:nvPr>
            <p:ph type="body" sz="quarter" idx="36"/>
          </p:nvPr>
        </p:nvSpPr>
        <p:spPr>
          <a:xfrm>
            <a:off x="9147335" y="3379791"/>
            <a:ext cx="2281237" cy="347662"/>
          </a:xfrm>
        </p:spPr>
        <p:txBody>
          <a:bodyPr rtlCol="0"/>
          <a:lstStyle/>
          <a:p>
            <a:pPr rtl="0"/>
            <a:r>
              <a:rPr lang="vi-VN"/>
              <a:t>Phó Chủ tịch Tiếp thị</a:t>
            </a:r>
          </a:p>
        </p:txBody>
      </p:sp>
      <p:pic>
        <p:nvPicPr>
          <p:cNvPr id="65" name="Chỗ dành sẵn cho Hình ảnh 15" descr="Ảnh chụp phần đầu của thành viên nhóm">
            <a:extLst>
              <a:ext uri="{FF2B5EF4-FFF2-40B4-BE49-F238E27FC236}">
                <a16:creationId xmlns:a16="http://schemas.microsoft.com/office/drawing/2014/main" id="{1A89579F-2EA4-E049-9B78-D2237993CDAB}"/>
              </a:ext>
            </a:extLst>
          </p:cNvPr>
          <p:cNvPicPr>
            <a:picLocks noGrp="1" noChangeAspect="1"/>
          </p:cNvPicPr>
          <p:nvPr>
            <p:ph type="pic" sz="quarter" idx="37"/>
          </p:nvPr>
        </p:nvPicPr>
        <p:blipFill rotWithShape="1">
          <a:blip r:embed="rId7">
            <a:extLst>
              <a:ext uri="{28A0092B-C50C-407E-A947-70E740481C1C}">
                <a14:useLocalDpi xmlns:a14="http://schemas.microsoft.com/office/drawing/2010/main" val="0"/>
              </a:ext>
            </a:extLst>
          </a:blip>
          <a:srcRect/>
          <a:stretch/>
        </p:blipFill>
        <p:spPr>
          <a:xfrm>
            <a:off x="750429" y="4118551"/>
            <a:ext cx="904987" cy="905641"/>
          </a:xfrm>
        </p:spPr>
      </p:pic>
      <p:sp>
        <p:nvSpPr>
          <p:cNvPr id="21" name="Chỗ dành sẵn cho Văn bản 20">
            <a:extLst>
              <a:ext uri="{FF2B5EF4-FFF2-40B4-BE49-F238E27FC236}">
                <a16:creationId xmlns:a16="http://schemas.microsoft.com/office/drawing/2014/main" id="{F8C89E42-8364-1040-9DF6-7305561F98D7}"/>
              </a:ext>
            </a:extLst>
          </p:cNvPr>
          <p:cNvSpPr>
            <a:spLocks noGrp="1"/>
          </p:cNvSpPr>
          <p:nvPr>
            <p:ph type="body" sz="quarter" idx="38"/>
          </p:nvPr>
        </p:nvSpPr>
        <p:spPr>
          <a:xfrm>
            <a:off x="750430" y="5044362"/>
            <a:ext cx="2281237" cy="347662"/>
          </a:xfrm>
        </p:spPr>
        <p:txBody>
          <a:bodyPr rtlCol="0"/>
          <a:lstStyle/>
          <a:p>
            <a:pPr rtl="0"/>
            <a:r>
              <a:rPr lang="vi-VN"/>
              <a:t>Graham Barnes</a:t>
            </a:r>
          </a:p>
        </p:txBody>
      </p:sp>
      <p:sp>
        <p:nvSpPr>
          <p:cNvPr id="22" name="Chỗ dành sẵn cho Văn bản 21">
            <a:extLst>
              <a:ext uri="{FF2B5EF4-FFF2-40B4-BE49-F238E27FC236}">
                <a16:creationId xmlns:a16="http://schemas.microsoft.com/office/drawing/2014/main" id="{B05EDAD8-33DD-0B49-9FA0-360E67ED9B6A}"/>
              </a:ext>
            </a:extLst>
          </p:cNvPr>
          <p:cNvSpPr>
            <a:spLocks noGrp="1"/>
          </p:cNvSpPr>
          <p:nvPr>
            <p:ph type="body" sz="quarter" idx="39"/>
          </p:nvPr>
        </p:nvSpPr>
        <p:spPr>
          <a:xfrm>
            <a:off x="750429" y="5429608"/>
            <a:ext cx="2281237" cy="347662"/>
          </a:xfrm>
        </p:spPr>
        <p:txBody>
          <a:bodyPr rtlCol="0"/>
          <a:lstStyle/>
          <a:p>
            <a:pPr rtl="0"/>
            <a:r>
              <a:rPr lang="vi-VN"/>
              <a:t>Phó Chủ tịch Sản phẩm</a:t>
            </a:r>
          </a:p>
        </p:txBody>
      </p:sp>
      <p:pic>
        <p:nvPicPr>
          <p:cNvPr id="66" name="Chỗ dành sẵn cho Hình ảnh 48" descr="Ảnh chụp phần đầu của thành viên nhóm">
            <a:extLst>
              <a:ext uri="{FF2B5EF4-FFF2-40B4-BE49-F238E27FC236}">
                <a16:creationId xmlns:a16="http://schemas.microsoft.com/office/drawing/2014/main" id="{4E145096-B7BF-9C4C-97FA-308F61FE406A}"/>
              </a:ext>
            </a:extLst>
          </p:cNvPr>
          <p:cNvPicPr>
            <a:picLocks noGrp="1" noChangeAspect="1"/>
          </p:cNvPicPr>
          <p:nvPr>
            <p:ph type="pic" sz="quarter" idx="40"/>
          </p:nvPr>
        </p:nvPicPr>
        <p:blipFill rotWithShape="1">
          <a:blip r:embed="rId8">
            <a:extLst>
              <a:ext uri="{28A0092B-C50C-407E-A947-70E740481C1C}">
                <a14:useLocalDpi xmlns:a14="http://schemas.microsoft.com/office/drawing/2010/main" val="0"/>
              </a:ext>
            </a:extLst>
          </a:blip>
          <a:srcRect/>
          <a:stretch/>
        </p:blipFill>
        <p:spPr>
          <a:xfrm>
            <a:off x="3549397" y="4118551"/>
            <a:ext cx="904987" cy="905641"/>
          </a:xfrm>
        </p:spPr>
      </p:pic>
      <p:sp>
        <p:nvSpPr>
          <p:cNvPr id="24" name="Chỗ dành sẵn cho Văn bản 23">
            <a:extLst>
              <a:ext uri="{FF2B5EF4-FFF2-40B4-BE49-F238E27FC236}">
                <a16:creationId xmlns:a16="http://schemas.microsoft.com/office/drawing/2014/main" id="{9B1711A4-C7D5-8D4D-82CD-4FBE8CC7FFE7}"/>
              </a:ext>
            </a:extLst>
          </p:cNvPr>
          <p:cNvSpPr>
            <a:spLocks noGrp="1"/>
          </p:cNvSpPr>
          <p:nvPr>
            <p:ph type="body" sz="quarter" idx="41"/>
          </p:nvPr>
        </p:nvSpPr>
        <p:spPr>
          <a:xfrm>
            <a:off x="3549398" y="5044362"/>
            <a:ext cx="2281237" cy="347662"/>
          </a:xfrm>
        </p:spPr>
        <p:txBody>
          <a:bodyPr rtlCol="0"/>
          <a:lstStyle/>
          <a:p>
            <a:pPr rtl="0"/>
            <a:r>
              <a:rPr lang="vi-VN"/>
              <a:t>Rowan Murphy</a:t>
            </a:r>
          </a:p>
        </p:txBody>
      </p:sp>
      <p:sp>
        <p:nvSpPr>
          <p:cNvPr id="25" name="Chỗ dành sẵn cho Văn bản 24">
            <a:extLst>
              <a:ext uri="{FF2B5EF4-FFF2-40B4-BE49-F238E27FC236}">
                <a16:creationId xmlns:a16="http://schemas.microsoft.com/office/drawing/2014/main" id="{1D585144-668F-6141-B4A4-98C6E14ACA71}"/>
              </a:ext>
            </a:extLst>
          </p:cNvPr>
          <p:cNvSpPr>
            <a:spLocks noGrp="1"/>
          </p:cNvSpPr>
          <p:nvPr>
            <p:ph type="body" sz="quarter" idx="42"/>
          </p:nvPr>
        </p:nvSpPr>
        <p:spPr>
          <a:xfrm>
            <a:off x="3549397" y="5429608"/>
            <a:ext cx="2281237" cy="347662"/>
          </a:xfrm>
        </p:spPr>
        <p:txBody>
          <a:bodyPr rtlCol="0"/>
          <a:lstStyle/>
          <a:p>
            <a:pPr rtl="0"/>
            <a:r>
              <a:rPr lang="vi-VN"/>
              <a:t>Chuyên viên Chiến lược SEO</a:t>
            </a:r>
          </a:p>
        </p:txBody>
      </p:sp>
      <p:pic>
        <p:nvPicPr>
          <p:cNvPr id="67" name="Chỗ dành sẵn cho Hình ảnh 52" descr="Ảnh chụp phần đầu của thành viên nhóm">
            <a:extLst>
              <a:ext uri="{FF2B5EF4-FFF2-40B4-BE49-F238E27FC236}">
                <a16:creationId xmlns:a16="http://schemas.microsoft.com/office/drawing/2014/main" id="{25B94F1A-D947-AF4E-BC9D-9B02C4E4EB30}"/>
              </a:ext>
            </a:extLst>
          </p:cNvPr>
          <p:cNvPicPr>
            <a:picLocks noGrp="1" noChangeAspect="1"/>
          </p:cNvPicPr>
          <p:nvPr>
            <p:ph type="pic" sz="quarter" idx="43"/>
          </p:nvPr>
        </p:nvPicPr>
        <p:blipFill rotWithShape="1">
          <a:blip r:embed="rId9">
            <a:extLst>
              <a:ext uri="{28A0092B-C50C-407E-A947-70E740481C1C}">
                <a14:useLocalDpi xmlns:a14="http://schemas.microsoft.com/office/drawing/2010/main" val="0"/>
              </a:ext>
            </a:extLst>
          </a:blip>
          <a:srcRect/>
          <a:stretch/>
        </p:blipFill>
        <p:spPr>
          <a:xfrm>
            <a:off x="6348367" y="4118551"/>
            <a:ext cx="904987" cy="905641"/>
          </a:xfrm>
        </p:spPr>
      </p:pic>
      <p:sp>
        <p:nvSpPr>
          <p:cNvPr id="27" name="Chỗ dành sẵn cho Văn bản 26">
            <a:extLst>
              <a:ext uri="{FF2B5EF4-FFF2-40B4-BE49-F238E27FC236}">
                <a16:creationId xmlns:a16="http://schemas.microsoft.com/office/drawing/2014/main" id="{C63E461E-3AFB-0843-B481-D906526D48B2}"/>
              </a:ext>
            </a:extLst>
          </p:cNvPr>
          <p:cNvSpPr>
            <a:spLocks noGrp="1"/>
          </p:cNvSpPr>
          <p:nvPr>
            <p:ph type="body" sz="quarter" idx="44"/>
          </p:nvPr>
        </p:nvSpPr>
        <p:spPr>
          <a:xfrm>
            <a:off x="6348368" y="5044362"/>
            <a:ext cx="2281237" cy="347662"/>
          </a:xfrm>
        </p:spPr>
        <p:txBody>
          <a:bodyPr rtlCol="0"/>
          <a:lstStyle/>
          <a:p>
            <a:pPr rtl="0"/>
            <a:r>
              <a:rPr lang="vi-VN"/>
              <a:t>Elizabeth Moore</a:t>
            </a:r>
          </a:p>
        </p:txBody>
      </p:sp>
      <p:sp>
        <p:nvSpPr>
          <p:cNvPr id="28" name="Chỗ dành sẵn cho Văn bản 27">
            <a:extLst>
              <a:ext uri="{FF2B5EF4-FFF2-40B4-BE49-F238E27FC236}">
                <a16:creationId xmlns:a16="http://schemas.microsoft.com/office/drawing/2014/main" id="{83F586E4-67FA-B94C-AF67-F2E5E6E54157}"/>
              </a:ext>
            </a:extLst>
          </p:cNvPr>
          <p:cNvSpPr>
            <a:spLocks noGrp="1"/>
          </p:cNvSpPr>
          <p:nvPr>
            <p:ph type="body" sz="quarter" idx="45"/>
          </p:nvPr>
        </p:nvSpPr>
        <p:spPr>
          <a:xfrm>
            <a:off x="6348367" y="5429608"/>
            <a:ext cx="2281237" cy="347662"/>
          </a:xfrm>
        </p:spPr>
        <p:txBody>
          <a:bodyPr rtlCol="0"/>
          <a:lstStyle/>
          <a:p>
            <a:pPr rtl="0"/>
            <a:r>
              <a:rPr lang="vi-VN"/>
              <a:t>Chuyên viên Thiết kế Sản phẩm</a:t>
            </a:r>
          </a:p>
        </p:txBody>
      </p:sp>
      <p:pic>
        <p:nvPicPr>
          <p:cNvPr id="68" name="Chỗ dành sẵn cho Hình ảnh 54" descr="Ảnh chụp phần đầu của thành viên nhóm">
            <a:extLst>
              <a:ext uri="{FF2B5EF4-FFF2-40B4-BE49-F238E27FC236}">
                <a16:creationId xmlns:a16="http://schemas.microsoft.com/office/drawing/2014/main" id="{7E3F00C5-0B4F-FE4F-9561-1EB505B31873}"/>
              </a:ext>
            </a:extLst>
          </p:cNvPr>
          <p:cNvPicPr>
            <a:picLocks noGrp="1" noChangeAspect="1"/>
          </p:cNvPicPr>
          <p:nvPr>
            <p:ph type="pic" sz="quarter" idx="46"/>
          </p:nvPr>
        </p:nvPicPr>
        <p:blipFill rotWithShape="1">
          <a:blip r:embed="rId10">
            <a:extLst>
              <a:ext uri="{28A0092B-C50C-407E-A947-70E740481C1C}">
                <a14:useLocalDpi xmlns:a14="http://schemas.microsoft.com/office/drawing/2010/main" val="0"/>
              </a:ext>
            </a:extLst>
          </a:blip>
          <a:srcRect/>
          <a:stretch/>
        </p:blipFill>
        <p:spPr>
          <a:xfrm>
            <a:off x="9147335" y="4118551"/>
            <a:ext cx="904987" cy="905641"/>
          </a:xfrm>
        </p:spPr>
      </p:pic>
      <p:sp>
        <p:nvSpPr>
          <p:cNvPr id="36" name="Chỗ dành sẵn cho Văn bản 35">
            <a:extLst>
              <a:ext uri="{FF2B5EF4-FFF2-40B4-BE49-F238E27FC236}">
                <a16:creationId xmlns:a16="http://schemas.microsoft.com/office/drawing/2014/main" id="{875B85E2-950C-CB45-A7F7-DE257EA20BB3}"/>
              </a:ext>
            </a:extLst>
          </p:cNvPr>
          <p:cNvSpPr>
            <a:spLocks noGrp="1"/>
          </p:cNvSpPr>
          <p:nvPr>
            <p:ph type="body" sz="quarter" idx="47"/>
          </p:nvPr>
        </p:nvSpPr>
        <p:spPr>
          <a:xfrm>
            <a:off x="9147336" y="5044362"/>
            <a:ext cx="2281237" cy="347662"/>
          </a:xfrm>
        </p:spPr>
        <p:txBody>
          <a:bodyPr rtlCol="0"/>
          <a:lstStyle/>
          <a:p>
            <a:pPr rtl="0"/>
            <a:r>
              <a:rPr lang="vi-VN"/>
              <a:t>Robin Kline</a:t>
            </a:r>
          </a:p>
        </p:txBody>
      </p:sp>
      <p:sp>
        <p:nvSpPr>
          <p:cNvPr id="37" name="Chỗ dành sẵn cho Văn bản 36">
            <a:extLst>
              <a:ext uri="{FF2B5EF4-FFF2-40B4-BE49-F238E27FC236}">
                <a16:creationId xmlns:a16="http://schemas.microsoft.com/office/drawing/2014/main" id="{FC8EFF8B-CC40-9646-AAFC-092814DA02AD}"/>
              </a:ext>
            </a:extLst>
          </p:cNvPr>
          <p:cNvSpPr>
            <a:spLocks noGrp="1"/>
          </p:cNvSpPr>
          <p:nvPr>
            <p:ph type="body" sz="quarter" idx="48"/>
          </p:nvPr>
        </p:nvSpPr>
        <p:spPr>
          <a:xfrm>
            <a:off x="9147335" y="5429608"/>
            <a:ext cx="2281237" cy="347662"/>
          </a:xfrm>
        </p:spPr>
        <p:txBody>
          <a:bodyPr rtlCol="0"/>
          <a:lstStyle/>
          <a:p>
            <a:pPr rtl="0"/>
            <a:r>
              <a:rPr lang="vi-VN"/>
              <a:t>Nhà phát triển Nội dung</a:t>
            </a:r>
          </a:p>
        </p:txBody>
      </p:sp>
      <p:sp>
        <p:nvSpPr>
          <p:cNvPr id="4" name="Chỗ dành sẵn cho Chân trang 3">
            <a:extLst>
              <a:ext uri="{FF2B5EF4-FFF2-40B4-BE49-F238E27FC236}">
                <a16:creationId xmlns:a16="http://schemas.microsoft.com/office/drawing/2014/main" id="{E9CE3E8F-3700-FE42-BA65-89071D20A786}"/>
              </a:ext>
            </a:extLst>
          </p:cNvPr>
          <p:cNvSpPr>
            <a:spLocks noGrp="1"/>
          </p:cNvSpPr>
          <p:nvPr>
            <p:ph type="ftr" sz="quarter" idx="26"/>
          </p:nvPr>
        </p:nvSpPr>
        <p:spPr>
          <a:xfrm>
            <a:off x="4038600" y="6356350"/>
            <a:ext cx="4114800" cy="365125"/>
          </a:xfrm>
        </p:spPr>
        <p:txBody>
          <a:bodyPr rtlCol="0"/>
          <a:lstStyle/>
          <a:p>
            <a:pPr rtl="0"/>
            <a:r>
              <a:rPr lang="vi-VN"/>
              <a:t>TIÊU ĐỀ BẢN TRÌNH BÀY</a:t>
            </a:r>
          </a:p>
        </p:txBody>
      </p:sp>
      <p:sp>
        <p:nvSpPr>
          <p:cNvPr id="5" name="Chỗ dành sẵn cho Số hiệu Bản chiếu 4">
            <a:extLst>
              <a:ext uri="{FF2B5EF4-FFF2-40B4-BE49-F238E27FC236}">
                <a16:creationId xmlns:a16="http://schemas.microsoft.com/office/drawing/2014/main" id="{352A2850-23AF-A249-8907-5DAF2E2D2269}"/>
              </a:ext>
            </a:extLst>
          </p:cNvPr>
          <p:cNvSpPr>
            <a:spLocks noGrp="1"/>
          </p:cNvSpPr>
          <p:nvPr>
            <p:ph type="sldNum" sz="quarter" idx="27"/>
          </p:nvPr>
        </p:nvSpPr>
        <p:spPr>
          <a:xfrm>
            <a:off x="9067800" y="6356350"/>
            <a:ext cx="2743200" cy="365125"/>
          </a:xfrm>
        </p:spPr>
        <p:txBody>
          <a:bodyPr rtlCol="0"/>
          <a:lstStyle/>
          <a:p>
            <a:pPr rtl="0"/>
            <a:fld id="{294A09A9-5501-47C1-A89A-A340965A2BE2}" type="slidenum">
              <a:rPr lang="vi-VN" smtClean="0"/>
              <a:pPr/>
              <a:t>8</a:t>
            </a:fld>
            <a:endParaRPr lang="vi-VN"/>
          </a:p>
        </p:txBody>
      </p:sp>
    </p:spTree>
    <p:extLst>
      <p:ext uri="{BB962C8B-B14F-4D97-AF65-F5344CB8AC3E}">
        <p14:creationId xmlns:p14="http://schemas.microsoft.com/office/powerpoint/2010/main" val="339626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D0B6389-2374-4677-B8BB-59410CCC32FD}"/>
              </a:ext>
            </a:extLst>
          </p:cNvPr>
          <p:cNvSpPr>
            <a:spLocks noGrp="1"/>
          </p:cNvSpPr>
          <p:nvPr>
            <p:ph type="title"/>
          </p:nvPr>
        </p:nvSpPr>
        <p:spPr>
          <a:xfrm>
            <a:off x="1167492" y="381000"/>
            <a:ext cx="9779183" cy="1325563"/>
          </a:xfrm>
        </p:spPr>
        <p:txBody>
          <a:bodyPr rtlCol="0">
            <a:normAutofit/>
          </a:bodyPr>
          <a:lstStyle/>
          <a:p>
            <a:pPr rtl="0"/>
            <a:r>
              <a:rPr lang="vi-VN" dirty="0" err="1"/>
              <a:t>Lập</a:t>
            </a:r>
            <a:r>
              <a:rPr lang="vi-VN" dirty="0"/>
              <a:t> </a:t>
            </a:r>
            <a:r>
              <a:rPr lang="vi-VN" dirty="0" err="1"/>
              <a:t>kế</a:t>
            </a:r>
            <a:r>
              <a:rPr lang="vi-VN" dirty="0"/>
              <a:t> </a:t>
            </a:r>
            <a:r>
              <a:rPr lang="vi-VN" dirty="0" err="1"/>
              <a:t>hoạch</a:t>
            </a:r>
            <a:r>
              <a:rPr lang="vi-VN" dirty="0"/>
              <a:t> ra </a:t>
            </a:r>
            <a:r>
              <a:rPr lang="vi-VN" dirty="0" err="1"/>
              <a:t>mắt</a:t>
            </a:r>
            <a:r>
              <a:rPr lang="vi-VN" dirty="0"/>
              <a:t> </a:t>
            </a:r>
            <a:r>
              <a:rPr lang="vi-VN" dirty="0" err="1"/>
              <a:t>sản</a:t>
            </a:r>
            <a:r>
              <a:rPr lang="vi-VN" dirty="0"/>
              <a:t> </a:t>
            </a:r>
            <a:r>
              <a:rPr lang="vi-VN" dirty="0" err="1"/>
              <a:t>phẩm</a:t>
            </a:r>
            <a:r>
              <a:rPr lang="vi-VN" dirty="0"/>
              <a:t> </a:t>
            </a:r>
          </a:p>
        </p:txBody>
      </p:sp>
      <p:graphicFrame>
        <p:nvGraphicFramePr>
          <p:cNvPr id="6" name="Chỗ dành sẵn cho Nội dung 3" descr="Chỗ dành sẵn Đường thời gian ">
            <a:extLst>
              <a:ext uri="{FF2B5EF4-FFF2-40B4-BE49-F238E27FC236}">
                <a16:creationId xmlns:a16="http://schemas.microsoft.com/office/drawing/2014/main" id="{85168BDF-A0D9-4916-A9F9-41D8175A703C}"/>
              </a:ext>
            </a:extLst>
          </p:cNvPr>
          <p:cNvGraphicFramePr>
            <a:graphicFrameLocks noGrp="1" noChangeAspect="1"/>
          </p:cNvGraphicFramePr>
          <p:nvPr>
            <p:extLst>
              <p:ext uri="{D42A27DB-BD31-4B8C-83A1-F6EECF244321}">
                <p14:modId xmlns:p14="http://schemas.microsoft.com/office/powerpoint/2010/main" val="803777424"/>
              </p:ext>
            </p:extLst>
          </p:nvPr>
        </p:nvGraphicFramePr>
        <p:xfrm>
          <a:off x="1251312" y="2082555"/>
          <a:ext cx="9689375" cy="3940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Hộp văn bản 3">
            <a:extLst>
              <a:ext uri="{FF2B5EF4-FFF2-40B4-BE49-F238E27FC236}">
                <a16:creationId xmlns:a16="http://schemas.microsoft.com/office/drawing/2014/main" id="{9C0179B5-0800-154F-80F6-614473C055BD}"/>
              </a:ext>
            </a:extLst>
          </p:cNvPr>
          <p:cNvSpPr txBox="1"/>
          <p:nvPr/>
        </p:nvSpPr>
        <p:spPr>
          <a:xfrm>
            <a:off x="2012829" y="2652156"/>
            <a:ext cx="350196" cy="646331"/>
          </a:xfrm>
          <a:prstGeom prst="rect">
            <a:avLst/>
          </a:prstGeom>
          <a:noFill/>
        </p:spPr>
        <p:txBody>
          <a:bodyPr wrap="square" rtlCol="0">
            <a:spAutoFit/>
          </a:bodyPr>
          <a:lstStyle/>
          <a:p>
            <a:pPr algn="ctr" rtl="0"/>
            <a:r>
              <a:rPr lang="vi-VN" sz="3600" b="1" dirty="0">
                <a:solidFill>
                  <a:schemeClr val="bg1"/>
                </a:solidFill>
                <a:latin typeface="Arial" panose="020B0604020202020204" pitchFamily="34" charset="0"/>
                <a:cs typeface="Arial" panose="020B0604020202020204" pitchFamily="34" charset="0"/>
              </a:rPr>
              <a:t>1</a:t>
            </a:r>
          </a:p>
        </p:txBody>
      </p:sp>
      <p:sp>
        <p:nvSpPr>
          <p:cNvPr id="7" name="Hộp văn bản 6">
            <a:extLst>
              <a:ext uri="{FF2B5EF4-FFF2-40B4-BE49-F238E27FC236}">
                <a16:creationId xmlns:a16="http://schemas.microsoft.com/office/drawing/2014/main" id="{B468C313-80C0-8840-8702-F1084174C592}"/>
              </a:ext>
            </a:extLst>
          </p:cNvPr>
          <p:cNvSpPr txBox="1"/>
          <p:nvPr/>
        </p:nvSpPr>
        <p:spPr>
          <a:xfrm>
            <a:off x="3972258" y="2652156"/>
            <a:ext cx="350196" cy="646331"/>
          </a:xfrm>
          <a:prstGeom prst="rect">
            <a:avLst/>
          </a:prstGeom>
          <a:noFill/>
        </p:spPr>
        <p:txBody>
          <a:bodyPr wrap="square" rtlCol="0">
            <a:spAutoFit/>
          </a:bodyPr>
          <a:lstStyle/>
          <a:p>
            <a:pPr algn="ctr" rtl="0"/>
            <a:r>
              <a:rPr lang="vi-VN" sz="3600" b="1" dirty="0">
                <a:solidFill>
                  <a:schemeClr val="bg1"/>
                </a:solidFill>
                <a:latin typeface="Arial" panose="020B0604020202020204" pitchFamily="34" charset="0"/>
                <a:cs typeface="Arial" panose="020B0604020202020204" pitchFamily="34" charset="0"/>
              </a:rPr>
              <a:t>2</a:t>
            </a:r>
          </a:p>
        </p:txBody>
      </p:sp>
      <p:sp>
        <p:nvSpPr>
          <p:cNvPr id="8" name="Hộp văn bản 7">
            <a:extLst>
              <a:ext uri="{FF2B5EF4-FFF2-40B4-BE49-F238E27FC236}">
                <a16:creationId xmlns:a16="http://schemas.microsoft.com/office/drawing/2014/main" id="{4E863C6B-1856-BC43-A090-B182EAB34EB8}"/>
              </a:ext>
            </a:extLst>
          </p:cNvPr>
          <p:cNvSpPr txBox="1"/>
          <p:nvPr/>
        </p:nvSpPr>
        <p:spPr>
          <a:xfrm>
            <a:off x="5932638" y="2652156"/>
            <a:ext cx="350196" cy="646331"/>
          </a:xfrm>
          <a:prstGeom prst="rect">
            <a:avLst/>
          </a:prstGeom>
          <a:noFill/>
        </p:spPr>
        <p:txBody>
          <a:bodyPr wrap="square" rtlCol="0">
            <a:spAutoFit/>
          </a:bodyPr>
          <a:lstStyle/>
          <a:p>
            <a:pPr algn="ctr" rtl="0"/>
            <a:r>
              <a:rPr lang="vi-VN" sz="3600" b="1" dirty="0">
                <a:solidFill>
                  <a:schemeClr val="bg1"/>
                </a:solidFill>
                <a:latin typeface="Arial" panose="020B0604020202020204" pitchFamily="34" charset="0"/>
                <a:cs typeface="Arial" panose="020B0604020202020204" pitchFamily="34" charset="0"/>
              </a:rPr>
              <a:t>3</a:t>
            </a:r>
          </a:p>
        </p:txBody>
      </p:sp>
      <p:sp>
        <p:nvSpPr>
          <p:cNvPr id="9" name="Hộp văn bản 8">
            <a:extLst>
              <a:ext uri="{FF2B5EF4-FFF2-40B4-BE49-F238E27FC236}">
                <a16:creationId xmlns:a16="http://schemas.microsoft.com/office/drawing/2014/main" id="{3AE770E3-D227-CD4E-83C4-44744E774884}"/>
              </a:ext>
            </a:extLst>
          </p:cNvPr>
          <p:cNvSpPr txBox="1"/>
          <p:nvPr/>
        </p:nvSpPr>
        <p:spPr>
          <a:xfrm>
            <a:off x="7863038" y="2652156"/>
            <a:ext cx="350196" cy="646331"/>
          </a:xfrm>
          <a:prstGeom prst="rect">
            <a:avLst/>
          </a:prstGeom>
          <a:noFill/>
        </p:spPr>
        <p:txBody>
          <a:bodyPr wrap="square" rtlCol="0">
            <a:spAutoFit/>
          </a:bodyPr>
          <a:lstStyle/>
          <a:p>
            <a:pPr algn="ctr" rtl="0"/>
            <a:r>
              <a:rPr lang="vi-VN" sz="3600" b="1" dirty="0">
                <a:solidFill>
                  <a:schemeClr val="bg1"/>
                </a:solidFill>
                <a:latin typeface="Arial" panose="020B0604020202020204" pitchFamily="34" charset="0"/>
                <a:cs typeface="Arial" panose="020B0604020202020204" pitchFamily="34" charset="0"/>
              </a:rPr>
              <a:t>4</a:t>
            </a:r>
          </a:p>
        </p:txBody>
      </p:sp>
      <p:sp>
        <p:nvSpPr>
          <p:cNvPr id="10" name="Hộp văn bản 9">
            <a:extLst>
              <a:ext uri="{FF2B5EF4-FFF2-40B4-BE49-F238E27FC236}">
                <a16:creationId xmlns:a16="http://schemas.microsoft.com/office/drawing/2014/main" id="{10C47546-62E7-304A-8631-60D9B8E543BE}"/>
              </a:ext>
            </a:extLst>
          </p:cNvPr>
          <p:cNvSpPr txBox="1"/>
          <p:nvPr/>
        </p:nvSpPr>
        <p:spPr>
          <a:xfrm>
            <a:off x="9807953" y="2652156"/>
            <a:ext cx="350196" cy="646331"/>
          </a:xfrm>
          <a:prstGeom prst="rect">
            <a:avLst/>
          </a:prstGeom>
          <a:noFill/>
        </p:spPr>
        <p:txBody>
          <a:bodyPr wrap="square" rtlCol="0">
            <a:spAutoFit/>
          </a:bodyPr>
          <a:lstStyle/>
          <a:p>
            <a:pPr algn="ctr" rtl="0"/>
            <a:r>
              <a:rPr lang="vi-VN" sz="3600" b="1" dirty="0">
                <a:solidFill>
                  <a:schemeClr val="bg1"/>
                </a:solidFill>
                <a:latin typeface="Arial" panose="020B0604020202020204" pitchFamily="34" charset="0"/>
                <a:cs typeface="Arial" panose="020B0604020202020204" pitchFamily="34" charset="0"/>
              </a:rPr>
              <a:t>5</a:t>
            </a:r>
          </a:p>
        </p:txBody>
      </p:sp>
      <p:sp>
        <p:nvSpPr>
          <p:cNvPr id="11" name="Chỗ dành sẵn cho Chân trang 10">
            <a:extLst>
              <a:ext uri="{FF2B5EF4-FFF2-40B4-BE49-F238E27FC236}">
                <a16:creationId xmlns:a16="http://schemas.microsoft.com/office/drawing/2014/main" id="{EBF4ECF3-F211-3447-AF95-22487182EEF2}"/>
              </a:ext>
            </a:extLst>
          </p:cNvPr>
          <p:cNvSpPr>
            <a:spLocks noGrp="1"/>
          </p:cNvSpPr>
          <p:nvPr>
            <p:ph type="ftr" sz="quarter" idx="3"/>
          </p:nvPr>
        </p:nvSpPr>
        <p:spPr>
          <a:xfrm>
            <a:off x="4038600" y="6356350"/>
            <a:ext cx="4114800" cy="365125"/>
          </a:xfrm>
        </p:spPr>
        <p:txBody>
          <a:bodyPr rtlCol="0"/>
          <a:lstStyle/>
          <a:p>
            <a:pPr rtl="0"/>
            <a:r>
              <a:rPr lang="vi-VN" dirty="0"/>
              <a:t>TIÊU ĐỀ BẢN TRÌNH BÀY</a:t>
            </a:r>
          </a:p>
        </p:txBody>
      </p:sp>
      <p:sp>
        <p:nvSpPr>
          <p:cNvPr id="12" name="Chỗ dành sẵn cho Số hiệu Bản chiếu 11">
            <a:extLst>
              <a:ext uri="{FF2B5EF4-FFF2-40B4-BE49-F238E27FC236}">
                <a16:creationId xmlns:a16="http://schemas.microsoft.com/office/drawing/2014/main" id="{6308D1AB-33EC-174A-AFF4-6B9718A863B4}"/>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vi-VN" smtClean="0"/>
              <a:pPr/>
              <a:t>9</a:t>
            </a:fld>
            <a:endParaRPr lang="vi-VN" dirty="0"/>
          </a:p>
        </p:txBody>
      </p:sp>
    </p:spTree>
    <p:extLst>
      <p:ext uri="{BB962C8B-B14F-4D97-AF65-F5344CB8AC3E}">
        <p14:creationId xmlns:p14="http://schemas.microsoft.com/office/powerpoint/2010/main" val="700209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C55E2E3E-148D-4BE4-88A4-447C4BC35E68}"/>
              </a:ext>
            </a:extLst>
          </p:cNvPr>
          <p:cNvSpPr>
            <a:spLocks noGrp="1"/>
          </p:cNvSpPr>
          <p:nvPr>
            <p:ph type="title"/>
          </p:nvPr>
        </p:nvSpPr>
        <p:spPr/>
        <p:txBody>
          <a:bodyPr rtlCol="0"/>
          <a:lstStyle/>
          <a:p>
            <a:pPr rtl="0"/>
            <a:r>
              <a:rPr lang="vi-VN" dirty="0" err="1"/>
              <a:t>Đường</a:t>
            </a:r>
            <a:r>
              <a:rPr lang="vi-VN" dirty="0"/>
              <a:t> </a:t>
            </a:r>
            <a:r>
              <a:rPr lang="vi-VN" dirty="0" err="1"/>
              <a:t>thời</a:t>
            </a:r>
            <a:r>
              <a:rPr lang="vi-VN" dirty="0"/>
              <a:t> gian </a:t>
            </a:r>
          </a:p>
        </p:txBody>
      </p:sp>
      <p:graphicFrame>
        <p:nvGraphicFramePr>
          <p:cNvPr id="2" name="Sơ đồ 2" descr="Đồ họa SmartArt">
            <a:extLst>
              <a:ext uri="{FF2B5EF4-FFF2-40B4-BE49-F238E27FC236}">
                <a16:creationId xmlns:a16="http://schemas.microsoft.com/office/drawing/2014/main" id="{364D30CB-C02F-4FE1-9E72-11B75FF74851}"/>
              </a:ext>
            </a:extLst>
          </p:cNvPr>
          <p:cNvGraphicFramePr/>
          <p:nvPr>
            <p:extLst>
              <p:ext uri="{D42A27DB-BD31-4B8C-83A1-F6EECF244321}">
                <p14:modId xmlns:p14="http://schemas.microsoft.com/office/powerpoint/2010/main" val="2806804497"/>
              </p:ext>
            </p:extLst>
          </p:nvPr>
        </p:nvGraphicFramePr>
        <p:xfrm>
          <a:off x="1245325" y="1706563"/>
          <a:ext cx="9779182" cy="4363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hỗ dành sẵn cho Chân trang 4">
            <a:extLst>
              <a:ext uri="{FF2B5EF4-FFF2-40B4-BE49-F238E27FC236}">
                <a16:creationId xmlns:a16="http://schemas.microsoft.com/office/drawing/2014/main" id="{140F55DB-0AAD-684A-B0E2-8EF58E039423}"/>
              </a:ext>
            </a:extLst>
          </p:cNvPr>
          <p:cNvSpPr>
            <a:spLocks noGrp="1"/>
          </p:cNvSpPr>
          <p:nvPr>
            <p:ph type="ftr" sz="quarter" idx="3"/>
          </p:nvPr>
        </p:nvSpPr>
        <p:spPr/>
        <p:txBody>
          <a:bodyPr rtlCol="0"/>
          <a:lstStyle/>
          <a:p>
            <a:pPr rtl="0"/>
            <a:r>
              <a:rPr lang="vi-VN" dirty="0"/>
              <a:t>TIÊU ĐỀ BẢN TRÌNH BÀY</a:t>
            </a:r>
          </a:p>
        </p:txBody>
      </p:sp>
      <p:sp>
        <p:nvSpPr>
          <p:cNvPr id="6" name="Chỗ dành sẵn cho Số hiệu Bản chiếu 5">
            <a:extLst>
              <a:ext uri="{FF2B5EF4-FFF2-40B4-BE49-F238E27FC236}">
                <a16:creationId xmlns:a16="http://schemas.microsoft.com/office/drawing/2014/main" id="{280037C3-0E79-CD4B-92A9-5B5F9E74A60B}"/>
              </a:ext>
            </a:extLst>
          </p:cNvPr>
          <p:cNvSpPr>
            <a:spLocks noGrp="1"/>
          </p:cNvSpPr>
          <p:nvPr>
            <p:ph type="sldNum" sz="quarter" idx="4"/>
          </p:nvPr>
        </p:nvSpPr>
        <p:spPr/>
        <p:txBody>
          <a:bodyPr rtlCol="0"/>
          <a:lstStyle/>
          <a:p>
            <a:pPr rtl="0"/>
            <a:fld id="{294A09A9-5501-47C1-A89A-A340965A2BE2}" type="slidenum">
              <a:rPr lang="vi-VN" smtClean="0"/>
              <a:t>10</a:t>
            </a:fld>
            <a:endParaRPr lang="vi-VN" dirty="0"/>
          </a:p>
        </p:txBody>
      </p:sp>
    </p:spTree>
    <p:extLst>
      <p:ext uri="{BB962C8B-B14F-4D97-AF65-F5344CB8AC3E}">
        <p14:creationId xmlns:p14="http://schemas.microsoft.com/office/powerpoint/2010/main" val="932498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9256B7E-1633-44AB-8584-82DF5B726834}"/>
              </a:ext>
            </a:extLst>
          </p:cNvPr>
          <p:cNvSpPr>
            <a:spLocks noGrp="1"/>
          </p:cNvSpPr>
          <p:nvPr>
            <p:ph type="title"/>
          </p:nvPr>
        </p:nvSpPr>
        <p:spPr>
          <a:xfrm>
            <a:off x="1167492" y="381000"/>
            <a:ext cx="9779183" cy="1325563"/>
          </a:xfrm>
        </p:spPr>
        <p:txBody>
          <a:bodyPr rtlCol="0"/>
          <a:lstStyle/>
          <a:p>
            <a:pPr rtl="0"/>
            <a:r>
              <a:rPr lang="vi-VN"/>
              <a:t>Lĩnh vực tập trung</a:t>
            </a:r>
          </a:p>
        </p:txBody>
      </p:sp>
      <p:sp>
        <p:nvSpPr>
          <p:cNvPr id="3" name="Chỗ dành sẵn cho Văn bản 2">
            <a:extLst>
              <a:ext uri="{FF2B5EF4-FFF2-40B4-BE49-F238E27FC236}">
                <a16:creationId xmlns:a16="http://schemas.microsoft.com/office/drawing/2014/main" id="{EFB90AB4-D228-4548-B072-726498212362}"/>
              </a:ext>
            </a:extLst>
          </p:cNvPr>
          <p:cNvSpPr>
            <a:spLocks noGrp="1"/>
          </p:cNvSpPr>
          <p:nvPr>
            <p:ph idx="11"/>
          </p:nvPr>
        </p:nvSpPr>
        <p:spPr>
          <a:xfrm>
            <a:off x="1167493" y="2005689"/>
            <a:ext cx="4663440" cy="522514"/>
          </a:xfrm>
        </p:spPr>
        <p:txBody>
          <a:bodyPr rtlCol="0"/>
          <a:lstStyle/>
          <a:p>
            <a:pPr rtl="0"/>
            <a:r>
              <a:rPr lang="vi-VN"/>
              <a:t>Kịch bản thị trường B2B</a:t>
            </a:r>
          </a:p>
        </p:txBody>
      </p:sp>
      <p:sp>
        <p:nvSpPr>
          <p:cNvPr id="4" name="Chỗ dành sẵn cho Nội dung 3">
            <a:extLst>
              <a:ext uri="{FF2B5EF4-FFF2-40B4-BE49-F238E27FC236}">
                <a16:creationId xmlns:a16="http://schemas.microsoft.com/office/drawing/2014/main" id="{950677C9-3E42-427F-93B8-526692906471}"/>
              </a:ext>
            </a:extLst>
          </p:cNvPr>
          <p:cNvSpPr>
            <a:spLocks noGrp="1"/>
          </p:cNvSpPr>
          <p:nvPr>
            <p:ph idx="1"/>
          </p:nvPr>
        </p:nvSpPr>
        <p:spPr>
          <a:xfrm>
            <a:off x="1167493" y="2783033"/>
            <a:ext cx="4663440" cy="2828613"/>
          </a:xfrm>
        </p:spPr>
        <p:txBody>
          <a:bodyPr vert="horz" lIns="91440" tIns="45720" rIns="91440" bIns="45720" rtlCol="0" anchor="t">
            <a:normAutofit/>
          </a:bodyPr>
          <a:lstStyle/>
          <a:p>
            <a:pPr rtl="0"/>
            <a:r>
              <a:rPr lang="vi-VN" sz="1800" dirty="0" err="1"/>
              <a:t>Phát</a:t>
            </a:r>
            <a:r>
              <a:rPr lang="vi-VN" sz="1800" dirty="0"/>
              <a:t> </a:t>
            </a:r>
            <a:r>
              <a:rPr lang="vi-VN" sz="1800" dirty="0" err="1"/>
              <a:t>triển</a:t>
            </a:r>
            <a:r>
              <a:rPr lang="vi-VN" sz="1800" dirty="0"/>
              <a:t> </a:t>
            </a:r>
            <a:r>
              <a:rPr lang="vi-VN" sz="1800" dirty="0" err="1"/>
              <a:t>các</a:t>
            </a:r>
            <a:r>
              <a:rPr lang="vi-VN" sz="1800" dirty="0"/>
              <a:t> </a:t>
            </a:r>
            <a:r>
              <a:rPr lang="vi-VN" sz="1800" dirty="0" err="1"/>
              <a:t>chiến</a:t>
            </a:r>
            <a:r>
              <a:rPr lang="vi-VN" sz="1800" dirty="0"/>
              <a:t> </a:t>
            </a:r>
            <a:r>
              <a:rPr lang="vi-VN" sz="1800" dirty="0" err="1"/>
              <a:t>lược</a:t>
            </a:r>
            <a:r>
              <a:rPr lang="vi-VN" sz="1800" dirty="0"/>
              <a:t> </a:t>
            </a:r>
            <a:r>
              <a:rPr lang="vi-VN" sz="1800" dirty="0" err="1"/>
              <a:t>chiến</a:t>
            </a:r>
            <a:r>
              <a:rPr lang="vi-VN" sz="1800" dirty="0"/>
              <a:t> </a:t>
            </a:r>
            <a:r>
              <a:rPr lang="vi-VN" sz="1800" dirty="0" err="1"/>
              <a:t>thắng</a:t>
            </a:r>
            <a:r>
              <a:rPr lang="vi-VN" sz="1800" dirty="0"/>
              <a:t> </a:t>
            </a:r>
            <a:r>
              <a:rPr lang="vi-VN" sz="1800" dirty="0" err="1"/>
              <a:t>để</a:t>
            </a:r>
            <a:r>
              <a:rPr lang="vi-VN" sz="1800" dirty="0"/>
              <a:t> </a:t>
            </a:r>
            <a:r>
              <a:rPr lang="vi-VN" sz="1800" dirty="0" err="1"/>
              <a:t>tiếp</a:t>
            </a:r>
            <a:r>
              <a:rPr lang="vi-VN" sz="1800" dirty="0"/>
              <a:t> </a:t>
            </a:r>
            <a:r>
              <a:rPr lang="vi-VN" sz="1800" dirty="0" err="1"/>
              <a:t>tục</a:t>
            </a:r>
            <a:r>
              <a:rPr lang="vi-VN" sz="1800" dirty="0"/>
              <a:t> </a:t>
            </a:r>
            <a:r>
              <a:rPr lang="vi-VN" sz="1800" dirty="0" err="1"/>
              <a:t>dẫn</a:t>
            </a:r>
            <a:r>
              <a:rPr lang="vi-VN" sz="1800" dirty="0"/>
              <a:t> </a:t>
            </a:r>
            <a:r>
              <a:rPr lang="vi-VN" sz="1800" dirty="0" err="1"/>
              <a:t>đầu</a:t>
            </a:r>
            <a:r>
              <a:rPr lang="vi-VN" sz="1800" dirty="0"/>
              <a:t> </a:t>
            </a:r>
            <a:r>
              <a:rPr lang="vi-VN" sz="1800" dirty="0" err="1"/>
              <a:t>cạnh</a:t>
            </a:r>
            <a:r>
              <a:rPr lang="vi-VN" sz="1800" dirty="0"/>
              <a:t> tranh</a:t>
            </a:r>
          </a:p>
          <a:p>
            <a:pPr rtl="0"/>
            <a:r>
              <a:rPr lang="vi-VN" sz="1800" dirty="0" err="1"/>
              <a:t>Tận</a:t>
            </a:r>
            <a:r>
              <a:rPr lang="vi-VN" sz="1800" dirty="0"/>
              <a:t> </a:t>
            </a:r>
            <a:r>
              <a:rPr lang="vi-VN" sz="1800" dirty="0" err="1"/>
              <a:t>dụng</a:t>
            </a:r>
            <a:r>
              <a:rPr lang="vi-VN" sz="1800" dirty="0"/>
              <a:t> </a:t>
            </a:r>
            <a:r>
              <a:rPr lang="vi-VN" sz="1800" dirty="0" err="1"/>
              <a:t>quả</a:t>
            </a:r>
            <a:r>
              <a:rPr lang="vi-VN" sz="1800" dirty="0"/>
              <a:t> treo </a:t>
            </a:r>
            <a:r>
              <a:rPr lang="vi-VN" sz="1800" dirty="0" err="1"/>
              <a:t>thấp</a:t>
            </a:r>
            <a:r>
              <a:rPr lang="vi-VN" sz="1800" dirty="0"/>
              <a:t> </a:t>
            </a:r>
            <a:r>
              <a:rPr lang="vi-VN" sz="1800" dirty="0" err="1"/>
              <a:t>để</a:t>
            </a:r>
            <a:r>
              <a:rPr lang="vi-VN" sz="1800" dirty="0"/>
              <a:t> </a:t>
            </a:r>
            <a:r>
              <a:rPr lang="vi-VN" sz="1800" dirty="0" err="1"/>
              <a:t>xác</a:t>
            </a:r>
            <a:r>
              <a:rPr lang="vi-VN" sz="1800" dirty="0"/>
              <a:t> </a:t>
            </a:r>
            <a:r>
              <a:rPr lang="vi-VN" sz="1800" dirty="0" err="1"/>
              <a:t>định</a:t>
            </a:r>
            <a:r>
              <a:rPr lang="vi-VN" sz="1800" dirty="0"/>
              <a:t> </a:t>
            </a:r>
            <a:r>
              <a:rPr lang="vi-VN" sz="1800" dirty="0" err="1"/>
              <a:t>một</a:t>
            </a:r>
            <a:r>
              <a:rPr lang="vi-VN" sz="1800" dirty="0"/>
              <a:t> </a:t>
            </a:r>
            <a:r>
              <a:rPr lang="vi-VN" sz="1800" dirty="0" err="1"/>
              <a:t>giá</a:t>
            </a:r>
            <a:r>
              <a:rPr lang="vi-VN" sz="1800" dirty="0"/>
              <a:t> </a:t>
            </a:r>
            <a:r>
              <a:rPr lang="vi-VN" sz="1800" dirty="0" err="1"/>
              <a:t>trị</a:t>
            </a:r>
            <a:r>
              <a:rPr lang="vi-VN" sz="1800" dirty="0"/>
              <a:t> </a:t>
            </a:r>
            <a:r>
              <a:rPr lang="vi-VN" sz="1800" dirty="0" err="1"/>
              <a:t>của</a:t>
            </a:r>
            <a:r>
              <a:rPr lang="vi-VN" sz="1800" dirty="0"/>
              <a:t> sân </a:t>
            </a:r>
            <a:r>
              <a:rPr lang="vi-VN" sz="1800" dirty="0" err="1"/>
              <a:t>bóng</a:t>
            </a:r>
            <a:endParaRPr lang="vi-VN" sz="1800" dirty="0"/>
          </a:p>
          <a:p>
            <a:pPr rtl="0"/>
            <a:r>
              <a:rPr lang="vi-VN" sz="1800" dirty="0" err="1"/>
              <a:t>Hình</a:t>
            </a:r>
            <a:r>
              <a:rPr lang="vi-VN" sz="1800" dirty="0"/>
              <a:t> dung </a:t>
            </a:r>
            <a:r>
              <a:rPr lang="vi-VN" sz="1800" dirty="0" err="1"/>
              <a:t>sự</a:t>
            </a:r>
            <a:r>
              <a:rPr lang="vi-VN" sz="1800" dirty="0"/>
              <a:t> </a:t>
            </a:r>
            <a:r>
              <a:rPr lang="vi-VN" sz="1800" dirty="0" err="1"/>
              <a:t>hội</a:t>
            </a:r>
            <a:r>
              <a:rPr lang="vi-VN" sz="1800" dirty="0"/>
              <a:t> </a:t>
            </a:r>
            <a:r>
              <a:rPr lang="vi-VN" sz="1800" dirty="0" err="1"/>
              <a:t>tụ</a:t>
            </a:r>
            <a:r>
              <a:rPr lang="vi-VN" sz="1800" dirty="0"/>
              <a:t> </a:t>
            </a:r>
            <a:r>
              <a:rPr lang="vi-VN" sz="1800" dirty="0" err="1"/>
              <a:t>hướng</a:t>
            </a:r>
            <a:r>
              <a:rPr lang="vi-VN" sz="1800" dirty="0"/>
              <a:t> </a:t>
            </a:r>
            <a:r>
              <a:rPr lang="vi-VN" sz="1800" dirty="0" err="1"/>
              <a:t>đến</a:t>
            </a:r>
            <a:r>
              <a:rPr lang="vi-VN" sz="1800" dirty="0"/>
              <a:t> </a:t>
            </a:r>
            <a:r>
              <a:rPr lang="vi-VN" sz="1800" dirty="0" err="1"/>
              <a:t>khách</a:t>
            </a:r>
            <a:r>
              <a:rPr lang="vi-VN" sz="1800" dirty="0"/>
              <a:t> </a:t>
            </a:r>
            <a:r>
              <a:rPr lang="vi-VN" sz="1800" dirty="0" err="1"/>
              <a:t>hàng</a:t>
            </a:r>
            <a:endParaRPr lang="vi-VN" sz="1800" dirty="0"/>
          </a:p>
        </p:txBody>
      </p:sp>
      <p:sp>
        <p:nvSpPr>
          <p:cNvPr id="6" name="Chỗ dành sẵn cho Văn bản 5">
            <a:extLst>
              <a:ext uri="{FF2B5EF4-FFF2-40B4-BE49-F238E27FC236}">
                <a16:creationId xmlns:a16="http://schemas.microsoft.com/office/drawing/2014/main" id="{F5018B6D-E395-49AD-92AD-AD69E3AB40C3}"/>
              </a:ext>
            </a:extLst>
          </p:cNvPr>
          <p:cNvSpPr>
            <a:spLocks noGrp="1"/>
          </p:cNvSpPr>
          <p:nvPr>
            <p:ph idx="12"/>
          </p:nvPr>
        </p:nvSpPr>
        <p:spPr>
          <a:xfrm>
            <a:off x="6283235" y="2005689"/>
            <a:ext cx="4663440" cy="522514"/>
          </a:xfrm>
        </p:spPr>
        <p:txBody>
          <a:bodyPr rtlCol="0"/>
          <a:lstStyle/>
          <a:p>
            <a:pPr rtl="0"/>
            <a:r>
              <a:rPr lang="vi-VN"/>
              <a:t>Cơ hội trên nền điện toán đám mây</a:t>
            </a:r>
          </a:p>
        </p:txBody>
      </p:sp>
      <p:sp>
        <p:nvSpPr>
          <p:cNvPr id="5" name="Chỗ dành sẵn cho Nội dung 4">
            <a:extLst>
              <a:ext uri="{FF2B5EF4-FFF2-40B4-BE49-F238E27FC236}">
                <a16:creationId xmlns:a16="http://schemas.microsoft.com/office/drawing/2014/main" id="{BDB9D020-1E25-453D-83DF-1420ACD3968D}"/>
              </a:ext>
            </a:extLst>
          </p:cNvPr>
          <p:cNvSpPr>
            <a:spLocks noGrp="1"/>
          </p:cNvSpPr>
          <p:nvPr>
            <p:ph idx="10"/>
          </p:nvPr>
        </p:nvSpPr>
        <p:spPr>
          <a:xfrm>
            <a:off x="6283235" y="2783033"/>
            <a:ext cx="4663440" cy="2828613"/>
          </a:xfrm>
        </p:spPr>
        <p:txBody>
          <a:bodyPr vert="horz" lIns="91440" tIns="45720" rIns="91440" bIns="45720" rtlCol="0" anchor="t">
            <a:normAutofit/>
          </a:bodyPr>
          <a:lstStyle/>
          <a:p>
            <a:pPr rtl="0"/>
            <a:r>
              <a:rPr lang="vi-VN" sz="1800"/>
              <a:t>Các cách tiếp cận lặp đi lặp lại đối với chiến lược công ty</a:t>
            </a:r>
          </a:p>
          <a:p>
            <a:pPr rtl="0"/>
            <a:r>
              <a:rPr lang="vi-VN" sz="1800"/>
              <a:t>Thiết lập một khung công việc quản lý từ bên trong</a:t>
            </a:r>
          </a:p>
        </p:txBody>
      </p:sp>
      <p:sp>
        <p:nvSpPr>
          <p:cNvPr id="8" name="Chỗ dành sẵn cho Chân trang 7">
            <a:extLst>
              <a:ext uri="{FF2B5EF4-FFF2-40B4-BE49-F238E27FC236}">
                <a16:creationId xmlns:a16="http://schemas.microsoft.com/office/drawing/2014/main" id="{0DD1986A-9AF9-5C45-BE85-20D5AA267AE1}"/>
              </a:ext>
            </a:extLst>
          </p:cNvPr>
          <p:cNvSpPr>
            <a:spLocks noGrp="1"/>
          </p:cNvSpPr>
          <p:nvPr>
            <p:ph type="ftr" sz="quarter" idx="3"/>
          </p:nvPr>
        </p:nvSpPr>
        <p:spPr>
          <a:xfrm>
            <a:off x="4038600" y="6356350"/>
            <a:ext cx="4114800" cy="365125"/>
          </a:xfrm>
        </p:spPr>
        <p:txBody>
          <a:bodyPr rtlCol="0"/>
          <a:lstStyle/>
          <a:p>
            <a:pPr rtl="0"/>
            <a:r>
              <a:rPr lang="vi-VN"/>
              <a:t>TIÊU ĐỀ BẢN TRÌNH BÀY</a:t>
            </a:r>
          </a:p>
        </p:txBody>
      </p:sp>
      <p:sp>
        <p:nvSpPr>
          <p:cNvPr id="9" name="Chỗ dành sẵn cho Số hiệu Bản chiếu 8">
            <a:extLst>
              <a:ext uri="{FF2B5EF4-FFF2-40B4-BE49-F238E27FC236}">
                <a16:creationId xmlns:a16="http://schemas.microsoft.com/office/drawing/2014/main" id="{6FD448B0-743E-0045-8131-69B4EEC58365}"/>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vi-VN" smtClean="0"/>
              <a:pPr/>
              <a:t>11</a:t>
            </a:fld>
            <a:endParaRPr lang="vi-VN"/>
          </a:p>
        </p:txBody>
      </p:sp>
    </p:spTree>
    <p:extLst>
      <p:ext uri="{BB962C8B-B14F-4D97-AF65-F5344CB8AC3E}">
        <p14:creationId xmlns:p14="http://schemas.microsoft.com/office/powerpoint/2010/main" val="2563119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F191A4-7839-4F63-B17C-7C366C59488C}"/>
              </a:ext>
            </a:extLst>
          </p:cNvPr>
          <p:cNvSpPr>
            <a:spLocks noGrp="1"/>
          </p:cNvSpPr>
          <p:nvPr>
            <p:ph type="title"/>
          </p:nvPr>
        </p:nvSpPr>
        <p:spPr>
          <a:xfrm>
            <a:off x="1167492" y="381000"/>
            <a:ext cx="9779183" cy="1325563"/>
          </a:xfrm>
        </p:spPr>
        <p:txBody>
          <a:bodyPr rtlCol="0"/>
          <a:lstStyle/>
          <a:p>
            <a:pPr rtl="0"/>
            <a:r>
              <a:rPr lang="vi-VN"/>
              <a:t>Làm sao để chúng ta đạt được mục tiêu</a:t>
            </a:r>
          </a:p>
        </p:txBody>
      </p:sp>
      <p:sp>
        <p:nvSpPr>
          <p:cNvPr id="9" name="Chỗ dành sẵn cho Nội dung 8">
            <a:extLst>
              <a:ext uri="{FF2B5EF4-FFF2-40B4-BE49-F238E27FC236}">
                <a16:creationId xmlns:a16="http://schemas.microsoft.com/office/drawing/2014/main" id="{472FA7B1-CD7F-3646-B44C-91A107A0CBEE}"/>
              </a:ext>
            </a:extLst>
          </p:cNvPr>
          <p:cNvSpPr>
            <a:spLocks noGrp="1"/>
          </p:cNvSpPr>
          <p:nvPr>
            <p:ph idx="11"/>
          </p:nvPr>
        </p:nvSpPr>
        <p:spPr>
          <a:xfrm>
            <a:off x="1167493" y="2003804"/>
            <a:ext cx="3173278" cy="522514"/>
          </a:xfrm>
        </p:spPr>
        <p:txBody>
          <a:bodyPr rtlCol="0"/>
          <a:lstStyle/>
          <a:p>
            <a:pPr rtl="0"/>
            <a:r>
              <a:rPr lang="vi-VN"/>
              <a:t>ROI</a:t>
            </a:r>
          </a:p>
        </p:txBody>
      </p:sp>
      <p:sp>
        <p:nvSpPr>
          <p:cNvPr id="4" name="Chỗ dành sẵn cho Nội dung 3">
            <a:extLst>
              <a:ext uri="{FF2B5EF4-FFF2-40B4-BE49-F238E27FC236}">
                <a16:creationId xmlns:a16="http://schemas.microsoft.com/office/drawing/2014/main" id="{9B9ED227-95A7-4B08-91FE-5E0EF0D41D20}"/>
              </a:ext>
            </a:extLst>
          </p:cNvPr>
          <p:cNvSpPr>
            <a:spLocks noGrp="1"/>
          </p:cNvSpPr>
          <p:nvPr>
            <p:ph idx="1"/>
          </p:nvPr>
        </p:nvSpPr>
        <p:spPr>
          <a:xfrm>
            <a:off x="1167491" y="2526318"/>
            <a:ext cx="3218688" cy="2828613"/>
          </a:xfrm>
        </p:spPr>
        <p:txBody>
          <a:bodyPr vert="horz" lIns="91440" tIns="45720" rIns="91440" bIns="45720" rtlCol="0" anchor="t">
            <a:noAutofit/>
          </a:bodyPr>
          <a:lstStyle/>
          <a:p>
            <a:pPr rtl="0"/>
            <a:r>
              <a:rPr lang="vi-VN" sz="1800" dirty="0" err="1"/>
              <a:t>Hình</a:t>
            </a:r>
            <a:r>
              <a:rPr lang="vi-VN" sz="1800" dirty="0"/>
              <a:t> dung </a:t>
            </a:r>
            <a:r>
              <a:rPr lang="vi-VN" sz="1800" dirty="0" err="1"/>
              <a:t>kiến</a:t>
            </a:r>
            <a:r>
              <a:rPr lang="vi-VN" sz="1800" dirty="0"/>
              <a:t> </a:t>
            </a:r>
            <a:r>
              <a:rPr lang="vi-VN" sz="1800" dirty="0" err="1"/>
              <a:t>thức</a:t>
            </a:r>
            <a:r>
              <a:rPr lang="vi-VN" sz="1800" dirty="0"/>
              <a:t> chuyên môn </a:t>
            </a:r>
            <a:r>
              <a:rPr lang="vi-VN" sz="1800" dirty="0" err="1"/>
              <a:t>dựa</a:t>
            </a:r>
            <a:r>
              <a:rPr lang="vi-VN" sz="1800" dirty="0"/>
              <a:t> trên đa phương </a:t>
            </a:r>
            <a:r>
              <a:rPr lang="vi-VN" sz="1800" dirty="0" err="1"/>
              <a:t>tiện</a:t>
            </a:r>
            <a:r>
              <a:rPr lang="vi-VN" sz="1800" dirty="0"/>
              <a:t> </a:t>
            </a:r>
            <a:r>
              <a:rPr lang="vi-VN" sz="1800" dirty="0" err="1"/>
              <a:t>và</a:t>
            </a:r>
            <a:r>
              <a:rPr lang="vi-VN" sz="1800" dirty="0"/>
              <a:t> </a:t>
            </a:r>
            <a:r>
              <a:rPr lang="vi-VN" sz="1800" dirty="0" err="1"/>
              <a:t>các</a:t>
            </a:r>
            <a:r>
              <a:rPr lang="vi-VN" sz="1800" dirty="0"/>
              <a:t> </a:t>
            </a:r>
            <a:r>
              <a:rPr lang="vi-VN" sz="1800" dirty="0" err="1"/>
              <a:t>chiến</a:t>
            </a:r>
            <a:r>
              <a:rPr lang="vi-VN" sz="1800" dirty="0"/>
              <a:t> </a:t>
            </a:r>
            <a:r>
              <a:rPr lang="vi-VN" sz="1800" dirty="0" err="1"/>
              <a:t>lược</a:t>
            </a:r>
            <a:r>
              <a:rPr lang="vi-VN" sz="1800" dirty="0"/>
              <a:t> </a:t>
            </a:r>
            <a:r>
              <a:rPr lang="vi-VN" sz="1800" dirty="0" err="1"/>
              <a:t>phát</a:t>
            </a:r>
            <a:r>
              <a:rPr lang="vi-VN" sz="1800" dirty="0"/>
              <a:t> </a:t>
            </a:r>
            <a:r>
              <a:rPr lang="vi-VN" sz="1800" dirty="0" err="1"/>
              <a:t>triển</a:t>
            </a:r>
            <a:r>
              <a:rPr lang="vi-VN" sz="1800" dirty="0"/>
              <a:t> đa phương </a:t>
            </a:r>
            <a:r>
              <a:rPr lang="vi-VN" sz="1800" dirty="0" err="1"/>
              <a:t>tiện</a:t>
            </a:r>
            <a:endParaRPr lang="vi-VN" sz="1800" dirty="0"/>
          </a:p>
          <a:p>
            <a:pPr rtl="0"/>
            <a:r>
              <a:rPr lang="vi-VN" sz="1800" dirty="0" err="1"/>
              <a:t>Hình</a:t>
            </a:r>
            <a:r>
              <a:rPr lang="vi-VN" sz="1800" dirty="0"/>
              <a:t> dung </a:t>
            </a:r>
            <a:r>
              <a:rPr lang="vi-VN" sz="1800" dirty="0" err="1"/>
              <a:t>vốn</a:t>
            </a:r>
            <a:r>
              <a:rPr lang="vi-VN" sz="1800" dirty="0"/>
              <a:t> tri </a:t>
            </a:r>
            <a:r>
              <a:rPr lang="vi-VN" sz="1800" dirty="0" err="1"/>
              <a:t>thức</a:t>
            </a:r>
            <a:r>
              <a:rPr lang="vi-VN" sz="1800" dirty="0"/>
              <a:t> </a:t>
            </a:r>
            <a:r>
              <a:rPr lang="vi-VN" sz="1800" dirty="0" err="1"/>
              <a:t>chất</a:t>
            </a:r>
            <a:r>
              <a:rPr lang="vi-VN" sz="1800" dirty="0"/>
              <a:t> </a:t>
            </a:r>
            <a:r>
              <a:rPr lang="vi-VN" sz="1800" dirty="0" err="1"/>
              <a:t>lượng</a:t>
            </a:r>
            <a:endParaRPr lang="vi-VN" sz="1800" dirty="0"/>
          </a:p>
          <a:p>
            <a:pPr rtl="0"/>
            <a:r>
              <a:rPr lang="vi-VN" sz="1800" dirty="0"/>
              <a:t>Tham gia </a:t>
            </a:r>
            <a:r>
              <a:rPr lang="vi-VN" sz="1800" dirty="0" err="1"/>
              <a:t>các</a:t>
            </a:r>
            <a:r>
              <a:rPr lang="vi-VN" sz="1800" dirty="0"/>
              <a:t> phương </a:t>
            </a:r>
            <a:r>
              <a:rPr lang="vi-VN" sz="1800" dirty="0" err="1"/>
              <a:t>pháp</a:t>
            </a:r>
            <a:r>
              <a:rPr lang="vi-VN" sz="1800" dirty="0"/>
              <a:t> </a:t>
            </a:r>
            <a:r>
              <a:rPr lang="vi-VN" sz="1800" dirty="0" err="1"/>
              <a:t>luận</a:t>
            </a:r>
            <a:r>
              <a:rPr lang="vi-VN" sz="1800" dirty="0"/>
              <a:t> trên </a:t>
            </a:r>
            <a:r>
              <a:rPr lang="vi-VN" sz="1800" dirty="0" err="1"/>
              <a:t>toàn</a:t>
            </a:r>
            <a:r>
              <a:rPr lang="vi-VN" sz="1800" dirty="0"/>
              <a:t> </a:t>
            </a:r>
            <a:r>
              <a:rPr lang="vi-VN" sz="1800" dirty="0" err="1"/>
              <a:t>thế</a:t>
            </a:r>
            <a:r>
              <a:rPr lang="vi-VN" sz="1800" dirty="0"/>
              <a:t> </a:t>
            </a:r>
            <a:r>
              <a:rPr lang="vi-VN" sz="1800" dirty="0" err="1"/>
              <a:t>giới</a:t>
            </a:r>
            <a:r>
              <a:rPr lang="vi-VN" sz="1800" dirty="0"/>
              <a:t> </a:t>
            </a:r>
            <a:r>
              <a:rPr lang="vi-VN" sz="1800" dirty="0" err="1"/>
              <a:t>với</a:t>
            </a:r>
            <a:r>
              <a:rPr lang="vi-VN" sz="1800" dirty="0"/>
              <a:t> </a:t>
            </a:r>
            <a:r>
              <a:rPr lang="vi-VN" sz="1800" dirty="0" err="1"/>
              <a:t>các</a:t>
            </a:r>
            <a:r>
              <a:rPr lang="vi-VN" sz="1800" dirty="0"/>
              <a:t> công </a:t>
            </a:r>
            <a:r>
              <a:rPr lang="vi-VN" sz="1800" dirty="0" err="1"/>
              <a:t>nghệ</a:t>
            </a:r>
            <a:r>
              <a:rPr lang="vi-VN" sz="1800" dirty="0"/>
              <a:t> </a:t>
            </a:r>
            <a:r>
              <a:rPr lang="vi-VN" sz="1800" dirty="0" err="1"/>
              <a:t>hỗ</a:t>
            </a:r>
            <a:r>
              <a:rPr lang="vi-VN" sz="1800" dirty="0"/>
              <a:t> </a:t>
            </a:r>
            <a:r>
              <a:rPr lang="vi-VN" sz="1800" dirty="0" err="1"/>
              <a:t>trợ</a:t>
            </a:r>
            <a:r>
              <a:rPr lang="vi-VN" sz="1800" dirty="0"/>
              <a:t> </a:t>
            </a:r>
            <a:r>
              <a:rPr lang="vi-VN" sz="1800" dirty="0" err="1"/>
              <a:t>web</a:t>
            </a:r>
            <a:endParaRPr lang="vi-VN" sz="1800" dirty="0"/>
          </a:p>
          <a:p>
            <a:pPr rtl="0"/>
            <a:endParaRPr lang="vi-VN" sz="1800" dirty="0"/>
          </a:p>
          <a:p>
            <a:pPr rtl="0"/>
            <a:endParaRPr lang="vi-VN" sz="1800" dirty="0"/>
          </a:p>
        </p:txBody>
      </p:sp>
      <p:sp>
        <p:nvSpPr>
          <p:cNvPr id="10" name="Chỗ dành sẵn cho Nội dung 9">
            <a:extLst>
              <a:ext uri="{FF2B5EF4-FFF2-40B4-BE49-F238E27FC236}">
                <a16:creationId xmlns:a16="http://schemas.microsoft.com/office/drawing/2014/main" id="{585697B7-EBBB-0E4B-AA02-0D3F94821C6E}"/>
              </a:ext>
            </a:extLst>
          </p:cNvPr>
          <p:cNvSpPr>
            <a:spLocks noGrp="1"/>
          </p:cNvSpPr>
          <p:nvPr>
            <p:ph idx="12"/>
          </p:nvPr>
        </p:nvSpPr>
        <p:spPr>
          <a:xfrm>
            <a:off x="4683788" y="2003804"/>
            <a:ext cx="3173278" cy="522514"/>
          </a:xfrm>
        </p:spPr>
        <p:txBody>
          <a:bodyPr rtlCol="0"/>
          <a:lstStyle/>
          <a:p>
            <a:pPr rtl="0"/>
            <a:r>
              <a:rPr lang="vi-VN"/>
              <a:t>Thị trường ngách</a:t>
            </a:r>
          </a:p>
        </p:txBody>
      </p:sp>
      <p:sp>
        <p:nvSpPr>
          <p:cNvPr id="5" name="Chỗ dành sẵn cho Nội dung 4">
            <a:extLst>
              <a:ext uri="{FF2B5EF4-FFF2-40B4-BE49-F238E27FC236}">
                <a16:creationId xmlns:a16="http://schemas.microsoft.com/office/drawing/2014/main" id="{9C2ECAAA-1E9C-4845-8EA9-E11A76F08150}"/>
              </a:ext>
            </a:extLst>
          </p:cNvPr>
          <p:cNvSpPr>
            <a:spLocks noGrp="1"/>
          </p:cNvSpPr>
          <p:nvPr>
            <p:ph idx="10"/>
          </p:nvPr>
        </p:nvSpPr>
        <p:spPr>
          <a:xfrm>
            <a:off x="4683787" y="2526318"/>
            <a:ext cx="3173279" cy="2828613"/>
          </a:xfrm>
        </p:spPr>
        <p:txBody>
          <a:bodyPr vert="horz" lIns="91440" tIns="45720" rIns="91440" bIns="45720" rtlCol="0" anchor="t">
            <a:normAutofit/>
          </a:bodyPr>
          <a:lstStyle/>
          <a:p>
            <a:pPr rtl="0"/>
            <a:r>
              <a:rPr lang="vi-VN" sz="1800"/>
              <a:t>Theo đuổi dịch vụ khách hàng có thể mở rộng thông qua các chiến lược bền vững</a:t>
            </a:r>
          </a:p>
          <a:p>
            <a:pPr rtl="0"/>
            <a:r>
              <a:rPr lang="vi-VN" sz="1800"/>
              <a:t>Thu hút các dịch vụ web hàng đầu với các vật chuyển giao tiên tiến</a:t>
            </a:r>
          </a:p>
          <a:p>
            <a:pPr rtl="0"/>
            <a:endParaRPr lang="vi-VN" sz="1800"/>
          </a:p>
          <a:p>
            <a:pPr rtl="0"/>
            <a:endParaRPr lang="vi-VN" sz="1800"/>
          </a:p>
        </p:txBody>
      </p:sp>
      <p:sp>
        <p:nvSpPr>
          <p:cNvPr id="13" name="Chỗ dành sẵn cho Nội dung 12">
            <a:extLst>
              <a:ext uri="{FF2B5EF4-FFF2-40B4-BE49-F238E27FC236}">
                <a16:creationId xmlns:a16="http://schemas.microsoft.com/office/drawing/2014/main" id="{EB1FFBC5-1733-5E4A-BF11-2C157D9917CC}"/>
              </a:ext>
            </a:extLst>
          </p:cNvPr>
          <p:cNvSpPr>
            <a:spLocks noGrp="1"/>
          </p:cNvSpPr>
          <p:nvPr>
            <p:ph idx="14"/>
          </p:nvPr>
        </p:nvSpPr>
        <p:spPr>
          <a:xfrm>
            <a:off x="8200083" y="2003804"/>
            <a:ext cx="3173278" cy="522514"/>
          </a:xfrm>
        </p:spPr>
        <p:txBody>
          <a:bodyPr rtlCol="0"/>
          <a:lstStyle/>
          <a:p>
            <a:pPr rtl="0"/>
            <a:r>
              <a:rPr lang="vi-VN"/>
              <a:t>Các chuỗi cung ứng</a:t>
            </a:r>
          </a:p>
        </p:txBody>
      </p:sp>
      <p:sp>
        <p:nvSpPr>
          <p:cNvPr id="11" name="Chỗ dành sẵn cho Nội dung 10">
            <a:extLst>
              <a:ext uri="{FF2B5EF4-FFF2-40B4-BE49-F238E27FC236}">
                <a16:creationId xmlns:a16="http://schemas.microsoft.com/office/drawing/2014/main" id="{48A12450-9474-8A49-BAEB-20C6F51540D5}"/>
              </a:ext>
            </a:extLst>
          </p:cNvPr>
          <p:cNvSpPr>
            <a:spLocks noGrp="1"/>
          </p:cNvSpPr>
          <p:nvPr>
            <p:ph idx="13"/>
          </p:nvPr>
        </p:nvSpPr>
        <p:spPr>
          <a:xfrm>
            <a:off x="8200082" y="2526318"/>
            <a:ext cx="3173279" cy="2828613"/>
          </a:xfrm>
        </p:spPr>
        <p:txBody>
          <a:bodyPr rtlCol="0"/>
          <a:lstStyle/>
          <a:p>
            <a:pPr rtl="0"/>
            <a:r>
              <a:rPr lang="vi-VN" sz="1800"/>
              <a:t>Trau dồi dịch vụ khách hàng 1-1 với các ý tưởng mạnh mẽ</a:t>
            </a:r>
          </a:p>
          <a:p>
            <a:pPr rtl="0"/>
            <a:r>
              <a:rPr lang="vi-VN" sz="1800"/>
              <a:t>Tối đa hóa các vật chuyển giao kịp thời cho lược đồ thời gian thực</a:t>
            </a:r>
          </a:p>
        </p:txBody>
      </p:sp>
      <p:sp>
        <p:nvSpPr>
          <p:cNvPr id="7" name="Chỗ dành sẵn cho Chân trang 6">
            <a:extLst>
              <a:ext uri="{FF2B5EF4-FFF2-40B4-BE49-F238E27FC236}">
                <a16:creationId xmlns:a16="http://schemas.microsoft.com/office/drawing/2014/main" id="{B42ACFC2-B54A-8244-B5D9-4B1EC2EED59D}"/>
              </a:ext>
            </a:extLst>
          </p:cNvPr>
          <p:cNvSpPr>
            <a:spLocks noGrp="1"/>
          </p:cNvSpPr>
          <p:nvPr>
            <p:ph type="ftr" sz="quarter" idx="3"/>
          </p:nvPr>
        </p:nvSpPr>
        <p:spPr>
          <a:xfrm>
            <a:off x="4038600" y="6356350"/>
            <a:ext cx="4114800" cy="365125"/>
          </a:xfrm>
        </p:spPr>
        <p:txBody>
          <a:bodyPr rtlCol="0"/>
          <a:lstStyle/>
          <a:p>
            <a:pPr rtl="0"/>
            <a:r>
              <a:rPr lang="vi-VN"/>
              <a:t>TIÊU ĐỀ BẢN TRÌNH BÀY</a:t>
            </a:r>
          </a:p>
        </p:txBody>
      </p:sp>
      <p:sp>
        <p:nvSpPr>
          <p:cNvPr id="8" name="Chỗ dành sẵn cho Số hiệu Bản chiếu 7">
            <a:extLst>
              <a:ext uri="{FF2B5EF4-FFF2-40B4-BE49-F238E27FC236}">
                <a16:creationId xmlns:a16="http://schemas.microsoft.com/office/drawing/2014/main" id="{B609FC03-B5BE-D846-993A-8E351C9509F3}"/>
              </a:ext>
            </a:extLst>
          </p:cNvPr>
          <p:cNvSpPr>
            <a:spLocks noGrp="1"/>
          </p:cNvSpPr>
          <p:nvPr>
            <p:ph type="sldNum" sz="quarter" idx="4"/>
          </p:nvPr>
        </p:nvSpPr>
        <p:spPr>
          <a:xfrm>
            <a:off x="10153276" y="6356350"/>
            <a:ext cx="1657723" cy="365125"/>
          </a:xfrm>
        </p:spPr>
        <p:txBody>
          <a:bodyPr rtlCol="0"/>
          <a:lstStyle/>
          <a:p>
            <a:pPr rtl="0"/>
            <a:fld id="{294A09A9-5501-47C1-A89A-A340965A2BE2}" type="slidenum">
              <a:rPr lang="vi-VN" smtClean="0"/>
              <a:pPr/>
              <a:t>12</a:t>
            </a:fld>
            <a:endParaRPr lang="vi-VN"/>
          </a:p>
        </p:txBody>
      </p:sp>
    </p:spTree>
    <p:extLst>
      <p:ext uri="{BB962C8B-B14F-4D97-AF65-F5344CB8AC3E}">
        <p14:creationId xmlns:p14="http://schemas.microsoft.com/office/powerpoint/2010/main" val="272150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rtlCol="0"/>
          <a:lstStyle/>
          <a:p>
            <a:pPr rtl="0"/>
            <a:r>
              <a:rPr lang="vi-VN"/>
              <a:t>Tóm tắt </a:t>
            </a:r>
          </a:p>
        </p:txBody>
      </p:sp>
      <p:sp>
        <p:nvSpPr>
          <p:cNvPr id="3" name="Chỗ dành sẵn cho Nội dung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fontScale="92500"/>
          </a:bodyPr>
          <a:lstStyle/>
          <a:p>
            <a:pPr rtl="0"/>
            <a:r>
              <a:rPr lang="vi-VN" dirty="0" err="1"/>
              <a:t>Tại</a:t>
            </a:r>
            <a:r>
              <a:rPr lang="vi-VN" dirty="0"/>
              <a:t> </a:t>
            </a:r>
            <a:r>
              <a:rPr lang="vi-VN" dirty="0" err="1"/>
              <a:t>Contoso</a:t>
            </a:r>
            <a:r>
              <a:rPr lang="vi-VN" dirty="0"/>
              <a:t>, </a:t>
            </a:r>
            <a:r>
              <a:rPr lang="vi-VN" dirty="0" err="1"/>
              <a:t>chúng</a:t>
            </a:r>
            <a:r>
              <a:rPr lang="vi-VN" dirty="0"/>
              <a:t> tôi tin </a:t>
            </a:r>
            <a:r>
              <a:rPr lang="vi-VN" dirty="0" err="1"/>
              <a:t>tưởng</a:t>
            </a:r>
            <a:r>
              <a:rPr lang="vi-VN" dirty="0"/>
              <a:t> </a:t>
            </a:r>
            <a:r>
              <a:rPr lang="vi-VN" dirty="0" err="1"/>
              <a:t>vào</a:t>
            </a:r>
            <a:r>
              <a:rPr lang="vi-VN" dirty="0"/>
              <a:t> </a:t>
            </a:r>
            <a:r>
              <a:rPr lang="vi-VN" dirty="0" err="1"/>
              <a:t>việc</a:t>
            </a:r>
            <a:r>
              <a:rPr lang="vi-VN" dirty="0"/>
              <a:t> đưa ra 110%. </a:t>
            </a:r>
            <a:r>
              <a:rPr lang="vi-VN" dirty="0" err="1"/>
              <a:t>Bằng</a:t>
            </a:r>
            <a:r>
              <a:rPr lang="vi-VN" dirty="0"/>
              <a:t> </a:t>
            </a:r>
            <a:r>
              <a:rPr lang="vi-VN" dirty="0" err="1"/>
              <a:t>cách</a:t>
            </a:r>
            <a:r>
              <a:rPr lang="vi-VN" dirty="0"/>
              <a:t> </a:t>
            </a:r>
            <a:r>
              <a:rPr lang="vi-VN" dirty="0" err="1"/>
              <a:t>sử</a:t>
            </a:r>
            <a:r>
              <a:rPr lang="vi-VN" dirty="0"/>
              <a:t> </a:t>
            </a:r>
            <a:r>
              <a:rPr lang="vi-VN" dirty="0" err="1"/>
              <a:t>dụng</a:t>
            </a:r>
            <a:r>
              <a:rPr lang="vi-VN" dirty="0"/>
              <a:t> </a:t>
            </a:r>
            <a:r>
              <a:rPr lang="vi-VN" dirty="0" err="1"/>
              <a:t>kiến</a:t>
            </a:r>
            <a:r>
              <a:rPr lang="vi-VN" dirty="0"/>
              <a:t> </a:t>
            </a:r>
            <a:r>
              <a:rPr lang="vi-VN" dirty="0" err="1"/>
              <a:t>trúc</a:t>
            </a:r>
            <a:r>
              <a:rPr lang="vi-VN" dirty="0"/>
              <a:t> </a:t>
            </a:r>
            <a:r>
              <a:rPr lang="vi-VN" dirty="0" err="1"/>
              <a:t>dữ</a:t>
            </a:r>
            <a:r>
              <a:rPr lang="vi-VN" dirty="0"/>
              <a:t> </a:t>
            </a:r>
            <a:r>
              <a:rPr lang="vi-VN" dirty="0" err="1"/>
              <a:t>liệu</a:t>
            </a:r>
            <a:r>
              <a:rPr lang="vi-VN" dirty="0"/>
              <a:t> </a:t>
            </a:r>
            <a:r>
              <a:rPr lang="vi-VN" dirty="0" err="1"/>
              <a:t>thế</a:t>
            </a:r>
            <a:r>
              <a:rPr lang="vi-VN" dirty="0"/>
              <a:t> </a:t>
            </a:r>
            <a:r>
              <a:rPr lang="vi-VN" dirty="0" err="1"/>
              <a:t>hệ</a:t>
            </a:r>
            <a:r>
              <a:rPr lang="vi-VN" dirty="0"/>
              <a:t> </a:t>
            </a:r>
            <a:r>
              <a:rPr lang="vi-VN" dirty="0" err="1"/>
              <a:t>tiếp</a:t>
            </a:r>
            <a:r>
              <a:rPr lang="vi-VN" dirty="0"/>
              <a:t> theo </a:t>
            </a:r>
            <a:r>
              <a:rPr lang="vi-VN" dirty="0" err="1"/>
              <a:t>của</a:t>
            </a:r>
            <a:r>
              <a:rPr lang="vi-VN" dirty="0"/>
              <a:t> </a:t>
            </a:r>
            <a:r>
              <a:rPr lang="vi-VN" dirty="0" err="1"/>
              <a:t>mình</a:t>
            </a:r>
            <a:r>
              <a:rPr lang="vi-VN" dirty="0"/>
              <a:t>, </a:t>
            </a:r>
            <a:r>
              <a:rPr lang="vi-VN" dirty="0" err="1"/>
              <a:t>chúng</a:t>
            </a:r>
            <a:r>
              <a:rPr lang="vi-VN" dirty="0"/>
              <a:t> tôi </a:t>
            </a:r>
            <a:r>
              <a:rPr lang="vi-VN" dirty="0" err="1"/>
              <a:t>giúp</a:t>
            </a:r>
            <a:r>
              <a:rPr lang="vi-VN" dirty="0"/>
              <a:t> </a:t>
            </a:r>
            <a:r>
              <a:rPr lang="vi-VN" dirty="0" err="1"/>
              <a:t>các</a:t>
            </a:r>
            <a:r>
              <a:rPr lang="vi-VN" dirty="0"/>
              <a:t> </a:t>
            </a:r>
            <a:r>
              <a:rPr lang="vi-VN" dirty="0" err="1"/>
              <a:t>tổ</a:t>
            </a:r>
            <a:r>
              <a:rPr lang="vi-VN" dirty="0"/>
              <a:t> </a:t>
            </a:r>
            <a:r>
              <a:rPr lang="vi-VN" dirty="0" err="1"/>
              <a:t>chức</a:t>
            </a:r>
            <a:r>
              <a:rPr lang="vi-VN" dirty="0"/>
              <a:t> </a:t>
            </a:r>
            <a:r>
              <a:rPr lang="vi-VN" dirty="0" err="1"/>
              <a:t>quản</a:t>
            </a:r>
            <a:r>
              <a:rPr lang="vi-VN" dirty="0"/>
              <a:t> </a:t>
            </a:r>
            <a:r>
              <a:rPr lang="vi-VN" dirty="0" err="1"/>
              <a:t>lý</a:t>
            </a:r>
            <a:r>
              <a:rPr lang="vi-VN" dirty="0"/>
              <a:t> </a:t>
            </a:r>
            <a:r>
              <a:rPr lang="vi-VN" dirty="0" err="1"/>
              <a:t>ảo</a:t>
            </a:r>
            <a:r>
              <a:rPr lang="vi-VN" dirty="0"/>
              <a:t> </a:t>
            </a:r>
            <a:r>
              <a:rPr lang="vi-VN" dirty="0" err="1"/>
              <a:t>các</a:t>
            </a:r>
            <a:r>
              <a:rPr lang="vi-VN" dirty="0"/>
              <a:t> quy </a:t>
            </a:r>
            <a:r>
              <a:rPr lang="vi-VN" dirty="0" err="1"/>
              <a:t>trình</a:t>
            </a:r>
            <a:r>
              <a:rPr lang="vi-VN" dirty="0"/>
              <a:t> </a:t>
            </a:r>
            <a:r>
              <a:rPr lang="vi-VN" dirty="0" err="1"/>
              <a:t>làm</a:t>
            </a:r>
            <a:r>
              <a:rPr lang="vi-VN" dirty="0"/>
              <a:t> </a:t>
            </a:r>
            <a:r>
              <a:rPr lang="vi-VN" dirty="0" err="1"/>
              <a:t>việc</a:t>
            </a:r>
            <a:r>
              <a:rPr lang="vi-VN" dirty="0"/>
              <a:t> nhanh.  </a:t>
            </a:r>
            <a:r>
              <a:rPr lang="vi-VN" dirty="0" err="1"/>
              <a:t>Chúng</a:t>
            </a:r>
            <a:r>
              <a:rPr lang="vi-VN" dirty="0"/>
              <a:t> tôi </a:t>
            </a:r>
            <a:r>
              <a:rPr lang="vi-VN" dirty="0" err="1"/>
              <a:t>phát</a:t>
            </a:r>
            <a:r>
              <a:rPr lang="vi-VN" dirty="0"/>
              <a:t> </a:t>
            </a:r>
            <a:r>
              <a:rPr lang="vi-VN" dirty="0" err="1"/>
              <a:t>triển</a:t>
            </a:r>
            <a:r>
              <a:rPr lang="vi-VN" dirty="0"/>
              <a:t> </a:t>
            </a:r>
            <a:r>
              <a:rPr lang="vi-VN" dirty="0" err="1"/>
              <a:t>mạnh</a:t>
            </a:r>
            <a:r>
              <a:rPr lang="vi-VN" dirty="0"/>
              <a:t> </a:t>
            </a:r>
            <a:r>
              <a:rPr lang="vi-VN" dirty="0" err="1"/>
              <a:t>nhờ</a:t>
            </a:r>
            <a:r>
              <a:rPr lang="vi-VN" dirty="0"/>
              <a:t> </a:t>
            </a:r>
            <a:r>
              <a:rPr lang="vi-VN" dirty="0" err="1"/>
              <a:t>kiến</a:t>
            </a:r>
            <a:r>
              <a:rPr lang="vi-VN" dirty="0"/>
              <a:t> </a:t>
            </a:r>
            <a:r>
              <a:rPr lang="vi-VN" dirty="0" err="1"/>
              <a:t>thức</a:t>
            </a:r>
            <a:r>
              <a:rPr lang="vi-VN" dirty="0"/>
              <a:t> </a:t>
            </a:r>
            <a:r>
              <a:rPr lang="vi-VN" dirty="0" err="1"/>
              <a:t>thị</a:t>
            </a:r>
            <a:r>
              <a:rPr lang="vi-VN" dirty="0"/>
              <a:t> </a:t>
            </a:r>
            <a:r>
              <a:rPr lang="vi-VN" dirty="0" err="1"/>
              <a:t>trường</a:t>
            </a:r>
            <a:r>
              <a:rPr lang="vi-VN" dirty="0"/>
              <a:t> </a:t>
            </a:r>
            <a:r>
              <a:rPr lang="vi-VN" dirty="0" err="1"/>
              <a:t>và</a:t>
            </a:r>
            <a:r>
              <a:rPr lang="vi-VN" dirty="0"/>
              <a:t> </a:t>
            </a:r>
            <a:r>
              <a:rPr lang="vi-VN" dirty="0" err="1"/>
              <a:t>đội</a:t>
            </a:r>
            <a:r>
              <a:rPr lang="vi-VN" dirty="0"/>
              <a:t> </a:t>
            </a:r>
            <a:r>
              <a:rPr lang="vi-VN" dirty="0" err="1"/>
              <a:t>ngũ</a:t>
            </a:r>
            <a:r>
              <a:rPr lang="vi-VN" dirty="0"/>
              <a:t> </a:t>
            </a:r>
            <a:r>
              <a:rPr lang="vi-VN" dirty="0" err="1"/>
              <a:t>tuyệt</a:t>
            </a:r>
            <a:r>
              <a:rPr lang="vi-VN" dirty="0"/>
              <a:t> </a:t>
            </a:r>
            <a:r>
              <a:rPr lang="vi-VN" dirty="0" err="1"/>
              <a:t>vời</a:t>
            </a:r>
            <a:r>
              <a:rPr lang="vi-VN" dirty="0"/>
              <a:t> </a:t>
            </a:r>
            <a:r>
              <a:rPr lang="vi-VN" dirty="0" err="1"/>
              <a:t>đằng</a:t>
            </a:r>
            <a:r>
              <a:rPr lang="vi-VN" dirty="0"/>
              <a:t> sau </a:t>
            </a:r>
            <a:r>
              <a:rPr lang="vi-VN" dirty="0" err="1"/>
              <a:t>sản</a:t>
            </a:r>
            <a:r>
              <a:rPr lang="vi-VN" dirty="0"/>
              <a:t> </a:t>
            </a:r>
            <a:r>
              <a:rPr lang="vi-VN" dirty="0" err="1"/>
              <a:t>phẩm</a:t>
            </a:r>
            <a:r>
              <a:rPr lang="vi-VN" dirty="0"/>
              <a:t> </a:t>
            </a:r>
            <a:r>
              <a:rPr lang="vi-VN" dirty="0" err="1"/>
              <a:t>của</a:t>
            </a:r>
            <a:r>
              <a:rPr lang="vi-VN" dirty="0"/>
              <a:t> </a:t>
            </a:r>
            <a:r>
              <a:rPr lang="vi-VN" dirty="0" err="1"/>
              <a:t>chúng</a:t>
            </a:r>
            <a:r>
              <a:rPr lang="vi-VN" dirty="0"/>
              <a:t> tôi. Như </a:t>
            </a:r>
            <a:r>
              <a:rPr lang="vi-VN" dirty="0" err="1"/>
              <a:t>Giám</a:t>
            </a:r>
            <a:r>
              <a:rPr lang="vi-VN" dirty="0"/>
              <a:t> </a:t>
            </a:r>
            <a:r>
              <a:rPr lang="vi-VN" dirty="0" err="1"/>
              <a:t>đốc</a:t>
            </a:r>
            <a:r>
              <a:rPr lang="vi-VN" dirty="0"/>
              <a:t> </a:t>
            </a:r>
            <a:r>
              <a:rPr lang="vi-VN" dirty="0" err="1"/>
              <a:t>Điều</a:t>
            </a:r>
            <a:r>
              <a:rPr lang="vi-VN" dirty="0"/>
              <a:t> </a:t>
            </a:r>
            <a:r>
              <a:rPr lang="vi-VN" dirty="0" err="1"/>
              <a:t>hành</a:t>
            </a:r>
            <a:r>
              <a:rPr lang="vi-VN" dirty="0"/>
              <a:t> </a:t>
            </a:r>
            <a:r>
              <a:rPr lang="vi-VN" dirty="0" err="1"/>
              <a:t>của</a:t>
            </a:r>
            <a:r>
              <a:rPr lang="vi-VN" dirty="0"/>
              <a:t> </a:t>
            </a:r>
            <a:r>
              <a:rPr lang="vi-VN" dirty="0" err="1"/>
              <a:t>chúng</a:t>
            </a:r>
            <a:r>
              <a:rPr lang="vi-VN" dirty="0"/>
              <a:t> tôi </a:t>
            </a:r>
            <a:r>
              <a:rPr lang="vi-VN" dirty="0" err="1"/>
              <a:t>nói</a:t>
            </a:r>
            <a:r>
              <a:rPr lang="vi-VN" dirty="0"/>
              <a:t>, "</a:t>
            </a:r>
            <a:r>
              <a:rPr lang="vi-VN" dirty="0" err="1"/>
              <a:t>Hiệu</a:t>
            </a:r>
            <a:r>
              <a:rPr lang="vi-VN" dirty="0"/>
              <a:t> </a:t>
            </a:r>
            <a:r>
              <a:rPr lang="vi-VN" dirty="0" err="1"/>
              <a:t>quả</a:t>
            </a:r>
            <a:r>
              <a:rPr lang="vi-VN" dirty="0"/>
              <a:t> </a:t>
            </a:r>
            <a:r>
              <a:rPr lang="vi-VN" dirty="0" err="1"/>
              <a:t>sẽ</a:t>
            </a:r>
            <a:r>
              <a:rPr lang="vi-VN" dirty="0"/>
              <a:t> </a:t>
            </a:r>
            <a:r>
              <a:rPr lang="vi-VN" dirty="0" err="1"/>
              <a:t>đến</a:t>
            </a:r>
            <a:r>
              <a:rPr lang="vi-VN" dirty="0"/>
              <a:t> </a:t>
            </a:r>
            <a:r>
              <a:rPr lang="vi-VN" dirty="0" err="1"/>
              <a:t>từ</a:t>
            </a:r>
            <a:r>
              <a:rPr lang="vi-VN" dirty="0"/>
              <a:t> </a:t>
            </a:r>
            <a:r>
              <a:rPr lang="vi-VN" dirty="0" err="1"/>
              <a:t>việc</a:t>
            </a:r>
            <a:r>
              <a:rPr lang="vi-VN" dirty="0"/>
              <a:t> </a:t>
            </a:r>
            <a:r>
              <a:rPr lang="vi-VN" dirty="0" err="1"/>
              <a:t>chủ</a:t>
            </a:r>
            <a:r>
              <a:rPr lang="vi-VN" dirty="0"/>
              <a:t> </a:t>
            </a:r>
            <a:r>
              <a:rPr lang="vi-VN" dirty="0" err="1"/>
              <a:t>động</a:t>
            </a:r>
            <a:r>
              <a:rPr lang="vi-VN" dirty="0"/>
              <a:t> </a:t>
            </a:r>
            <a:r>
              <a:rPr lang="vi-VN" dirty="0" err="1"/>
              <a:t>chuyển</a:t>
            </a:r>
            <a:r>
              <a:rPr lang="vi-VN" dirty="0"/>
              <a:t> </a:t>
            </a:r>
            <a:r>
              <a:rPr lang="vi-VN" dirty="0" err="1"/>
              <a:t>đổi</a:t>
            </a:r>
            <a:r>
              <a:rPr lang="vi-VN" dirty="0"/>
              <a:t> </a:t>
            </a:r>
            <a:r>
              <a:rPr lang="vi-VN" dirty="0" err="1"/>
              <a:t>cách</a:t>
            </a:r>
            <a:r>
              <a:rPr lang="vi-VN" dirty="0"/>
              <a:t> </a:t>
            </a:r>
            <a:r>
              <a:rPr lang="vi-VN" dirty="0" err="1"/>
              <a:t>chúng</a:t>
            </a:r>
            <a:r>
              <a:rPr lang="vi-VN" dirty="0"/>
              <a:t> ta </a:t>
            </a:r>
            <a:r>
              <a:rPr lang="vi-VN" dirty="0" err="1"/>
              <a:t>làm</a:t>
            </a:r>
            <a:r>
              <a:rPr lang="vi-VN" dirty="0"/>
              <a:t> kinh doanh."</a:t>
            </a:r>
          </a:p>
          <a:p>
            <a:pPr rtl="0"/>
            <a:endParaRPr lang="vi-VN" dirty="0"/>
          </a:p>
        </p:txBody>
      </p:sp>
      <p:sp>
        <p:nvSpPr>
          <p:cNvPr id="5" name="Chỗ dành sẵn cho Chân trang 4">
            <a:extLst>
              <a:ext uri="{FF2B5EF4-FFF2-40B4-BE49-F238E27FC236}">
                <a16:creationId xmlns:a16="http://schemas.microsoft.com/office/drawing/2014/main" id="{03FD8152-D9C3-204A-9444-45CD4F180EB4}"/>
              </a:ext>
            </a:extLst>
          </p:cNvPr>
          <p:cNvSpPr>
            <a:spLocks noGrp="1"/>
          </p:cNvSpPr>
          <p:nvPr>
            <p:ph type="ftr" sz="quarter" idx="11"/>
          </p:nvPr>
        </p:nvSpPr>
        <p:spPr>
          <a:xfrm>
            <a:off x="4038600" y="6356350"/>
            <a:ext cx="4114800" cy="365125"/>
          </a:xfrm>
        </p:spPr>
        <p:txBody>
          <a:bodyPr rtlCol="0"/>
          <a:lstStyle/>
          <a:p>
            <a:pPr rtl="0"/>
            <a:r>
              <a:rPr lang="vi-VN"/>
              <a:t>TIÊU ĐỀ BẢN TRÌNH BÀY</a:t>
            </a:r>
          </a:p>
        </p:txBody>
      </p:sp>
      <p:sp>
        <p:nvSpPr>
          <p:cNvPr id="6" name="Chỗ dành sẵn cho Số hiệu Bản chiếu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rtlCol="0"/>
          <a:lstStyle/>
          <a:p>
            <a:pPr rtl="0"/>
            <a:fld id="{294A09A9-5501-47C1-A89A-A340965A2BE2}" type="slidenum">
              <a:rPr lang="vi-VN" smtClean="0"/>
              <a:pPr/>
              <a:t>13</a:t>
            </a:fld>
            <a:endParaRPr lang="vi-VN"/>
          </a:p>
        </p:txBody>
      </p:sp>
    </p:spTree>
    <p:extLst>
      <p:ext uri="{BB962C8B-B14F-4D97-AF65-F5344CB8AC3E}">
        <p14:creationId xmlns:p14="http://schemas.microsoft.com/office/powerpoint/2010/main" val="445070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9FAE308-3076-43DB-B834-DA0B0AE19AF9}"/>
              </a:ext>
            </a:extLst>
          </p:cNvPr>
          <p:cNvSpPr>
            <a:spLocks noGrp="1"/>
          </p:cNvSpPr>
          <p:nvPr>
            <p:ph type="ctrTitle"/>
          </p:nvPr>
        </p:nvSpPr>
        <p:spPr>
          <a:xfrm>
            <a:off x="1167494" y="1122363"/>
            <a:ext cx="6220278" cy="2387600"/>
          </a:xfrm>
        </p:spPr>
        <p:txBody>
          <a:bodyPr rtlCol="0"/>
          <a:lstStyle/>
          <a:p>
            <a:pPr rtl="0"/>
            <a:r>
              <a:rPr lang="vi-VN"/>
              <a:t>Cảm ơn bạn</a:t>
            </a:r>
          </a:p>
        </p:txBody>
      </p:sp>
      <p:sp>
        <p:nvSpPr>
          <p:cNvPr id="3" name="Chỗ dành sẵn cho Nội dung 2">
            <a:extLst>
              <a:ext uri="{FF2B5EF4-FFF2-40B4-BE49-F238E27FC236}">
                <a16:creationId xmlns:a16="http://schemas.microsoft.com/office/drawing/2014/main" id="{BABC2CE0-8806-4B2A-A10A-32984D317434}"/>
              </a:ext>
            </a:extLst>
          </p:cNvPr>
          <p:cNvSpPr>
            <a:spLocks noGrp="1"/>
          </p:cNvSpPr>
          <p:nvPr>
            <p:ph type="subTitle" idx="1"/>
          </p:nvPr>
        </p:nvSpPr>
        <p:spPr>
          <a:xfrm>
            <a:off x="1167493" y="3602038"/>
            <a:ext cx="6220277" cy="2247219"/>
          </a:xfrm>
        </p:spPr>
        <p:txBody>
          <a:bodyPr rtlCol="0">
            <a:normAutofit/>
          </a:bodyPr>
          <a:lstStyle/>
          <a:p>
            <a:pPr rtl="0"/>
            <a:r>
              <a:rPr lang="vi-VN"/>
              <a:t>Mirjam Nilsson​</a:t>
            </a:r>
          </a:p>
          <a:p>
            <a:pPr rtl="0"/>
            <a:r>
              <a:rPr lang="vi-VN"/>
              <a:t>mirjam@contoso.com</a:t>
            </a:r>
          </a:p>
          <a:p>
            <a:pPr rtl="0"/>
            <a:r>
              <a:rPr lang="vi-VN"/>
              <a:t>www.contoso.com</a:t>
            </a:r>
          </a:p>
        </p:txBody>
      </p:sp>
    </p:spTree>
    <p:extLst>
      <p:ext uri="{BB962C8B-B14F-4D97-AF65-F5344CB8AC3E}">
        <p14:creationId xmlns:p14="http://schemas.microsoft.com/office/powerpoint/2010/main" val="926184573"/>
      </p:ext>
    </p:extLst>
  </p:cSld>
  <p:clrMapOvr>
    <a:masterClrMapping/>
  </p:clrMapOvr>
</p:sld>
</file>

<file path=ppt/theme/theme1.xml><?xml version="1.0" encoding="utf-8"?>
<a:theme xmlns:a="http://schemas.openxmlformats.org/drawingml/2006/main" name="Chủ đề Offic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1176D5-513E-4E73-98C9-4CEA832F5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42FAFE-88B4-49B4-9588-86CB0E564E5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2076B5C-85B0-4D30-852D-5E5312EEA93B}">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TM45331398</Template>
  <TotalTime>0</TotalTime>
  <Words>782</Words>
  <Application>Microsoft Office PowerPoint</Application>
  <PresentationFormat>Màn hình rộng</PresentationFormat>
  <Paragraphs>156</Paragraphs>
  <Slides>14</Slides>
  <Notes>14</Notes>
  <HiddenSlides>0</HiddenSlides>
  <MMClips>0</MMClips>
  <ScaleCrop>false</ScaleCrop>
  <HeadingPairs>
    <vt:vector size="4" baseType="variant">
      <vt:variant>
        <vt:lpstr>Chủ đề</vt:lpstr>
      </vt:variant>
      <vt:variant>
        <vt:i4>1</vt:i4>
      </vt:variant>
      <vt:variant>
        <vt:lpstr>Tiêu đề Bản chiếu</vt:lpstr>
      </vt:variant>
      <vt:variant>
        <vt:i4>14</vt:i4>
      </vt:variant>
    </vt:vector>
  </HeadingPairs>
  <TitlesOfParts>
    <vt:vector size="15" baseType="lpstr">
      <vt:lpstr>Chủ đề Office</vt:lpstr>
      <vt:lpstr>Tiêu đề bản trình bày</vt:lpstr>
      <vt:lpstr>Chương trình họp</vt:lpstr>
      <vt:lpstr>Giới thiệu</vt:lpstr>
      <vt:lpstr>Mục tiêu chính</vt:lpstr>
      <vt:lpstr>Lĩnh vực tăng trưởng</vt:lpstr>
      <vt:lpstr>Cơ hội kinh doanh giống như xe buýt. Luôn có một cái khác sẽ đến.</vt:lpstr>
      <vt:lpstr>Gặp nhóm chúng tôi</vt:lpstr>
      <vt:lpstr>Toàn bộ nhóm</vt:lpstr>
      <vt:lpstr>Lập kế hoạch ra mắt sản phẩm </vt:lpstr>
      <vt:lpstr>Đường thời gian </vt:lpstr>
      <vt:lpstr>Lĩnh vực tập trung</vt:lpstr>
      <vt:lpstr>Làm sao để chúng ta đạt được mục tiêu</vt:lpstr>
      <vt:lpstr>Tóm tắt </vt:lpstr>
      <vt:lpstr>Cảm ơn bạn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2026-10-30T12:41:23Z</dcterms:created>
  <dcterms:modified xsi:type="dcterms:W3CDTF">2026-10-30T12:41:34Z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