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0058400" cy="7772400"/>
  <p:notesSz cx="6858000" cy="9144000"/>
  <p:defaultTextStyle>
    <a:defPPr rtl="0">
      <a:defRPr lang="vi-v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3937"/>
    <a:srgbClr val="BC4B4B"/>
    <a:srgbClr val="FC625F"/>
    <a:srgbClr val="C6B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57"/>
    <p:restoredTop sz="94648"/>
  </p:normalViewPr>
  <p:slideViewPr>
    <p:cSldViewPr snapToGrid="0" snapToObjects="1">
      <p:cViewPr varScale="1">
        <p:scale>
          <a:sx n="97" d="100"/>
          <a:sy n="97" d="100"/>
        </p:scale>
        <p:origin x="14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1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>
            <a:extLst>
              <a:ext uri="{FF2B5EF4-FFF2-40B4-BE49-F238E27FC236}">
                <a16:creationId xmlns:a16="http://schemas.microsoft.com/office/drawing/2014/main" id="{751CE7EB-D5BD-4626-AE67-E0AD74C5D7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AD2B28DE-D806-4808-8BD4-A647C0281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58013D-1899-4BD3-BAC9-F0F6643D790F}" type="datetime1">
              <a:rPr lang="vi-VN" smtClean="0"/>
              <a:t>30/10/2026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E4F78E69-AC1B-46D3-9E8A-589BF67551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1531860-4CEB-4306-8AC2-A321B46E4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3B102F-6852-4C1C-BE13-CB06E15123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27565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039BD3-EFBF-4544-9B0A-9596DE70931B}" type="datetime1">
              <a:rPr lang="vi-VN" noProof="0" smtClean="0"/>
              <a:t>30/10/2026</a:t>
            </a:fld>
            <a:endParaRPr lang="vi-VN" noProof="0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vi-VN" noProof="0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vi-VN" noProof="0"/>
              <a:t>Bấm để chỉnh sửa kiểu văn bản Bản cái</a:t>
            </a:r>
          </a:p>
          <a:p>
            <a:pPr lvl="1" rtl="0"/>
            <a:r>
              <a:rPr lang="vi-VN" noProof="0"/>
              <a:t>Mức hai</a:t>
            </a:r>
          </a:p>
          <a:p>
            <a:pPr lvl="2" rtl="0"/>
            <a:r>
              <a:rPr lang="vi-VN" noProof="0"/>
              <a:t>Mức ba</a:t>
            </a:r>
          </a:p>
          <a:p>
            <a:pPr lvl="3" rtl="0"/>
            <a:r>
              <a:rPr lang="vi-VN" noProof="0"/>
              <a:t>Mức bốn</a:t>
            </a:r>
          </a:p>
          <a:p>
            <a:pPr lvl="4" rtl="0"/>
            <a:r>
              <a:rPr lang="vi-VN" noProof="0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vi-VN" noProof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A23932-E7BF-4217-8AD3-C3C2AFEE81AD}" type="slidenum">
              <a:rPr lang="vi-VN" noProof="0" smtClean="0"/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14678784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A23932-E7BF-4217-8AD3-C3C2AFEE81AD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867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chiếu 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B86A0A70-F39C-E14E-A9AD-78E4291BB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Hình thang 1">
            <a:extLst>
              <a:ext uri="{FF2B5EF4-FFF2-40B4-BE49-F238E27FC236}">
                <a16:creationId xmlns:a16="http://schemas.microsoft.com/office/drawing/2014/main" id="{29EF1FD9-DDB0-4145-AD70-E8D911F73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9383" flipV="1">
            <a:off x="26874" y="246384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Hình thang 1">
            <a:extLst>
              <a:ext uri="{FF2B5EF4-FFF2-40B4-BE49-F238E27FC236}">
                <a16:creationId xmlns:a16="http://schemas.microsoft.com/office/drawing/2014/main" id="{A6F5D03F-41CE-EF46-88DA-86416703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147602" y="40105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Hình thang 1">
            <a:extLst>
              <a:ext uri="{FF2B5EF4-FFF2-40B4-BE49-F238E27FC236}">
                <a16:creationId xmlns:a16="http://schemas.microsoft.com/office/drawing/2014/main" id="{CDF4494C-44FC-3B4E-8C25-D08C5047E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39383" flipV="1">
            <a:off x="8953306" y="488788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Hình thang 1">
            <a:extLst>
              <a:ext uri="{FF2B5EF4-FFF2-40B4-BE49-F238E27FC236}">
                <a16:creationId xmlns:a16="http://schemas.microsoft.com/office/drawing/2014/main" id="{E1C15BFB-DB6D-314F-8C3A-45AF19AE1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832578" y="695067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2B96A839-0584-804A-B308-7793CAFB4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0881" y="645886"/>
            <a:ext cx="8676640" cy="6480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iêu đề 10">
            <a:extLst>
              <a:ext uri="{FF2B5EF4-FFF2-40B4-BE49-F238E27FC236}">
                <a16:creationId xmlns:a16="http://schemas.microsoft.com/office/drawing/2014/main" id="{060E7A2A-60E9-8F44-96B5-608AFD999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80" y="1675901"/>
            <a:ext cx="8675370" cy="595315"/>
          </a:xfrm>
        </p:spPr>
        <p:txBody>
          <a:bodyPr rtlCol="0">
            <a:normAutofit/>
          </a:bodyPr>
          <a:lstStyle>
            <a:lvl1pPr algn="ctr">
              <a:defRPr sz="2400" b="1" i="0" spc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vi"/>
              <a:t>BẤM ĐỂ CHỈNH SỬA KIỂU TIÊU ĐỀ CỦA BẢN CÁI</a:t>
            </a:r>
          </a:p>
        </p:txBody>
      </p:sp>
      <p:sp>
        <p:nvSpPr>
          <p:cNvPr id="4" name="Chỗ dành sẵn cho Hình ảnh 3">
            <a:extLst>
              <a:ext uri="{FF2B5EF4-FFF2-40B4-BE49-F238E27FC236}">
                <a16:creationId xmlns:a16="http://schemas.microsoft.com/office/drawing/2014/main" id="{E7F93C21-2D3D-47A0-80E8-2B6B53478F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71416" y="1115555"/>
            <a:ext cx="1115568" cy="41148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vi"/>
              <a:t>Bấm để thêm ảnh</a:t>
            </a:r>
          </a:p>
        </p:txBody>
      </p:sp>
      <p:sp>
        <p:nvSpPr>
          <p:cNvPr id="13" name="Chỗ dành sẵn cho Văn bản 12">
            <a:extLst>
              <a:ext uri="{FF2B5EF4-FFF2-40B4-BE49-F238E27FC236}">
                <a16:creationId xmlns:a16="http://schemas.microsoft.com/office/drawing/2014/main" id="{6098CB78-AC04-D042-99AD-C2F1E4750D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420" y="2827108"/>
            <a:ext cx="8671560" cy="417743"/>
          </a:xfrm>
        </p:spPr>
        <p:txBody>
          <a:bodyPr rtlCol="0" anchor="b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vi"/>
              <a:t>BẤM ĐỂ CHỈNH SỬA KIỂU VĂN BẢN CHỦ</a:t>
            </a:r>
          </a:p>
        </p:txBody>
      </p:sp>
      <p:sp>
        <p:nvSpPr>
          <p:cNvPr id="15" name="Chỗ dành sẵn cho Văn bản 14">
            <a:extLst>
              <a:ext uri="{FF2B5EF4-FFF2-40B4-BE49-F238E27FC236}">
                <a16:creationId xmlns:a16="http://schemas.microsoft.com/office/drawing/2014/main" id="{6B59FE82-774C-BB4A-A05E-24C963164A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3244851"/>
            <a:ext cx="8674100" cy="111850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4800" b="1" i="0" spc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02920" indent="0">
              <a:buNone/>
              <a:defRPr/>
            </a:lvl2pPr>
            <a:lvl3pPr marL="1005840" indent="0">
              <a:buNone/>
              <a:defRPr/>
            </a:lvl3pPr>
            <a:lvl4pPr marL="1508760" indent="0">
              <a:buNone/>
              <a:defRPr/>
            </a:lvl4pPr>
            <a:lvl5pPr marL="2011680" indent="0">
              <a:buNone/>
              <a:defRPr/>
            </a:lvl5pPr>
          </a:lstStyle>
          <a:p>
            <a:pPr lvl="0" rtl="0"/>
            <a:r>
              <a:rPr lang="vi" dirty="0"/>
              <a:t>Bấm để chỉnh sửa</a:t>
            </a:r>
          </a:p>
        </p:txBody>
      </p:sp>
      <p:sp>
        <p:nvSpPr>
          <p:cNvPr id="16" name="Chỗ dành sẵn cho Văn bản 12">
            <a:extLst>
              <a:ext uri="{FF2B5EF4-FFF2-40B4-BE49-F238E27FC236}">
                <a16:creationId xmlns:a16="http://schemas.microsoft.com/office/drawing/2014/main" id="{931E6A6E-1BA7-1F45-A08D-307AACEBE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150" y="4376956"/>
            <a:ext cx="8672830" cy="52296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vi"/>
              <a:t>BẤM ĐỂ CHỈNH SỬA KIỂU VĂN BẢN CHỦ</a:t>
            </a: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3049D150-13BC-384D-BEE8-E9527DB60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34457" y="5979886"/>
            <a:ext cx="6589486" cy="0"/>
            <a:chOff x="1872342" y="5979886"/>
            <a:chExt cx="6589486" cy="0"/>
          </a:xfrm>
        </p:grpSpPr>
        <p:cxnSp>
          <p:nvCxnSpPr>
            <p:cNvPr id="18" name="Đường nối Thẳng 17">
              <a:extLst>
                <a:ext uri="{FF2B5EF4-FFF2-40B4-BE49-F238E27FC236}">
                  <a16:creationId xmlns:a16="http://schemas.microsoft.com/office/drawing/2014/main" id="{08158FB6-64E7-264E-BD07-114D31C971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2342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Đường nối Thẳng 20">
              <a:extLst>
                <a:ext uri="{FF2B5EF4-FFF2-40B4-BE49-F238E27FC236}">
                  <a16:creationId xmlns:a16="http://schemas.microsoft.com/office/drawing/2014/main" id="{4503DA16-86E8-5840-BA1E-44CC83BAF5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18628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hỗ dành sẵn cho Hình ảnh 8">
            <a:extLst>
              <a:ext uri="{FF2B5EF4-FFF2-40B4-BE49-F238E27FC236}">
                <a16:creationId xmlns:a16="http://schemas.microsoft.com/office/drawing/2014/main" id="{18CED4B0-1A70-4A13-A73E-C9DDE1559FD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203450" y="5523295"/>
            <a:ext cx="1612900" cy="56267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vi"/>
              <a:t>Bấm để thêm ảnh</a:t>
            </a:r>
          </a:p>
        </p:txBody>
      </p:sp>
      <p:sp>
        <p:nvSpPr>
          <p:cNvPr id="24" name="Chỗ dành sẵn cho Văn bản 23">
            <a:extLst>
              <a:ext uri="{FF2B5EF4-FFF2-40B4-BE49-F238E27FC236}">
                <a16:creationId xmlns:a16="http://schemas.microsoft.com/office/drawing/2014/main" id="{D283EC73-AB32-5D48-A0E4-F1D99FE00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3540" y="6088627"/>
            <a:ext cx="3127375" cy="428061"/>
          </a:xfrm>
        </p:spPr>
        <p:txBody>
          <a:bodyPr rtlCol="0">
            <a:noAutofit/>
          </a:bodyPr>
          <a:lstStyle>
            <a:lvl1pPr marL="0" indent="0">
              <a:buNone/>
              <a:defRPr sz="1200" b="0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 rtl="0"/>
            <a:r>
              <a:rPr lang="vi"/>
              <a:t>Bấm để chỉnh sửa Văn bản chủ</a:t>
            </a:r>
          </a:p>
        </p:txBody>
      </p:sp>
      <p:sp>
        <p:nvSpPr>
          <p:cNvPr id="26" name="Chỗ dành sẵn cho Văn bản 23">
            <a:extLst>
              <a:ext uri="{FF2B5EF4-FFF2-40B4-BE49-F238E27FC236}">
                <a16:creationId xmlns:a16="http://schemas.microsoft.com/office/drawing/2014/main" id="{1992CD75-2B6A-794B-BA19-6C895CC506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94340" y="5502838"/>
            <a:ext cx="3127375" cy="428061"/>
          </a:xfrm>
        </p:spPr>
        <p:txBody>
          <a:bodyPr rtlCol="0" anchor="b">
            <a:noAutofit/>
          </a:bodyPr>
          <a:lstStyle>
            <a:lvl1pPr marL="0" indent="0">
              <a:buNone/>
              <a:defRPr sz="1600" b="0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 rtl="0"/>
            <a:r>
              <a:rPr lang="vi"/>
              <a:t>Bấm để chỉnh sửa Văn bản chủ</a:t>
            </a:r>
          </a:p>
        </p:txBody>
      </p:sp>
      <p:sp>
        <p:nvSpPr>
          <p:cNvPr id="25" name="Chỗ dành sẵn cho Văn bản 23">
            <a:extLst>
              <a:ext uri="{FF2B5EF4-FFF2-40B4-BE49-F238E27FC236}">
                <a16:creationId xmlns:a16="http://schemas.microsoft.com/office/drawing/2014/main" id="{862A197F-3655-7548-A845-8B9429889B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340" y="6088627"/>
            <a:ext cx="3127375" cy="428061"/>
          </a:xfrm>
        </p:spPr>
        <p:txBody>
          <a:bodyPr rtlCol="0">
            <a:noAutofit/>
          </a:bodyPr>
          <a:lstStyle>
            <a:lvl1pPr marL="0" indent="0">
              <a:buNone/>
              <a:defRPr sz="1200" b="0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02920" indent="0">
              <a:buNone/>
              <a:defRPr b="0" i="0">
                <a:latin typeface="Century Gothic" panose="020B0502020202020204" pitchFamily="34" charset="0"/>
              </a:defRPr>
            </a:lvl2pPr>
            <a:lvl3pPr marL="1005840" indent="0">
              <a:buNone/>
              <a:defRPr b="0" i="0">
                <a:latin typeface="Century Gothic" panose="020B0502020202020204" pitchFamily="34" charset="0"/>
              </a:defRPr>
            </a:lvl3pPr>
            <a:lvl4pPr marL="1508760" indent="0">
              <a:buNone/>
              <a:defRPr b="0" i="0">
                <a:latin typeface="Century Gothic" panose="020B0502020202020204" pitchFamily="34" charset="0"/>
              </a:defRPr>
            </a:lvl4pPr>
            <a:lvl5pPr marL="2011680" indent="0">
              <a:buNone/>
              <a:defRPr b="0" i="0">
                <a:latin typeface="Century Gothic" panose="020B0502020202020204" pitchFamily="34" charset="0"/>
              </a:defRPr>
            </a:lvl5pPr>
          </a:lstStyle>
          <a:p>
            <a:pPr lvl="0" rtl="0"/>
            <a:r>
              <a:rPr lang="vi"/>
              <a:t>Bấm để chỉnh sửa Văn bản chủ</a:t>
            </a:r>
          </a:p>
        </p:txBody>
      </p:sp>
      <p:sp>
        <p:nvSpPr>
          <p:cNvPr id="2" name="Hình thang 1">
            <a:extLst>
              <a:ext uri="{FF2B5EF4-FFF2-40B4-BE49-F238E27FC236}">
                <a16:creationId xmlns:a16="http://schemas.microsoft.com/office/drawing/2014/main" id="{90E97122-E24B-6F42-B409-9BF350C15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860617">
            <a:off x="-334655" y="120312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Hình thang 1">
            <a:extLst>
              <a:ext uri="{FF2B5EF4-FFF2-40B4-BE49-F238E27FC236}">
                <a16:creationId xmlns:a16="http://schemas.microsoft.com/office/drawing/2014/main" id="{C937B274-8943-0D47-B204-C1FB3BFB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060617">
            <a:off x="6973284" y="613857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7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vi-VN" noProof="0"/>
              <a:t>Bấm để chỉnh sửa kiểu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vi-VN" noProof="0" dirty="0" err="1"/>
              <a:t>Bấm</a:t>
            </a:r>
            <a:r>
              <a:rPr lang="vi-VN" noProof="0" dirty="0"/>
              <a:t> </a:t>
            </a:r>
            <a:r>
              <a:rPr lang="vi-VN" noProof="0" dirty="0" err="1"/>
              <a:t>để</a:t>
            </a:r>
            <a:r>
              <a:rPr lang="vi-VN" noProof="0" dirty="0"/>
              <a:t> </a:t>
            </a:r>
            <a:r>
              <a:rPr lang="vi-VN" noProof="0" dirty="0" err="1"/>
              <a:t>chỉnh</a:t>
            </a:r>
            <a:r>
              <a:rPr lang="vi-VN" noProof="0" dirty="0"/>
              <a:t> </a:t>
            </a:r>
            <a:r>
              <a:rPr lang="vi-VN" noProof="0" dirty="0" err="1"/>
              <a:t>sửa</a:t>
            </a:r>
            <a:r>
              <a:rPr lang="vi-VN" noProof="0" dirty="0"/>
              <a:t> </a:t>
            </a:r>
            <a:r>
              <a:rPr lang="vi-VN" noProof="0" dirty="0" err="1"/>
              <a:t>kiểu</a:t>
            </a:r>
            <a:r>
              <a:rPr lang="vi-VN" noProof="0" dirty="0"/>
              <a:t> văn bản </a:t>
            </a:r>
            <a:r>
              <a:rPr lang="vi-VN" noProof="0" dirty="0" err="1"/>
              <a:t>Bản</a:t>
            </a:r>
            <a:r>
              <a:rPr lang="vi-VN" noProof="0" dirty="0"/>
              <a:t> cái</a:t>
            </a:r>
          </a:p>
          <a:p>
            <a:pPr lvl="1" rtl="0"/>
            <a:r>
              <a:rPr lang="vi-VN" noProof="0" dirty="0" err="1"/>
              <a:t>Mức</a:t>
            </a:r>
            <a:r>
              <a:rPr lang="vi-VN" noProof="0" dirty="0"/>
              <a:t> hai</a:t>
            </a:r>
          </a:p>
          <a:p>
            <a:pPr lvl="2" rtl="0"/>
            <a:r>
              <a:rPr lang="vi-VN" noProof="0" dirty="0" err="1"/>
              <a:t>Mức</a:t>
            </a:r>
            <a:r>
              <a:rPr lang="vi-VN" noProof="0" dirty="0"/>
              <a:t> ba</a:t>
            </a:r>
          </a:p>
          <a:p>
            <a:pPr lvl="3" rtl="0"/>
            <a:r>
              <a:rPr lang="vi-VN" noProof="0" dirty="0" err="1"/>
              <a:t>Mức</a:t>
            </a:r>
            <a:r>
              <a:rPr lang="vi-VN" noProof="0" dirty="0"/>
              <a:t> bốn</a:t>
            </a:r>
          </a:p>
          <a:p>
            <a:pPr lvl="4" rtl="0"/>
            <a:r>
              <a:rPr lang="vi-VN" noProof="0" dirty="0" err="1"/>
              <a:t>Mức</a:t>
            </a:r>
            <a:r>
              <a:rPr lang="vi-VN" noProof="0" dirty="0"/>
              <a:t>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6106483-2A0D-462E-AB02-221C7D80BA36}" type="datetime1">
              <a:rPr lang="vi-VN" noProof="0" smtClean="0"/>
              <a:t>30/10/2026</a:t>
            </a:fld>
            <a:endParaRPr lang="vi-VN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vi-VN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9FCBA5E-A969-C44D-8E38-C70ED41C06B6}" type="slidenum">
              <a:rPr lang="vi-VN" noProof="0" smtClean="0"/>
              <a:pPr/>
              <a:t>‹#›</a:t>
            </a:fld>
            <a:endParaRPr lang="vi-VN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6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ứng nhận học bổng">
            <a:extLst>
              <a:ext uri="{FF2B5EF4-FFF2-40B4-BE49-F238E27FC236}">
                <a16:creationId xmlns:a16="http://schemas.microsoft.com/office/drawing/2014/main" id="{6CE66C72-8BEE-B947-88BE-D6AE32BB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 rtlCol="0"/>
          <a:lstStyle/>
          <a:p>
            <a:pPr rtl="0"/>
            <a:r>
              <a:rPr lang="vi-VN"/>
              <a:t>CHỨNG NHẬN HỌC BỔNG</a:t>
            </a:r>
          </a:p>
        </p:txBody>
      </p:sp>
      <p:pic>
        <p:nvPicPr>
          <p:cNvPr id="21" name="Chỗ dành sẵn cho Hình ảnh 20" descr="Ngôi sao">
            <a:extLst>
              <a:ext uri="{FF2B5EF4-FFF2-40B4-BE49-F238E27FC236}">
                <a16:creationId xmlns:a16="http://schemas.microsoft.com/office/drawing/2014/main" id="{488F7851-88BD-4834-ADA8-7F5EC0EEA49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383" r="383"/>
          <a:stretch/>
        </p:blipFill>
        <p:spPr>
          <a:xfrm>
            <a:off x="4471416" y="1115555"/>
            <a:ext cx="1115568" cy="411480"/>
          </a:xfrm>
        </p:spPr>
      </p:pic>
      <p:sp>
        <p:nvSpPr>
          <p:cNvPr id="5" name="Chứng nhận này công nhận rằng">
            <a:extLst>
              <a:ext uri="{FF2B5EF4-FFF2-40B4-BE49-F238E27FC236}">
                <a16:creationId xmlns:a16="http://schemas.microsoft.com/office/drawing/2014/main" id="{9E9660E2-F05F-4D4C-9E31-E8A668CA1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3420" y="2827108"/>
            <a:ext cx="8671560" cy="417743"/>
          </a:xfrm>
        </p:spPr>
        <p:txBody>
          <a:bodyPr rtlCol="0"/>
          <a:lstStyle/>
          <a:p>
            <a:pPr rtl="0"/>
            <a:r>
              <a:rPr lang="vi-VN"/>
              <a:t>CHỨNG NHẬN NÀY CÔNG NHẬN RẰNG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7E42DC84-5D9D-BB48-BDD8-C8418027C2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3244851"/>
            <a:ext cx="8674100" cy="1118504"/>
          </a:xfrm>
        </p:spPr>
        <p:txBody>
          <a:bodyPr rtlCol="0">
            <a:normAutofit/>
          </a:bodyPr>
          <a:lstStyle/>
          <a:p>
            <a:pPr rtl="0"/>
            <a:r>
              <a:rPr lang="vi-VN"/>
              <a:t>Christian Lacombe</a:t>
            </a:r>
          </a:p>
        </p:txBody>
      </p:sp>
      <p:sp>
        <p:nvSpPr>
          <p:cNvPr id="7" name="đã được ghi nhận có thành tích nổi bật">
            <a:extLst>
              <a:ext uri="{FF2B5EF4-FFF2-40B4-BE49-F238E27FC236}">
                <a16:creationId xmlns:a16="http://schemas.microsoft.com/office/drawing/2014/main" id="{D2D66D3E-B6D3-874A-823E-0D8BC277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2150" y="4376956"/>
            <a:ext cx="8672830" cy="522968"/>
          </a:xfrm>
        </p:spPr>
        <p:txBody>
          <a:bodyPr rtlCol="0"/>
          <a:lstStyle/>
          <a:p>
            <a:pPr rtl="0"/>
            <a:r>
              <a:rPr lang="vi-VN"/>
              <a:t>ĐÃ ĐƯỢC GHI NHẬN CÓ THÀNH TÍCH NỔI BẬT</a:t>
            </a:r>
          </a:p>
        </p:txBody>
      </p:sp>
      <p:pic>
        <p:nvPicPr>
          <p:cNvPr id="32" name="Chỗ dành sẵn cho Hình ảnh 31" descr="Chỗ dành sẵn cho chữ ký">
            <a:extLst>
              <a:ext uri="{FF2B5EF4-FFF2-40B4-BE49-F238E27FC236}">
                <a16:creationId xmlns:a16="http://schemas.microsoft.com/office/drawing/2014/main" id="{01D5FC8E-E5E8-43FE-A4D6-1C89AE0E322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/>
          <a:srcRect t="376" b="376"/>
          <a:stretch/>
        </p:blipFill>
        <p:spPr>
          <a:xfrm>
            <a:off x="2203450" y="5523295"/>
            <a:ext cx="1612900" cy="562677"/>
          </a:xfrm>
        </p:spPr>
      </p:pic>
      <p:sp>
        <p:nvSpPr>
          <p:cNvPr id="8" name="Reed Flores, Giáo viên">
            <a:extLst>
              <a:ext uri="{FF2B5EF4-FFF2-40B4-BE49-F238E27FC236}">
                <a16:creationId xmlns:a16="http://schemas.microsoft.com/office/drawing/2014/main" id="{6886D0F9-E1DE-6548-8686-07462DB41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3540" y="6088627"/>
            <a:ext cx="3127375" cy="428061"/>
          </a:xfrm>
        </p:spPr>
        <p:txBody>
          <a:bodyPr rtlCol="0"/>
          <a:lstStyle/>
          <a:p>
            <a:pPr rtl="0"/>
            <a:r>
              <a:rPr lang="vi-VN"/>
              <a:t>Reed Flores, Giáo viên</a:t>
            </a:r>
          </a:p>
        </p:txBody>
      </p:sp>
      <p:sp>
        <p:nvSpPr>
          <p:cNvPr id="10" name="04/06/20XX">
            <a:extLst>
              <a:ext uri="{FF2B5EF4-FFF2-40B4-BE49-F238E27FC236}">
                <a16:creationId xmlns:a16="http://schemas.microsoft.com/office/drawing/2014/main" id="{8662A95D-9BF5-554F-9E5A-1DDA890463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340" y="5502838"/>
            <a:ext cx="3127375" cy="428061"/>
          </a:xfrm>
        </p:spPr>
        <p:txBody>
          <a:bodyPr rtlCol="0"/>
          <a:lstStyle/>
          <a:p>
            <a:pPr rtl="0"/>
            <a:r>
              <a:rPr lang="vi-VN"/>
              <a:t>04/06/20XX</a:t>
            </a:r>
          </a:p>
        </p:txBody>
      </p:sp>
      <p:sp>
        <p:nvSpPr>
          <p:cNvPr id="9" name="Ngày">
            <a:extLst>
              <a:ext uri="{FF2B5EF4-FFF2-40B4-BE49-F238E27FC236}">
                <a16:creationId xmlns:a16="http://schemas.microsoft.com/office/drawing/2014/main" id="{86BA2A65-AE1C-7846-A1E5-42C8503BA4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340" y="6088627"/>
            <a:ext cx="3127375" cy="428061"/>
          </a:xfrm>
        </p:spPr>
        <p:txBody>
          <a:bodyPr rtlCol="0"/>
          <a:lstStyle/>
          <a:p>
            <a:pPr rtl="0"/>
            <a:r>
              <a:rPr lang="vi-VN"/>
              <a:t>Ngày</a:t>
            </a:r>
          </a:p>
        </p:txBody>
      </p:sp>
    </p:spTree>
    <p:extLst>
      <p:ext uri="{BB962C8B-B14F-4D97-AF65-F5344CB8AC3E}">
        <p14:creationId xmlns:p14="http://schemas.microsoft.com/office/powerpoint/2010/main" val="3071092680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Certificate of Scholarship">
      <a:dk1>
        <a:srgbClr val="000000"/>
      </a:dk1>
      <a:lt1>
        <a:srgbClr val="FFFFFF"/>
      </a:lt1>
      <a:dk2>
        <a:srgbClr val="696464"/>
      </a:dk2>
      <a:lt2>
        <a:srgbClr val="C3B8B4"/>
      </a:lt2>
      <a:accent1>
        <a:srgbClr val="E55956"/>
      </a:accent1>
      <a:accent2>
        <a:srgbClr val="B14647"/>
      </a:accent2>
      <a:accent3>
        <a:srgbClr val="3E3432"/>
      </a:accent3>
      <a:accent4>
        <a:srgbClr val="FB625F"/>
      </a:accent4>
      <a:accent5>
        <a:srgbClr val="168485"/>
      </a:accent5>
      <a:accent6>
        <a:srgbClr val="006588"/>
      </a:accent6>
      <a:hlink>
        <a:srgbClr val="CC9900"/>
      </a:hlink>
      <a:folHlink>
        <a:srgbClr val="96A9A9"/>
      </a:folHlink>
    </a:clrScheme>
    <a:fontScheme name="Custom 6">
      <a:majorFont>
        <a:latin typeface="Gill Sans MT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7a416adda3cf0f491a4f548a2367a54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ef98d826045059a9b3c156985e150d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B26B70-0180-4B13-A541-555A613550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675A80-79F8-4FA3-9B33-252A8629E0E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46BCE7E-5555-43DB-9BD9-F55B910E81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</Words>
  <Application>Microsoft Office PowerPoint</Application>
  <PresentationFormat>Tùy chỉnh</PresentationFormat>
  <Paragraphs>8</Paragraphs>
  <Slides>1</Slides>
  <Notes>1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2" baseType="lpstr">
      <vt:lpstr>Chủ đề Office</vt:lpstr>
      <vt:lpstr>CHỨNG NHẬN HỌC BỔNG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2026-10-30T12:44:38Z</dcterms:created>
  <dcterms:modified xsi:type="dcterms:W3CDTF">2026-10-30T12:44:49Z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