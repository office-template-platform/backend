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10058400" cy="7772400"/>
  <p:notesSz cx="6858000" cy="9144000"/>
  <p:defaultTextStyle>
    <a:defPPr rtl="0"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/>
    <p:restoredTop sz="94718"/>
  </p:normalViewPr>
  <p:slideViewPr>
    <p:cSldViewPr snapToGrid="0" snapToObjects="1">
      <p:cViewPr varScale="1">
        <p:scale>
          <a:sx n="97" d="100"/>
          <a:sy n="97" d="100"/>
        </p:scale>
        <p:origin x="1890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79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6C336904-4B37-4AEA-B7BC-6464893ADC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A99604D5-4B87-4242-962E-942193F0A9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CD67FB9-ADB4-4CE1-9099-076E57D00D07}" type="datetime1">
              <a:rPr lang="vi-VN" smtClean="0"/>
              <a:t>30/10/2026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03694CD-A54E-4C11-A378-055FB5C999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6318E70-FA4C-4F26-91E9-D17B34EDDE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46EA2B8-2C33-4C4E-9735-1A7B6153FA1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00612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067E581-9AA8-411E-92AC-E649ECEDCDB7}" type="datetime1">
              <a:rPr lang="vi-VN" noProof="0" smtClean="0"/>
              <a:t>30/10/2026</a:t>
            </a:fld>
            <a:endParaRPr lang="vi-VN" noProof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vi-VN" noProof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5F1EAC3-25C7-104C-99C2-19941016B69E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842066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5F1EAC3-25C7-104C-99C2-19941016B69E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756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Khung nền">
            <a:extLst>
              <a:ext uri="{FF2B5EF4-FFF2-40B4-BE49-F238E27FC236}">
                <a16:creationId xmlns:a16="http://schemas.microsoft.com/office/drawing/2014/main" id="{63836590-C693-E44E-888F-68C1A1F87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50546" y="-43815"/>
            <a:ext cx="10159618" cy="7859903"/>
            <a:chOff x="-50546" y="-43815"/>
            <a:chExt cx="10159618" cy="7859903"/>
          </a:xfrm>
        </p:grpSpPr>
        <p:sp>
          <p:nvSpPr>
            <p:cNvPr id="33" name="Hình chữ nhật 32">
              <a:extLst>
                <a:ext uri="{FF2B5EF4-FFF2-40B4-BE49-F238E27FC236}">
                  <a16:creationId xmlns:a16="http://schemas.microsoft.com/office/drawing/2014/main" id="{3CE49855-1ACB-4144-9FD0-906D9279351C}"/>
                </a:ext>
              </a:extLst>
            </p:cNvPr>
            <p:cNvSpPr/>
            <p:nvPr userDrawn="1"/>
          </p:nvSpPr>
          <p:spPr>
            <a:xfrm>
              <a:off x="716214" y="804553"/>
              <a:ext cx="8625972" cy="6163294"/>
            </a:xfrm>
            <a:prstGeom prst="rect">
              <a:avLst/>
            </a:prstGeom>
            <a:noFill/>
            <a:ln w="34925" cap="rnd">
              <a:solidFill>
                <a:schemeClr val="accent1"/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vi-VN" noProof="0"/>
            </a:p>
          </p:txBody>
        </p:sp>
        <p:sp>
          <p:nvSpPr>
            <p:cNvPr id="38" name="Đồ họa 31">
              <a:extLst>
                <a:ext uri="{FF2B5EF4-FFF2-40B4-BE49-F238E27FC236}">
                  <a16:creationId xmlns:a16="http://schemas.microsoft.com/office/drawing/2014/main" id="{74758229-A4F9-CA41-80CF-06243BACDEB7}"/>
                </a:ext>
              </a:extLst>
            </p:cNvPr>
            <p:cNvSpPr/>
            <p:nvPr/>
          </p:nvSpPr>
          <p:spPr>
            <a:xfrm>
              <a:off x="-50546" y="-43815"/>
              <a:ext cx="10159618" cy="7859903"/>
            </a:xfrm>
            <a:custGeom>
              <a:avLst/>
              <a:gdLst>
                <a:gd name="connsiteX0" fmla="*/ 0 w 10159618"/>
                <a:gd name="connsiteY0" fmla="*/ 0 h 7859903"/>
                <a:gd name="connsiteX1" fmla="*/ 0 w 10159618"/>
                <a:gd name="connsiteY1" fmla="*/ 7859903 h 7859903"/>
                <a:gd name="connsiteX2" fmla="*/ 10159619 w 10159618"/>
                <a:gd name="connsiteY2" fmla="*/ 7859903 h 7859903"/>
                <a:gd name="connsiteX3" fmla="*/ 10159619 w 10159618"/>
                <a:gd name="connsiteY3" fmla="*/ 0 h 7859903"/>
                <a:gd name="connsiteX4" fmla="*/ 0 w 10159618"/>
                <a:gd name="connsiteY4" fmla="*/ 0 h 7859903"/>
                <a:gd name="connsiteX5" fmla="*/ 9536430 w 10159618"/>
                <a:gd name="connsiteY5" fmla="*/ 7166356 h 7859903"/>
                <a:gd name="connsiteX6" fmla="*/ 625348 w 10159618"/>
                <a:gd name="connsiteY6" fmla="*/ 7166356 h 7859903"/>
                <a:gd name="connsiteX7" fmla="*/ 625348 w 10159618"/>
                <a:gd name="connsiteY7" fmla="*/ 693674 h 7859903"/>
                <a:gd name="connsiteX8" fmla="*/ 9536430 w 10159618"/>
                <a:gd name="connsiteY8" fmla="*/ 693674 h 7859903"/>
                <a:gd name="connsiteX9" fmla="*/ 9536430 w 10159618"/>
                <a:gd name="connsiteY9" fmla="*/ 7166356 h 785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59618" h="7859903">
                  <a:moveTo>
                    <a:pt x="0" y="0"/>
                  </a:moveTo>
                  <a:lnTo>
                    <a:pt x="0" y="7859903"/>
                  </a:lnTo>
                  <a:lnTo>
                    <a:pt x="10159619" y="7859903"/>
                  </a:lnTo>
                  <a:lnTo>
                    <a:pt x="10159619" y="0"/>
                  </a:lnTo>
                  <a:lnTo>
                    <a:pt x="0" y="0"/>
                  </a:lnTo>
                  <a:close/>
                  <a:moveTo>
                    <a:pt x="9536430" y="7166356"/>
                  </a:moveTo>
                  <a:lnTo>
                    <a:pt x="625348" y="7166356"/>
                  </a:lnTo>
                  <a:lnTo>
                    <a:pt x="625348" y="693674"/>
                  </a:lnTo>
                  <a:lnTo>
                    <a:pt x="9536430" y="693674"/>
                  </a:lnTo>
                  <a:lnTo>
                    <a:pt x="9536430" y="7166356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vi-VN" noProof="0"/>
            </a:p>
          </p:txBody>
        </p:sp>
      </p:grpSp>
      <p:sp>
        <p:nvSpPr>
          <p:cNvPr id="24" name="Nhân viên của tháng">
            <a:extLst>
              <a:ext uri="{FF2B5EF4-FFF2-40B4-BE49-F238E27FC236}">
                <a16:creationId xmlns:a16="http://schemas.microsoft.com/office/drawing/2014/main" id="{6EA09C00-57E5-E64D-930E-8C0789FD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86" y="1746673"/>
            <a:ext cx="8674100" cy="36195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rtl="0"/>
            <a:endParaRPr lang="vi-VN" noProof="0"/>
          </a:p>
        </p:txBody>
      </p:sp>
      <p:sp>
        <p:nvSpPr>
          <p:cNvPr id="9" name="được trao cho">
            <a:extLst>
              <a:ext uri="{FF2B5EF4-FFF2-40B4-BE49-F238E27FC236}">
                <a16:creationId xmlns:a16="http://schemas.microsoft.com/office/drawing/2014/main" id="{83503226-5D2A-194C-A9D5-8F8876826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718" y="2703158"/>
            <a:ext cx="3382963" cy="37509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>
                <a:latin typeface="+mn-lt"/>
              </a:defRPr>
            </a:lvl1pPr>
          </a:lstStyle>
          <a:p>
            <a:pPr lvl="0" rtl="0"/>
            <a:endParaRPr lang="vi-VN" noProof="0"/>
          </a:p>
        </p:txBody>
      </p:sp>
      <p:sp>
        <p:nvSpPr>
          <p:cNvPr id="14" name="Tên">
            <a:extLst>
              <a:ext uri="{FF2B5EF4-FFF2-40B4-BE49-F238E27FC236}">
                <a16:creationId xmlns:a16="http://schemas.microsoft.com/office/drawing/2014/main" id="{609494BD-D9F4-A14A-AADA-EF7ABEF7BB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2149" y="3219450"/>
            <a:ext cx="8674099" cy="1114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6600" b="1" i="0">
                <a:latin typeface="Times New Roman" panose="02020603050405020304" pitchFamily="18" charset="0"/>
              </a:defRPr>
            </a:lvl1pPr>
          </a:lstStyle>
          <a:p>
            <a:pPr lvl="0" rtl="0"/>
            <a:endParaRPr lang="vi-VN" noProof="0"/>
          </a:p>
        </p:txBody>
      </p:sp>
      <p:sp>
        <p:nvSpPr>
          <p:cNvPr id="15" name="để công nhận sự cống hiến, đam mê và sự chăm chỉ của bạn">
            <a:extLst>
              <a:ext uri="{FF2B5EF4-FFF2-40B4-BE49-F238E27FC236}">
                <a16:creationId xmlns:a16="http://schemas.microsoft.com/office/drawing/2014/main" id="{66A63EC3-3C12-F642-A16C-25832BBD9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1588" y="4352162"/>
            <a:ext cx="7475220" cy="79398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>
                <a:latin typeface="+mn-lt"/>
              </a:defRPr>
            </a:lvl1pPr>
          </a:lstStyle>
          <a:p>
            <a:pPr lvl="0" rtl="0"/>
            <a:endParaRPr lang="vi-VN" noProof="0"/>
          </a:p>
        </p:txBody>
      </p:sp>
      <p:cxnSp>
        <p:nvCxnSpPr>
          <p:cNvPr id="19" name="Dòng đã ký">
            <a:extLst>
              <a:ext uri="{FF2B5EF4-FFF2-40B4-BE49-F238E27FC236}">
                <a16:creationId xmlns:a16="http://schemas.microsoft.com/office/drawing/2014/main" id="{6334E13E-A9E4-3741-8AEB-E4C98C3E6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41237" y="6165518"/>
            <a:ext cx="2746058" cy="0"/>
          </a:xfrm>
          <a:prstGeom prst="line">
            <a:avLst/>
          </a:prstGeom>
          <a:ln w="9525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Dải băng">
            <a:extLst>
              <a:ext uri="{FF2B5EF4-FFF2-40B4-BE49-F238E27FC236}">
                <a16:creationId xmlns:a16="http://schemas.microsoft.com/office/drawing/2014/main" id="{98B9C3A6-9561-D542-831A-CFACD4D66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0471" y="-43815"/>
            <a:ext cx="623448" cy="1767855"/>
          </a:xfrm>
          <a:custGeom>
            <a:avLst/>
            <a:gdLst>
              <a:gd name="connsiteX0" fmla="*/ 0 w 579257"/>
              <a:gd name="connsiteY0" fmla="*/ 1642597 h 1642597"/>
              <a:gd name="connsiteX1" fmla="*/ 289571 w 579257"/>
              <a:gd name="connsiteY1" fmla="*/ 1451006 h 1642597"/>
              <a:gd name="connsiteX2" fmla="*/ 579258 w 579257"/>
              <a:gd name="connsiteY2" fmla="*/ 1642597 h 1642597"/>
              <a:gd name="connsiteX3" fmla="*/ 579258 w 579257"/>
              <a:gd name="connsiteY3" fmla="*/ 0 h 1642597"/>
              <a:gd name="connsiteX4" fmla="*/ 0 w 579257"/>
              <a:gd name="connsiteY4" fmla="*/ 0 h 1642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257" h="1642597">
                <a:moveTo>
                  <a:pt x="0" y="1642597"/>
                </a:moveTo>
                <a:lnTo>
                  <a:pt x="289571" y="1451006"/>
                </a:lnTo>
                <a:lnTo>
                  <a:pt x="579258" y="1642597"/>
                </a:lnTo>
                <a:lnTo>
                  <a:pt x="57925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143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vi-VN" noProof="0"/>
          </a:p>
        </p:txBody>
      </p:sp>
      <p:sp>
        <p:nvSpPr>
          <p:cNvPr id="26" name="Chỗ dành sẵn cho Văn bản 4">
            <a:extLst>
              <a:ext uri="{FF2B5EF4-FFF2-40B4-BE49-F238E27FC236}">
                <a16:creationId xmlns:a16="http://schemas.microsoft.com/office/drawing/2014/main" id="{876A1714-ED57-AC4F-9CA2-C17DD645BC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23358" y="5608991"/>
            <a:ext cx="3227110" cy="512763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endParaRPr lang="vi-VN" noProof="0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F8D4CB8A-E87E-5243-91E2-23DB061DE7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37063" y="6236009"/>
            <a:ext cx="3227110" cy="512763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endParaRPr lang="vi-VN" noProof="0"/>
          </a:p>
        </p:txBody>
      </p:sp>
      <p:cxnSp>
        <p:nvCxnSpPr>
          <p:cNvPr id="23" name="Dòng đã ký">
            <a:extLst>
              <a:ext uri="{FF2B5EF4-FFF2-40B4-BE49-F238E27FC236}">
                <a16:creationId xmlns:a16="http://schemas.microsoft.com/office/drawing/2014/main" id="{4B66B59D-F8B2-3B48-BAEE-850FE7064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15957" y="6165518"/>
            <a:ext cx="2746058" cy="0"/>
          </a:xfrm>
          <a:prstGeom prst="line">
            <a:avLst/>
          </a:prstGeom>
          <a:ln w="9525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hỗ dành sẵn cho Văn bản 4">
            <a:extLst>
              <a:ext uri="{FF2B5EF4-FFF2-40B4-BE49-F238E27FC236}">
                <a16:creationId xmlns:a16="http://schemas.microsoft.com/office/drawing/2014/main" id="{BF68F02C-BA1E-924F-8ACD-DEE85CF2EF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1783" y="6236009"/>
            <a:ext cx="3227110" cy="512763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01537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10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100584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hân viên của tháng">
            <a:extLst>
              <a:ext uri="{FF2B5EF4-FFF2-40B4-BE49-F238E27FC236}">
                <a16:creationId xmlns:a16="http://schemas.microsoft.com/office/drawing/2014/main" id="{2AC801C3-155B-7A42-BE44-11E845F5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86" y="1746673"/>
            <a:ext cx="8674100" cy="361950"/>
          </a:xfrm>
        </p:spPr>
        <p:txBody>
          <a:bodyPr rtlCol="0"/>
          <a:lstStyle/>
          <a:p>
            <a:pPr rtl="0"/>
            <a:r>
              <a:rPr lang="vi-VN"/>
              <a:t>NHÂN VIÊN CỦA THÁNG</a:t>
            </a:r>
          </a:p>
        </p:txBody>
      </p:sp>
      <p:sp>
        <p:nvSpPr>
          <p:cNvPr id="2" name="được trao cho">
            <a:extLst>
              <a:ext uri="{FF2B5EF4-FFF2-40B4-BE49-F238E27FC236}">
                <a16:creationId xmlns:a16="http://schemas.microsoft.com/office/drawing/2014/main" id="{75A31F54-5C80-7842-B94E-E8D4E87C99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718" y="2703158"/>
            <a:ext cx="3382963" cy="375094"/>
          </a:xfrm>
        </p:spPr>
        <p:txBody>
          <a:bodyPr rtlCol="0"/>
          <a:lstStyle/>
          <a:p>
            <a:pPr rtl="0"/>
            <a:r>
              <a:rPr lang="vi-VN"/>
              <a:t>Được trao cho</a:t>
            </a:r>
          </a:p>
        </p:txBody>
      </p:sp>
      <p:sp>
        <p:nvSpPr>
          <p:cNvPr id="3" name="Tên">
            <a:extLst>
              <a:ext uri="{FF2B5EF4-FFF2-40B4-BE49-F238E27FC236}">
                <a16:creationId xmlns:a16="http://schemas.microsoft.com/office/drawing/2014/main" id="{ECB8F0C9-F718-0E42-A55B-20E6E35550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2149" y="3219450"/>
            <a:ext cx="8674099" cy="1114425"/>
          </a:xfrm>
        </p:spPr>
        <p:txBody>
          <a:bodyPr rtlCol="0"/>
          <a:lstStyle/>
          <a:p>
            <a:pPr rtl="0"/>
            <a:r>
              <a:rPr lang="vi-VN" dirty="0" err="1"/>
              <a:t>Yukari</a:t>
            </a:r>
            <a:r>
              <a:rPr lang="vi-VN" dirty="0"/>
              <a:t> </a:t>
            </a:r>
            <a:r>
              <a:rPr lang="vi-VN" dirty="0" err="1"/>
              <a:t>Kemmotsu</a:t>
            </a:r>
            <a:endParaRPr lang="vi-VN" dirty="0"/>
          </a:p>
        </p:txBody>
      </p:sp>
      <p:sp>
        <p:nvSpPr>
          <p:cNvPr id="4" name="để công nhận sự cống hiến, đam mê và sự chăm chỉ của bạn">
            <a:extLst>
              <a:ext uri="{FF2B5EF4-FFF2-40B4-BE49-F238E27FC236}">
                <a16:creationId xmlns:a16="http://schemas.microsoft.com/office/drawing/2014/main" id="{5D42F7FC-D175-5F43-951B-C26C2A545D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1588" y="4352162"/>
            <a:ext cx="7475220" cy="793984"/>
          </a:xfrm>
        </p:spPr>
        <p:txBody>
          <a:bodyPr rtlCol="0"/>
          <a:lstStyle/>
          <a:p>
            <a:pPr rtl="0"/>
            <a:r>
              <a:rPr lang="vi-VN"/>
              <a:t>nhằm mang lại hiệu suất xuất sắc trong Tháng Một</a:t>
            </a:r>
          </a:p>
        </p:txBody>
      </p:sp>
      <p:sp>
        <p:nvSpPr>
          <p:cNvPr id="8" name="Chỗ dành sẵn cho Văn bản 7">
            <a:extLst>
              <a:ext uri="{FF2B5EF4-FFF2-40B4-BE49-F238E27FC236}">
                <a16:creationId xmlns:a16="http://schemas.microsoft.com/office/drawing/2014/main" id="{13C7A475-9171-434D-813D-2E376EFD7C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23358" y="5608991"/>
            <a:ext cx="3227110" cy="512763"/>
          </a:xfrm>
        </p:spPr>
        <p:txBody>
          <a:bodyPr rtlCol="0"/>
          <a:lstStyle/>
          <a:p>
            <a:pPr rtl="0"/>
            <a:r>
              <a:rPr lang="vi-VN"/>
              <a:t>04/02/20XX</a:t>
            </a:r>
          </a:p>
        </p:txBody>
      </p:sp>
      <p:sp>
        <p:nvSpPr>
          <p:cNvPr id="6" name="Chỗ dành sẵn cho Văn bản 5">
            <a:extLst>
              <a:ext uri="{FF2B5EF4-FFF2-40B4-BE49-F238E27FC236}">
                <a16:creationId xmlns:a16="http://schemas.microsoft.com/office/drawing/2014/main" id="{985CC6F6-B7E3-3C42-9CF4-CEE68C76B4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37063" y="6236009"/>
            <a:ext cx="3227110" cy="512763"/>
          </a:xfrm>
        </p:spPr>
        <p:txBody>
          <a:bodyPr rtlCol="0"/>
          <a:lstStyle/>
          <a:p>
            <a:pPr rtl="0"/>
            <a:r>
              <a:rPr lang="vi-VN"/>
              <a:t>Aiko Wantanabe, Quản lý</a:t>
            </a:r>
          </a:p>
          <a:p>
            <a:pPr rtl="0"/>
            <a:endParaRPr lang="vi-VN"/>
          </a:p>
        </p:txBody>
      </p:sp>
      <p:sp>
        <p:nvSpPr>
          <p:cNvPr id="7" name="Chỗ dành sẵn cho Văn bản 6">
            <a:extLst>
              <a:ext uri="{FF2B5EF4-FFF2-40B4-BE49-F238E27FC236}">
                <a16:creationId xmlns:a16="http://schemas.microsoft.com/office/drawing/2014/main" id="{0E5CADE7-85C9-0A47-98AF-02012C5040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1783" y="6236009"/>
            <a:ext cx="3227110" cy="512763"/>
          </a:xfrm>
        </p:spPr>
        <p:txBody>
          <a:bodyPr rtlCol="0"/>
          <a:lstStyle/>
          <a:p>
            <a:pPr rtl="0"/>
            <a:r>
              <a:rPr lang="vi-VN"/>
              <a:t>Ngày</a:t>
            </a:r>
          </a:p>
        </p:txBody>
      </p:sp>
    </p:spTree>
    <p:extLst>
      <p:ext uri="{BB962C8B-B14F-4D97-AF65-F5344CB8AC3E}">
        <p14:creationId xmlns:p14="http://schemas.microsoft.com/office/powerpoint/2010/main" val="152416454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Employee of the Month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7C88A8"/>
      </a:accent1>
      <a:accent2>
        <a:srgbClr val="3A4D6D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">
      <a:majorFont>
        <a:latin typeface="Garamond"/>
        <a:ea typeface=""/>
        <a:cs typeface=""/>
      </a:majorFont>
      <a:minorFont>
        <a:latin typeface="Candar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d446c944705a322646ffb80e727be07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6fadf727bc34ad5af881c59f13619dc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58C9AD-B464-4148-AFD6-47C66DF9A06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FCD3A1F-4D83-414E-9D9B-8E4C9E210C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F5EE51-EE9C-434D-A7C5-5C96F00B1B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</Words>
  <Application>Microsoft Office PowerPoint</Application>
  <PresentationFormat>Tùy chỉnh</PresentationFormat>
  <Paragraphs>8</Paragraphs>
  <Slides>1</Slides>
  <Notes>1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2" baseType="lpstr">
      <vt:lpstr>Chủ đề Office</vt:lpstr>
      <vt:lpstr>NHÂN VIÊN CỦA THÁNG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2026-10-30T12:43:29Z</dcterms:created>
  <dcterms:modified xsi:type="dcterms:W3CDTF">2026-10-30T12:43:50Z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