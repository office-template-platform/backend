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handoutMasterIdLst>
    <p:handoutMasterId r:id="rId7"/>
  </p:handoutMasterIdLst>
  <p:sldIdLst>
    <p:sldId id="256" r:id="rId5"/>
  </p:sldIdLst>
  <p:sldSz cx="10058400" cy="7772400"/>
  <p:notesSz cx="6858000" cy="9144000"/>
  <p:defaultTextStyle>
    <a:defPPr rtl="0">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0" d="100"/>
          <a:sy n="100" d="100"/>
        </p:scale>
        <p:origin x="1632" y="72"/>
      </p:cViewPr>
      <p:guideLst/>
    </p:cSldViewPr>
  </p:slideViewPr>
  <p:notesTextViewPr>
    <p:cViewPr>
      <p:scale>
        <a:sx n="1" d="1"/>
        <a:sy n="1" d="1"/>
      </p:scale>
      <p:origin x="0" y="0"/>
    </p:cViewPr>
  </p:notesTextViewPr>
  <p:notesViewPr>
    <p:cSldViewPr snapToGrid="0">
      <p:cViewPr varScale="1">
        <p:scale>
          <a:sx n="85" d="100"/>
          <a:sy n="85" d="100"/>
        </p:scale>
        <p:origin x="3852" y="1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a:extLst>
              <a:ext uri="{FF2B5EF4-FFF2-40B4-BE49-F238E27FC236}">
                <a16:creationId xmlns:a16="http://schemas.microsoft.com/office/drawing/2014/main" id="{D4C7A9EF-8698-49DD-989D-A1954940F8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vi-VN"/>
          </a:p>
        </p:txBody>
      </p:sp>
      <p:sp>
        <p:nvSpPr>
          <p:cNvPr id="3" name="Chỗ dành sẵn cho Ngày tháng 2">
            <a:extLst>
              <a:ext uri="{FF2B5EF4-FFF2-40B4-BE49-F238E27FC236}">
                <a16:creationId xmlns:a16="http://schemas.microsoft.com/office/drawing/2014/main" id="{535349AE-9953-46F0-A494-25A9DEB75A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BFA4B0A-8B4D-4479-9336-E52B2B35455A}" type="datetime1">
              <a:rPr lang="vi-VN" smtClean="0"/>
              <a:t>30/10/2026</a:t>
            </a:fld>
            <a:endParaRPr lang="vi-VN" dirty="0"/>
          </a:p>
        </p:txBody>
      </p:sp>
      <p:sp>
        <p:nvSpPr>
          <p:cNvPr id="4" name="Chỗ dành sẵn cho Chân trang 3">
            <a:extLst>
              <a:ext uri="{FF2B5EF4-FFF2-40B4-BE49-F238E27FC236}">
                <a16:creationId xmlns:a16="http://schemas.microsoft.com/office/drawing/2014/main" id="{1BDA7A06-DC65-4997-9760-EACF5A308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vi-VN"/>
          </a:p>
        </p:txBody>
      </p:sp>
      <p:sp>
        <p:nvSpPr>
          <p:cNvPr id="5" name="Chỗ dành sẵn cho Số hiệu Bản chiếu 4">
            <a:extLst>
              <a:ext uri="{FF2B5EF4-FFF2-40B4-BE49-F238E27FC236}">
                <a16:creationId xmlns:a16="http://schemas.microsoft.com/office/drawing/2014/main" id="{1DC68968-BDB1-4D0C-ADF9-F27A763B42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76C5612-7903-48F7-AE7F-E49AD5036399}" type="slidenum">
              <a:rPr lang="vi-VN" smtClean="0"/>
              <a:t>‹#›</a:t>
            </a:fld>
            <a:endParaRPr lang="vi-VN"/>
          </a:p>
        </p:txBody>
      </p:sp>
    </p:spTree>
    <p:extLst>
      <p:ext uri="{BB962C8B-B14F-4D97-AF65-F5344CB8AC3E}">
        <p14:creationId xmlns:p14="http://schemas.microsoft.com/office/powerpoint/2010/main" val="19109155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vi-VN" noProof="0"/>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C0A966-EA21-441F-8180-E4F3CD26CF2A}" type="datetime1">
              <a:rPr lang="vi-VN" smtClean="0"/>
              <a:pPr/>
              <a:t>30/10/2026</a:t>
            </a:fld>
            <a:endParaRPr lang="vi-VN" dirty="0"/>
          </a:p>
        </p:txBody>
      </p:sp>
      <p:sp>
        <p:nvSpPr>
          <p:cNvPr id="4" name="Chỗ dành sẵn cho Hình ảnh của Bản chiếu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pPr rtl="0"/>
            <a:endParaRPr lang="vi-VN" noProof="0"/>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vi-VN" noProof="0"/>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2E39DC-A49F-4ED0-9064-2D7A6FBCAB30}" type="slidenum">
              <a:rPr lang="vi-VN" noProof="0" smtClean="0"/>
              <a:t>‹#›</a:t>
            </a:fld>
            <a:endParaRPr lang="vi-VN" noProof="0"/>
          </a:p>
        </p:txBody>
      </p:sp>
    </p:spTree>
    <p:extLst>
      <p:ext uri="{BB962C8B-B14F-4D97-AF65-F5344CB8AC3E}">
        <p14:creationId xmlns:p14="http://schemas.microsoft.com/office/powerpoint/2010/main" val="21670137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p>
            <a:pPr rtl="0"/>
            <a:endParaRPr lang="vi-VN"/>
          </a:p>
        </p:txBody>
      </p:sp>
      <p:sp>
        <p:nvSpPr>
          <p:cNvPr id="4" name="Chỗ dành sẵn cho Số hiệu Bản chiếu 3"/>
          <p:cNvSpPr>
            <a:spLocks noGrp="1"/>
          </p:cNvSpPr>
          <p:nvPr>
            <p:ph type="sldNum" sz="quarter" idx="5"/>
          </p:nvPr>
        </p:nvSpPr>
        <p:spPr/>
        <p:txBody>
          <a:bodyPr rtlCol="0"/>
          <a:lstStyle/>
          <a:p>
            <a:pPr rtl="0"/>
            <a:fld id="{4B2E39DC-A49F-4ED0-9064-2D7A6FBCAB30}" type="slidenum">
              <a:rPr lang="vi-VN" smtClean="0"/>
              <a:t>1</a:t>
            </a:fld>
            <a:endParaRPr lang="vi-VN"/>
          </a:p>
        </p:txBody>
      </p:sp>
    </p:spTree>
    <p:extLst>
      <p:ext uri="{BB962C8B-B14F-4D97-AF65-F5344CB8AC3E}">
        <p14:creationId xmlns:p14="http://schemas.microsoft.com/office/powerpoint/2010/main" val="1785108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rang chiếu Tiêu đề">
    <p:spTree>
      <p:nvGrpSpPr>
        <p:cNvPr id="1" name=""/>
        <p:cNvGrpSpPr/>
        <p:nvPr/>
      </p:nvGrpSpPr>
      <p:grpSpPr>
        <a:xfrm>
          <a:off x="0" y="0"/>
          <a:ext cx="0" cy="0"/>
          <a:chOff x="0" y="0"/>
          <a:chExt cx="0" cy="0"/>
        </a:xfrm>
      </p:grpSpPr>
      <p:sp>
        <p:nvSpPr>
          <p:cNvPr id="7" name="Đồ họa 2">
            <a:extLst>
              <a:ext uri="{FF2B5EF4-FFF2-40B4-BE49-F238E27FC236}">
                <a16:creationId xmlns:a16="http://schemas.microsoft.com/office/drawing/2014/main" id="{A71239C9-AD0A-4293-B5BC-A059769CD966}"/>
              </a:ext>
            </a:extLst>
          </p:cNvPr>
          <p:cNvSpPr/>
          <p:nvPr userDrawn="1"/>
        </p:nvSpPr>
        <p:spPr>
          <a:xfrm>
            <a:off x="283210" y="315913"/>
            <a:ext cx="9491980" cy="7140575"/>
          </a:xfrm>
          <a:custGeom>
            <a:avLst/>
            <a:gdLst>
              <a:gd name="connsiteX0" fmla="*/ 6968222 w 6999928"/>
              <a:gd name="connsiteY0" fmla="*/ 5318467 h 5344461"/>
              <a:gd name="connsiteX1" fmla="*/ 6685330 w 6999928"/>
              <a:gd name="connsiteY1" fmla="*/ 5267127 h 5344461"/>
              <a:gd name="connsiteX2" fmla="*/ 6419678 w 6999928"/>
              <a:gd name="connsiteY2" fmla="*/ 5324277 h 5344461"/>
              <a:gd name="connsiteX3" fmla="*/ 6154121 w 6999928"/>
              <a:gd name="connsiteY3" fmla="*/ 5267127 h 5344461"/>
              <a:gd name="connsiteX4" fmla="*/ 5888468 w 6999928"/>
              <a:gd name="connsiteY4" fmla="*/ 5324277 h 5344461"/>
              <a:gd name="connsiteX5" fmla="*/ 5622816 w 6999928"/>
              <a:gd name="connsiteY5" fmla="*/ 5267127 h 5344461"/>
              <a:gd name="connsiteX6" fmla="*/ 5357164 w 6999928"/>
              <a:gd name="connsiteY6" fmla="*/ 5324277 h 5344461"/>
              <a:gd name="connsiteX7" fmla="*/ 5091512 w 6999928"/>
              <a:gd name="connsiteY7" fmla="*/ 5267127 h 5344461"/>
              <a:gd name="connsiteX8" fmla="*/ 4825859 w 6999928"/>
              <a:gd name="connsiteY8" fmla="*/ 5324277 h 5344461"/>
              <a:gd name="connsiteX9" fmla="*/ 4560207 w 6999928"/>
              <a:gd name="connsiteY9" fmla="*/ 5267127 h 5344461"/>
              <a:gd name="connsiteX10" fmla="*/ 4294555 w 6999928"/>
              <a:gd name="connsiteY10" fmla="*/ 5324277 h 5344461"/>
              <a:gd name="connsiteX11" fmla="*/ 4028902 w 6999928"/>
              <a:gd name="connsiteY11" fmla="*/ 5267127 h 5344461"/>
              <a:gd name="connsiteX12" fmla="*/ 3763250 w 6999928"/>
              <a:gd name="connsiteY12" fmla="*/ 5324277 h 5344461"/>
              <a:gd name="connsiteX13" fmla="*/ 3497598 w 6999928"/>
              <a:gd name="connsiteY13" fmla="*/ 5267127 h 5344461"/>
              <a:gd name="connsiteX14" fmla="*/ 3231946 w 6999928"/>
              <a:gd name="connsiteY14" fmla="*/ 5324277 h 5344461"/>
              <a:gd name="connsiteX15" fmla="*/ 2966293 w 6999928"/>
              <a:gd name="connsiteY15" fmla="*/ 5267127 h 5344461"/>
              <a:gd name="connsiteX16" fmla="*/ 2700641 w 6999928"/>
              <a:gd name="connsiteY16" fmla="*/ 5324277 h 5344461"/>
              <a:gd name="connsiteX17" fmla="*/ 2434989 w 6999928"/>
              <a:gd name="connsiteY17" fmla="*/ 5267127 h 5344461"/>
              <a:gd name="connsiteX18" fmla="*/ 2169432 w 6999928"/>
              <a:gd name="connsiteY18" fmla="*/ 5324277 h 5344461"/>
              <a:gd name="connsiteX19" fmla="*/ 1903780 w 6999928"/>
              <a:gd name="connsiteY19" fmla="*/ 5267127 h 5344461"/>
              <a:gd name="connsiteX20" fmla="*/ 1638127 w 6999928"/>
              <a:gd name="connsiteY20" fmla="*/ 5324277 h 5344461"/>
              <a:gd name="connsiteX21" fmla="*/ 1372475 w 6999928"/>
              <a:gd name="connsiteY21" fmla="*/ 5267127 h 5344461"/>
              <a:gd name="connsiteX22" fmla="*/ 1106823 w 6999928"/>
              <a:gd name="connsiteY22" fmla="*/ 5324277 h 5344461"/>
              <a:gd name="connsiteX23" fmla="*/ 841171 w 6999928"/>
              <a:gd name="connsiteY23" fmla="*/ 5267127 h 5344461"/>
              <a:gd name="connsiteX24" fmla="*/ 575518 w 6999928"/>
              <a:gd name="connsiteY24" fmla="*/ 5324277 h 5344461"/>
              <a:gd name="connsiteX25" fmla="*/ 309771 w 6999928"/>
              <a:gd name="connsiteY25" fmla="*/ 5267127 h 5344461"/>
              <a:gd name="connsiteX26" fmla="*/ 26783 w 6999928"/>
              <a:gd name="connsiteY26" fmla="*/ 5318467 h 5344461"/>
              <a:gd name="connsiteX27" fmla="*/ 72598 w 6999928"/>
              <a:gd name="connsiteY27" fmla="*/ 5093962 h 5344461"/>
              <a:gd name="connsiteX28" fmla="*/ 15448 w 6999928"/>
              <a:gd name="connsiteY28" fmla="*/ 4892223 h 5344461"/>
              <a:gd name="connsiteX29" fmla="*/ 72598 w 6999928"/>
              <a:gd name="connsiteY29" fmla="*/ 4690483 h 5344461"/>
              <a:gd name="connsiteX30" fmla="*/ 15448 w 6999928"/>
              <a:gd name="connsiteY30" fmla="*/ 4488744 h 5344461"/>
              <a:gd name="connsiteX31" fmla="*/ 72598 w 6999928"/>
              <a:gd name="connsiteY31" fmla="*/ 4286909 h 5344461"/>
              <a:gd name="connsiteX32" fmla="*/ 15448 w 6999928"/>
              <a:gd name="connsiteY32" fmla="*/ 4085074 h 5344461"/>
              <a:gd name="connsiteX33" fmla="*/ 72598 w 6999928"/>
              <a:gd name="connsiteY33" fmla="*/ 3883335 h 5344461"/>
              <a:gd name="connsiteX34" fmla="*/ 15448 w 6999928"/>
              <a:gd name="connsiteY34" fmla="*/ 3681595 h 5344461"/>
              <a:gd name="connsiteX35" fmla="*/ 72598 w 6999928"/>
              <a:gd name="connsiteY35" fmla="*/ 3479760 h 5344461"/>
              <a:gd name="connsiteX36" fmla="*/ 15448 w 6999928"/>
              <a:gd name="connsiteY36" fmla="*/ 3277926 h 5344461"/>
              <a:gd name="connsiteX37" fmla="*/ 72598 w 6999928"/>
              <a:gd name="connsiteY37" fmla="*/ 3076091 h 5344461"/>
              <a:gd name="connsiteX38" fmla="*/ 15448 w 6999928"/>
              <a:gd name="connsiteY38" fmla="*/ 2874256 h 5344461"/>
              <a:gd name="connsiteX39" fmla="*/ 72598 w 6999928"/>
              <a:gd name="connsiteY39" fmla="*/ 2672422 h 5344461"/>
              <a:gd name="connsiteX40" fmla="*/ 15448 w 6999928"/>
              <a:gd name="connsiteY40" fmla="*/ 2470587 h 5344461"/>
              <a:gd name="connsiteX41" fmla="*/ 72598 w 6999928"/>
              <a:gd name="connsiteY41" fmla="*/ 2268752 h 5344461"/>
              <a:gd name="connsiteX42" fmla="*/ 15448 w 6999928"/>
              <a:gd name="connsiteY42" fmla="*/ 2067012 h 5344461"/>
              <a:gd name="connsiteX43" fmla="*/ 72598 w 6999928"/>
              <a:gd name="connsiteY43" fmla="*/ 1865178 h 5344461"/>
              <a:gd name="connsiteX44" fmla="*/ 15448 w 6999928"/>
              <a:gd name="connsiteY44" fmla="*/ 1663438 h 5344461"/>
              <a:gd name="connsiteX45" fmla="*/ 72598 w 6999928"/>
              <a:gd name="connsiteY45" fmla="*/ 1461603 h 5344461"/>
              <a:gd name="connsiteX46" fmla="*/ 15448 w 6999928"/>
              <a:gd name="connsiteY46" fmla="*/ 1259769 h 5344461"/>
              <a:gd name="connsiteX47" fmla="*/ 72598 w 6999928"/>
              <a:gd name="connsiteY47" fmla="*/ 1057934 h 5344461"/>
              <a:gd name="connsiteX48" fmla="*/ 15448 w 6999928"/>
              <a:gd name="connsiteY48" fmla="*/ 856099 h 5344461"/>
              <a:gd name="connsiteX49" fmla="*/ 72598 w 6999928"/>
              <a:gd name="connsiteY49" fmla="*/ 654264 h 5344461"/>
              <a:gd name="connsiteX50" fmla="*/ 15448 w 6999928"/>
              <a:gd name="connsiteY50" fmla="*/ 452430 h 5344461"/>
              <a:gd name="connsiteX51" fmla="*/ 72598 w 6999928"/>
              <a:gd name="connsiteY51" fmla="*/ 250595 h 5344461"/>
              <a:gd name="connsiteX52" fmla="*/ 26974 w 6999928"/>
              <a:gd name="connsiteY52" fmla="*/ 25995 h 5344461"/>
              <a:gd name="connsiteX53" fmla="*/ 309866 w 6999928"/>
              <a:gd name="connsiteY53" fmla="*/ 77335 h 5344461"/>
              <a:gd name="connsiteX54" fmla="*/ 575518 w 6999928"/>
              <a:gd name="connsiteY54" fmla="*/ 20185 h 5344461"/>
              <a:gd name="connsiteX55" fmla="*/ 841075 w 6999928"/>
              <a:gd name="connsiteY55" fmla="*/ 77335 h 5344461"/>
              <a:gd name="connsiteX56" fmla="*/ 1106728 w 6999928"/>
              <a:gd name="connsiteY56" fmla="*/ 20185 h 5344461"/>
              <a:gd name="connsiteX57" fmla="*/ 1372380 w 6999928"/>
              <a:gd name="connsiteY57" fmla="*/ 77335 h 5344461"/>
              <a:gd name="connsiteX58" fmla="*/ 1638032 w 6999928"/>
              <a:gd name="connsiteY58" fmla="*/ 20185 h 5344461"/>
              <a:gd name="connsiteX59" fmla="*/ 1903684 w 6999928"/>
              <a:gd name="connsiteY59" fmla="*/ 77335 h 5344461"/>
              <a:gd name="connsiteX60" fmla="*/ 2169337 w 6999928"/>
              <a:gd name="connsiteY60" fmla="*/ 20185 h 5344461"/>
              <a:gd name="connsiteX61" fmla="*/ 2434989 w 6999928"/>
              <a:gd name="connsiteY61" fmla="*/ 77335 h 5344461"/>
              <a:gd name="connsiteX62" fmla="*/ 2700641 w 6999928"/>
              <a:gd name="connsiteY62" fmla="*/ 20185 h 5344461"/>
              <a:gd name="connsiteX63" fmla="*/ 2966293 w 6999928"/>
              <a:gd name="connsiteY63" fmla="*/ 77335 h 5344461"/>
              <a:gd name="connsiteX64" fmla="*/ 3231946 w 6999928"/>
              <a:gd name="connsiteY64" fmla="*/ 20185 h 5344461"/>
              <a:gd name="connsiteX65" fmla="*/ 3497598 w 6999928"/>
              <a:gd name="connsiteY65" fmla="*/ 77335 h 5344461"/>
              <a:gd name="connsiteX66" fmla="*/ 3763250 w 6999928"/>
              <a:gd name="connsiteY66" fmla="*/ 20185 h 5344461"/>
              <a:gd name="connsiteX67" fmla="*/ 4028902 w 6999928"/>
              <a:gd name="connsiteY67" fmla="*/ 77335 h 5344461"/>
              <a:gd name="connsiteX68" fmla="*/ 4294555 w 6999928"/>
              <a:gd name="connsiteY68" fmla="*/ 20185 h 5344461"/>
              <a:gd name="connsiteX69" fmla="*/ 4560207 w 6999928"/>
              <a:gd name="connsiteY69" fmla="*/ 77335 h 5344461"/>
              <a:gd name="connsiteX70" fmla="*/ 4825764 w 6999928"/>
              <a:gd name="connsiteY70" fmla="*/ 20185 h 5344461"/>
              <a:gd name="connsiteX71" fmla="*/ 5091416 w 6999928"/>
              <a:gd name="connsiteY71" fmla="*/ 77335 h 5344461"/>
              <a:gd name="connsiteX72" fmla="*/ 5357069 w 6999928"/>
              <a:gd name="connsiteY72" fmla="*/ 20185 h 5344461"/>
              <a:gd name="connsiteX73" fmla="*/ 5622721 w 6999928"/>
              <a:gd name="connsiteY73" fmla="*/ 77335 h 5344461"/>
              <a:gd name="connsiteX74" fmla="*/ 5888373 w 6999928"/>
              <a:gd name="connsiteY74" fmla="*/ 20185 h 5344461"/>
              <a:gd name="connsiteX75" fmla="*/ 6154025 w 6999928"/>
              <a:gd name="connsiteY75" fmla="*/ 77335 h 5344461"/>
              <a:gd name="connsiteX76" fmla="*/ 6419678 w 6999928"/>
              <a:gd name="connsiteY76" fmla="*/ 20185 h 5344461"/>
              <a:gd name="connsiteX77" fmla="*/ 6685425 w 6999928"/>
              <a:gd name="connsiteY77" fmla="*/ 77335 h 5344461"/>
              <a:gd name="connsiteX78" fmla="*/ 6968413 w 6999928"/>
              <a:gd name="connsiteY78" fmla="*/ 25995 h 5344461"/>
              <a:gd name="connsiteX79" fmla="*/ 6922598 w 6999928"/>
              <a:gd name="connsiteY79" fmla="*/ 250500 h 5344461"/>
              <a:gd name="connsiteX80" fmla="*/ 6979748 w 6999928"/>
              <a:gd name="connsiteY80" fmla="*/ 452239 h 5344461"/>
              <a:gd name="connsiteX81" fmla="*/ 6922598 w 6999928"/>
              <a:gd name="connsiteY81" fmla="*/ 653979 h 5344461"/>
              <a:gd name="connsiteX82" fmla="*/ 6979748 w 6999928"/>
              <a:gd name="connsiteY82" fmla="*/ 855718 h 5344461"/>
              <a:gd name="connsiteX83" fmla="*/ 6922598 w 6999928"/>
              <a:gd name="connsiteY83" fmla="*/ 1057553 h 5344461"/>
              <a:gd name="connsiteX84" fmla="*/ 6979748 w 6999928"/>
              <a:gd name="connsiteY84" fmla="*/ 1259388 h 5344461"/>
              <a:gd name="connsiteX85" fmla="*/ 6922598 w 6999928"/>
              <a:gd name="connsiteY85" fmla="*/ 1461127 h 5344461"/>
              <a:gd name="connsiteX86" fmla="*/ 6979748 w 6999928"/>
              <a:gd name="connsiteY86" fmla="*/ 1662867 h 5344461"/>
              <a:gd name="connsiteX87" fmla="*/ 6922598 w 6999928"/>
              <a:gd name="connsiteY87" fmla="*/ 1864702 h 5344461"/>
              <a:gd name="connsiteX88" fmla="*/ 6979748 w 6999928"/>
              <a:gd name="connsiteY88" fmla="*/ 2066536 h 5344461"/>
              <a:gd name="connsiteX89" fmla="*/ 6922598 w 6999928"/>
              <a:gd name="connsiteY89" fmla="*/ 2268371 h 5344461"/>
              <a:gd name="connsiteX90" fmla="*/ 6979748 w 6999928"/>
              <a:gd name="connsiteY90" fmla="*/ 2470206 h 5344461"/>
              <a:gd name="connsiteX91" fmla="*/ 6922598 w 6999928"/>
              <a:gd name="connsiteY91" fmla="*/ 2672041 h 5344461"/>
              <a:gd name="connsiteX92" fmla="*/ 6979748 w 6999928"/>
              <a:gd name="connsiteY92" fmla="*/ 2873875 h 5344461"/>
              <a:gd name="connsiteX93" fmla="*/ 6922598 w 6999928"/>
              <a:gd name="connsiteY93" fmla="*/ 3075710 h 5344461"/>
              <a:gd name="connsiteX94" fmla="*/ 6979748 w 6999928"/>
              <a:gd name="connsiteY94" fmla="*/ 3277450 h 5344461"/>
              <a:gd name="connsiteX95" fmla="*/ 6922598 w 6999928"/>
              <a:gd name="connsiteY95" fmla="*/ 3479284 h 5344461"/>
              <a:gd name="connsiteX96" fmla="*/ 6979748 w 6999928"/>
              <a:gd name="connsiteY96" fmla="*/ 3681024 h 5344461"/>
              <a:gd name="connsiteX97" fmla="*/ 6922598 w 6999928"/>
              <a:gd name="connsiteY97" fmla="*/ 3882858 h 5344461"/>
              <a:gd name="connsiteX98" fmla="*/ 6979748 w 6999928"/>
              <a:gd name="connsiteY98" fmla="*/ 4084693 h 5344461"/>
              <a:gd name="connsiteX99" fmla="*/ 6922598 w 6999928"/>
              <a:gd name="connsiteY99" fmla="*/ 4286528 h 5344461"/>
              <a:gd name="connsiteX100" fmla="*/ 6979748 w 6999928"/>
              <a:gd name="connsiteY100" fmla="*/ 4488363 h 5344461"/>
              <a:gd name="connsiteX101" fmla="*/ 6922598 w 6999928"/>
              <a:gd name="connsiteY101" fmla="*/ 4690198 h 5344461"/>
              <a:gd name="connsiteX102" fmla="*/ 6979748 w 6999928"/>
              <a:gd name="connsiteY102" fmla="*/ 4892032 h 5344461"/>
              <a:gd name="connsiteX103" fmla="*/ 6923550 w 6999928"/>
              <a:gd name="connsiteY103" fmla="*/ 5101297 h 5344461"/>
              <a:gd name="connsiteX104" fmla="*/ 6968222 w 6999928"/>
              <a:gd name="connsiteY104" fmla="*/ 5318467 h 5344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6999928" h="5344461">
                <a:moveTo>
                  <a:pt x="6968222" y="5318467"/>
                </a:moveTo>
                <a:cubicBezTo>
                  <a:pt x="6862495" y="5398858"/>
                  <a:pt x="6818108" y="5267127"/>
                  <a:pt x="6685330" y="5267127"/>
                </a:cubicBezTo>
                <a:cubicBezTo>
                  <a:pt x="6552551" y="5267127"/>
                  <a:pt x="6552551" y="5324277"/>
                  <a:pt x="6419678" y="5324277"/>
                </a:cubicBezTo>
                <a:cubicBezTo>
                  <a:pt x="6286899" y="5324277"/>
                  <a:pt x="6286899" y="5267127"/>
                  <a:pt x="6154121" y="5267127"/>
                </a:cubicBezTo>
                <a:cubicBezTo>
                  <a:pt x="6021342" y="5267127"/>
                  <a:pt x="6021342" y="5324277"/>
                  <a:pt x="5888468" y="5324277"/>
                </a:cubicBezTo>
                <a:cubicBezTo>
                  <a:pt x="5755690" y="5324277"/>
                  <a:pt x="5755690" y="5267127"/>
                  <a:pt x="5622816" y="5267127"/>
                </a:cubicBezTo>
                <a:cubicBezTo>
                  <a:pt x="5490037" y="5267127"/>
                  <a:pt x="5490037" y="5324277"/>
                  <a:pt x="5357164" y="5324277"/>
                </a:cubicBezTo>
                <a:cubicBezTo>
                  <a:pt x="5224385" y="5324277"/>
                  <a:pt x="5224385" y="5267127"/>
                  <a:pt x="5091512" y="5267127"/>
                </a:cubicBezTo>
                <a:cubicBezTo>
                  <a:pt x="4958733" y="5267127"/>
                  <a:pt x="4958733" y="5324277"/>
                  <a:pt x="4825859" y="5324277"/>
                </a:cubicBezTo>
                <a:cubicBezTo>
                  <a:pt x="4693081" y="5324277"/>
                  <a:pt x="4693081" y="5267127"/>
                  <a:pt x="4560207" y="5267127"/>
                </a:cubicBezTo>
                <a:cubicBezTo>
                  <a:pt x="4427428" y="5267127"/>
                  <a:pt x="4427428" y="5324277"/>
                  <a:pt x="4294555" y="5324277"/>
                </a:cubicBezTo>
                <a:cubicBezTo>
                  <a:pt x="4161681" y="5324277"/>
                  <a:pt x="4161681" y="5267127"/>
                  <a:pt x="4028902" y="5267127"/>
                </a:cubicBezTo>
                <a:cubicBezTo>
                  <a:pt x="3896124" y="5267127"/>
                  <a:pt x="3896124" y="5324277"/>
                  <a:pt x="3763250" y="5324277"/>
                </a:cubicBezTo>
                <a:cubicBezTo>
                  <a:pt x="3630472" y="5324277"/>
                  <a:pt x="3630472" y="5267127"/>
                  <a:pt x="3497598" y="5267127"/>
                </a:cubicBezTo>
                <a:cubicBezTo>
                  <a:pt x="3364819" y="5267127"/>
                  <a:pt x="3364819" y="5324277"/>
                  <a:pt x="3231946" y="5324277"/>
                </a:cubicBezTo>
                <a:cubicBezTo>
                  <a:pt x="3099167" y="5324277"/>
                  <a:pt x="3099167" y="5267127"/>
                  <a:pt x="2966293" y="5267127"/>
                </a:cubicBezTo>
                <a:cubicBezTo>
                  <a:pt x="2833515" y="5267127"/>
                  <a:pt x="2833515" y="5324277"/>
                  <a:pt x="2700641" y="5324277"/>
                </a:cubicBezTo>
                <a:cubicBezTo>
                  <a:pt x="2567767" y="5324277"/>
                  <a:pt x="2567767" y="5267127"/>
                  <a:pt x="2434989" y="5267127"/>
                </a:cubicBezTo>
                <a:cubicBezTo>
                  <a:pt x="2302210" y="5267127"/>
                  <a:pt x="2302210" y="5324277"/>
                  <a:pt x="2169432" y="5324277"/>
                </a:cubicBezTo>
                <a:cubicBezTo>
                  <a:pt x="2036653" y="5324277"/>
                  <a:pt x="2036653" y="5267127"/>
                  <a:pt x="1903780" y="5267127"/>
                </a:cubicBezTo>
                <a:cubicBezTo>
                  <a:pt x="1771001" y="5267127"/>
                  <a:pt x="1771001" y="5324277"/>
                  <a:pt x="1638127" y="5324277"/>
                </a:cubicBezTo>
                <a:cubicBezTo>
                  <a:pt x="1505254" y="5324277"/>
                  <a:pt x="1505254" y="5267127"/>
                  <a:pt x="1372475" y="5267127"/>
                </a:cubicBezTo>
                <a:cubicBezTo>
                  <a:pt x="1239601" y="5267127"/>
                  <a:pt x="1239601" y="5324277"/>
                  <a:pt x="1106823" y="5324277"/>
                </a:cubicBezTo>
                <a:cubicBezTo>
                  <a:pt x="973949" y="5324277"/>
                  <a:pt x="973949" y="5267127"/>
                  <a:pt x="841171" y="5267127"/>
                </a:cubicBezTo>
                <a:cubicBezTo>
                  <a:pt x="708297" y="5267127"/>
                  <a:pt x="708297" y="5324277"/>
                  <a:pt x="575518" y="5324277"/>
                </a:cubicBezTo>
                <a:cubicBezTo>
                  <a:pt x="442645" y="5324277"/>
                  <a:pt x="442645" y="5267127"/>
                  <a:pt x="309771" y="5267127"/>
                </a:cubicBezTo>
                <a:cubicBezTo>
                  <a:pt x="176897" y="5267127"/>
                  <a:pt x="132606" y="5398762"/>
                  <a:pt x="26783" y="5318467"/>
                </a:cubicBezTo>
                <a:cubicBezTo>
                  <a:pt x="-53608" y="5257412"/>
                  <a:pt x="72598" y="5194832"/>
                  <a:pt x="72598" y="5093962"/>
                </a:cubicBezTo>
                <a:cubicBezTo>
                  <a:pt x="72598" y="4993093"/>
                  <a:pt x="15448" y="4993093"/>
                  <a:pt x="15448" y="4892223"/>
                </a:cubicBezTo>
                <a:cubicBezTo>
                  <a:pt x="15448" y="4791353"/>
                  <a:pt x="72598" y="4791353"/>
                  <a:pt x="72598" y="4690483"/>
                </a:cubicBezTo>
                <a:cubicBezTo>
                  <a:pt x="72598" y="4589614"/>
                  <a:pt x="15448" y="4589614"/>
                  <a:pt x="15448" y="4488744"/>
                </a:cubicBezTo>
                <a:cubicBezTo>
                  <a:pt x="15448" y="4387874"/>
                  <a:pt x="72598" y="4387874"/>
                  <a:pt x="72598" y="4286909"/>
                </a:cubicBezTo>
                <a:cubicBezTo>
                  <a:pt x="72598" y="4186039"/>
                  <a:pt x="15448" y="4186039"/>
                  <a:pt x="15448" y="4085074"/>
                </a:cubicBezTo>
                <a:cubicBezTo>
                  <a:pt x="15448" y="3984205"/>
                  <a:pt x="72598" y="3984205"/>
                  <a:pt x="72598" y="3883335"/>
                </a:cubicBezTo>
                <a:cubicBezTo>
                  <a:pt x="72598" y="3782465"/>
                  <a:pt x="15448" y="3782465"/>
                  <a:pt x="15448" y="3681595"/>
                </a:cubicBezTo>
                <a:cubicBezTo>
                  <a:pt x="15448" y="3580725"/>
                  <a:pt x="72598" y="3580725"/>
                  <a:pt x="72598" y="3479760"/>
                </a:cubicBezTo>
                <a:cubicBezTo>
                  <a:pt x="72598" y="3378891"/>
                  <a:pt x="15448" y="3378891"/>
                  <a:pt x="15448" y="3277926"/>
                </a:cubicBezTo>
                <a:cubicBezTo>
                  <a:pt x="15448" y="3177056"/>
                  <a:pt x="72598" y="3177056"/>
                  <a:pt x="72598" y="3076091"/>
                </a:cubicBezTo>
                <a:cubicBezTo>
                  <a:pt x="72598" y="2975221"/>
                  <a:pt x="15448" y="2975221"/>
                  <a:pt x="15448" y="2874256"/>
                </a:cubicBezTo>
                <a:cubicBezTo>
                  <a:pt x="15448" y="2773387"/>
                  <a:pt x="72598" y="2773387"/>
                  <a:pt x="72598" y="2672422"/>
                </a:cubicBezTo>
                <a:cubicBezTo>
                  <a:pt x="72598" y="2571552"/>
                  <a:pt x="15448" y="2571552"/>
                  <a:pt x="15448" y="2470587"/>
                </a:cubicBezTo>
                <a:cubicBezTo>
                  <a:pt x="15448" y="2369717"/>
                  <a:pt x="72598" y="2369717"/>
                  <a:pt x="72598" y="2268752"/>
                </a:cubicBezTo>
                <a:cubicBezTo>
                  <a:pt x="72598" y="2167882"/>
                  <a:pt x="15448" y="2167882"/>
                  <a:pt x="15448" y="2067012"/>
                </a:cubicBezTo>
                <a:cubicBezTo>
                  <a:pt x="15448" y="1966143"/>
                  <a:pt x="72598" y="1966143"/>
                  <a:pt x="72598" y="1865178"/>
                </a:cubicBezTo>
                <a:cubicBezTo>
                  <a:pt x="72598" y="1764308"/>
                  <a:pt x="15448" y="1764308"/>
                  <a:pt x="15448" y="1663438"/>
                </a:cubicBezTo>
                <a:cubicBezTo>
                  <a:pt x="15448" y="1562569"/>
                  <a:pt x="72598" y="1562569"/>
                  <a:pt x="72598" y="1461603"/>
                </a:cubicBezTo>
                <a:cubicBezTo>
                  <a:pt x="72598" y="1360734"/>
                  <a:pt x="15448" y="1360734"/>
                  <a:pt x="15448" y="1259769"/>
                </a:cubicBezTo>
                <a:cubicBezTo>
                  <a:pt x="15448" y="1158899"/>
                  <a:pt x="72598" y="1158899"/>
                  <a:pt x="72598" y="1057934"/>
                </a:cubicBezTo>
                <a:cubicBezTo>
                  <a:pt x="72598" y="956969"/>
                  <a:pt x="15448" y="956969"/>
                  <a:pt x="15448" y="856099"/>
                </a:cubicBezTo>
                <a:cubicBezTo>
                  <a:pt x="15448" y="755229"/>
                  <a:pt x="72598" y="755229"/>
                  <a:pt x="72598" y="654264"/>
                </a:cubicBezTo>
                <a:cubicBezTo>
                  <a:pt x="72598" y="553299"/>
                  <a:pt x="15448" y="553299"/>
                  <a:pt x="15448" y="452430"/>
                </a:cubicBezTo>
                <a:cubicBezTo>
                  <a:pt x="15448" y="351465"/>
                  <a:pt x="72598" y="351465"/>
                  <a:pt x="72598" y="250595"/>
                </a:cubicBezTo>
                <a:cubicBezTo>
                  <a:pt x="72598" y="149725"/>
                  <a:pt x="-53417" y="87051"/>
                  <a:pt x="26974" y="25995"/>
                </a:cubicBezTo>
                <a:cubicBezTo>
                  <a:pt x="132701" y="-54396"/>
                  <a:pt x="177088" y="77335"/>
                  <a:pt x="309866" y="77335"/>
                </a:cubicBezTo>
                <a:cubicBezTo>
                  <a:pt x="442645" y="77335"/>
                  <a:pt x="442645" y="20185"/>
                  <a:pt x="575518" y="20185"/>
                </a:cubicBezTo>
                <a:cubicBezTo>
                  <a:pt x="708297" y="20185"/>
                  <a:pt x="708297" y="77335"/>
                  <a:pt x="841075" y="77335"/>
                </a:cubicBezTo>
                <a:cubicBezTo>
                  <a:pt x="973854" y="77335"/>
                  <a:pt x="973854" y="20185"/>
                  <a:pt x="1106728" y="20185"/>
                </a:cubicBezTo>
                <a:cubicBezTo>
                  <a:pt x="1239506" y="20185"/>
                  <a:pt x="1239506" y="77335"/>
                  <a:pt x="1372380" y="77335"/>
                </a:cubicBezTo>
                <a:cubicBezTo>
                  <a:pt x="1505158" y="77335"/>
                  <a:pt x="1505158" y="20185"/>
                  <a:pt x="1638032" y="20185"/>
                </a:cubicBezTo>
                <a:cubicBezTo>
                  <a:pt x="1770811" y="20185"/>
                  <a:pt x="1770811" y="77335"/>
                  <a:pt x="1903684" y="77335"/>
                </a:cubicBezTo>
                <a:cubicBezTo>
                  <a:pt x="2036463" y="77335"/>
                  <a:pt x="2036463" y="20185"/>
                  <a:pt x="2169337" y="20185"/>
                </a:cubicBezTo>
                <a:cubicBezTo>
                  <a:pt x="2302115" y="20185"/>
                  <a:pt x="2302115" y="77335"/>
                  <a:pt x="2434989" y="77335"/>
                </a:cubicBezTo>
                <a:cubicBezTo>
                  <a:pt x="2567767" y="77335"/>
                  <a:pt x="2567767" y="20185"/>
                  <a:pt x="2700641" y="20185"/>
                </a:cubicBezTo>
                <a:cubicBezTo>
                  <a:pt x="2833515" y="20185"/>
                  <a:pt x="2833515" y="77335"/>
                  <a:pt x="2966293" y="77335"/>
                </a:cubicBezTo>
                <a:cubicBezTo>
                  <a:pt x="3099072" y="77335"/>
                  <a:pt x="3099072" y="20185"/>
                  <a:pt x="3231946" y="20185"/>
                </a:cubicBezTo>
                <a:cubicBezTo>
                  <a:pt x="3364724" y="20185"/>
                  <a:pt x="3364724" y="77335"/>
                  <a:pt x="3497598" y="77335"/>
                </a:cubicBezTo>
                <a:cubicBezTo>
                  <a:pt x="3630376" y="77335"/>
                  <a:pt x="3630376" y="20185"/>
                  <a:pt x="3763250" y="20185"/>
                </a:cubicBezTo>
                <a:cubicBezTo>
                  <a:pt x="3896029" y="20185"/>
                  <a:pt x="3896029" y="77335"/>
                  <a:pt x="4028902" y="77335"/>
                </a:cubicBezTo>
                <a:cubicBezTo>
                  <a:pt x="4161681" y="77335"/>
                  <a:pt x="4161681" y="20185"/>
                  <a:pt x="4294555" y="20185"/>
                </a:cubicBezTo>
                <a:cubicBezTo>
                  <a:pt x="4427428" y="20185"/>
                  <a:pt x="4427428" y="77335"/>
                  <a:pt x="4560207" y="77335"/>
                </a:cubicBezTo>
                <a:cubicBezTo>
                  <a:pt x="4692986" y="77335"/>
                  <a:pt x="4692986" y="20185"/>
                  <a:pt x="4825764" y="20185"/>
                </a:cubicBezTo>
                <a:cubicBezTo>
                  <a:pt x="4958543" y="20185"/>
                  <a:pt x="4958543" y="77335"/>
                  <a:pt x="5091416" y="77335"/>
                </a:cubicBezTo>
                <a:cubicBezTo>
                  <a:pt x="5224195" y="77335"/>
                  <a:pt x="5224195" y="20185"/>
                  <a:pt x="5357069" y="20185"/>
                </a:cubicBezTo>
                <a:cubicBezTo>
                  <a:pt x="5489942" y="20185"/>
                  <a:pt x="5489942" y="77335"/>
                  <a:pt x="5622721" y="77335"/>
                </a:cubicBezTo>
                <a:cubicBezTo>
                  <a:pt x="5755595" y="77335"/>
                  <a:pt x="5755595" y="20185"/>
                  <a:pt x="5888373" y="20185"/>
                </a:cubicBezTo>
                <a:cubicBezTo>
                  <a:pt x="6021247" y="20185"/>
                  <a:pt x="6021247" y="77335"/>
                  <a:pt x="6154025" y="77335"/>
                </a:cubicBezTo>
                <a:cubicBezTo>
                  <a:pt x="6286899" y="77335"/>
                  <a:pt x="6286899" y="20185"/>
                  <a:pt x="6419678" y="20185"/>
                </a:cubicBezTo>
                <a:cubicBezTo>
                  <a:pt x="6552551" y="20185"/>
                  <a:pt x="6552551" y="77335"/>
                  <a:pt x="6685425" y="77335"/>
                </a:cubicBezTo>
                <a:cubicBezTo>
                  <a:pt x="6818299" y="77335"/>
                  <a:pt x="6862590" y="-54300"/>
                  <a:pt x="6968413" y="25995"/>
                </a:cubicBezTo>
                <a:cubicBezTo>
                  <a:pt x="7048804" y="87051"/>
                  <a:pt x="6922598" y="149630"/>
                  <a:pt x="6922598" y="250500"/>
                </a:cubicBezTo>
                <a:cubicBezTo>
                  <a:pt x="6922598" y="351369"/>
                  <a:pt x="6979748" y="351369"/>
                  <a:pt x="6979748" y="452239"/>
                </a:cubicBezTo>
                <a:cubicBezTo>
                  <a:pt x="6979748" y="553109"/>
                  <a:pt x="6922598" y="553109"/>
                  <a:pt x="6922598" y="653979"/>
                </a:cubicBezTo>
                <a:cubicBezTo>
                  <a:pt x="6922598" y="754848"/>
                  <a:pt x="6979748" y="754848"/>
                  <a:pt x="6979748" y="855718"/>
                </a:cubicBezTo>
                <a:cubicBezTo>
                  <a:pt x="6979748" y="956588"/>
                  <a:pt x="6922598" y="956588"/>
                  <a:pt x="6922598" y="1057553"/>
                </a:cubicBezTo>
                <a:cubicBezTo>
                  <a:pt x="6922598" y="1158423"/>
                  <a:pt x="6979748" y="1158423"/>
                  <a:pt x="6979748" y="1259388"/>
                </a:cubicBezTo>
                <a:cubicBezTo>
                  <a:pt x="6979748" y="1360257"/>
                  <a:pt x="6922598" y="1360257"/>
                  <a:pt x="6922598" y="1461127"/>
                </a:cubicBezTo>
                <a:cubicBezTo>
                  <a:pt x="6922598" y="1561997"/>
                  <a:pt x="6979748" y="1561997"/>
                  <a:pt x="6979748" y="1662867"/>
                </a:cubicBezTo>
                <a:cubicBezTo>
                  <a:pt x="6979748" y="1763736"/>
                  <a:pt x="6922598" y="1763736"/>
                  <a:pt x="6922598" y="1864702"/>
                </a:cubicBezTo>
                <a:cubicBezTo>
                  <a:pt x="6922598" y="1965571"/>
                  <a:pt x="6979748" y="1965571"/>
                  <a:pt x="6979748" y="2066536"/>
                </a:cubicBezTo>
                <a:cubicBezTo>
                  <a:pt x="6979748" y="2167406"/>
                  <a:pt x="6922598" y="2167406"/>
                  <a:pt x="6922598" y="2268371"/>
                </a:cubicBezTo>
                <a:cubicBezTo>
                  <a:pt x="6922598" y="2369241"/>
                  <a:pt x="6979748" y="2369241"/>
                  <a:pt x="6979748" y="2470206"/>
                </a:cubicBezTo>
                <a:cubicBezTo>
                  <a:pt x="6979748" y="2571075"/>
                  <a:pt x="6922598" y="2571075"/>
                  <a:pt x="6922598" y="2672041"/>
                </a:cubicBezTo>
                <a:cubicBezTo>
                  <a:pt x="6922598" y="2772910"/>
                  <a:pt x="6979748" y="2772910"/>
                  <a:pt x="6979748" y="2873875"/>
                </a:cubicBezTo>
                <a:cubicBezTo>
                  <a:pt x="6979748" y="2974745"/>
                  <a:pt x="6922598" y="2974745"/>
                  <a:pt x="6922598" y="3075710"/>
                </a:cubicBezTo>
                <a:cubicBezTo>
                  <a:pt x="6922598" y="3176580"/>
                  <a:pt x="6979748" y="3176580"/>
                  <a:pt x="6979748" y="3277450"/>
                </a:cubicBezTo>
                <a:cubicBezTo>
                  <a:pt x="6979748" y="3378319"/>
                  <a:pt x="6922598" y="3378319"/>
                  <a:pt x="6922598" y="3479284"/>
                </a:cubicBezTo>
                <a:cubicBezTo>
                  <a:pt x="6922598" y="3580154"/>
                  <a:pt x="6979748" y="3580154"/>
                  <a:pt x="6979748" y="3681024"/>
                </a:cubicBezTo>
                <a:cubicBezTo>
                  <a:pt x="6979748" y="3781893"/>
                  <a:pt x="6922598" y="3781893"/>
                  <a:pt x="6922598" y="3882858"/>
                </a:cubicBezTo>
                <a:cubicBezTo>
                  <a:pt x="6922598" y="3983728"/>
                  <a:pt x="6979748" y="3983728"/>
                  <a:pt x="6979748" y="4084693"/>
                </a:cubicBezTo>
                <a:cubicBezTo>
                  <a:pt x="6979748" y="4185563"/>
                  <a:pt x="6922598" y="4185563"/>
                  <a:pt x="6922598" y="4286528"/>
                </a:cubicBezTo>
                <a:cubicBezTo>
                  <a:pt x="6922598" y="4387493"/>
                  <a:pt x="6979748" y="4387493"/>
                  <a:pt x="6979748" y="4488363"/>
                </a:cubicBezTo>
                <a:cubicBezTo>
                  <a:pt x="6979748" y="4589233"/>
                  <a:pt x="6922598" y="4589233"/>
                  <a:pt x="6922598" y="4690198"/>
                </a:cubicBezTo>
                <a:cubicBezTo>
                  <a:pt x="6922598" y="4791163"/>
                  <a:pt x="6979748" y="4791163"/>
                  <a:pt x="6979748" y="4892032"/>
                </a:cubicBezTo>
                <a:cubicBezTo>
                  <a:pt x="6979748" y="4992998"/>
                  <a:pt x="6897547" y="5003761"/>
                  <a:pt x="6923550" y="5101297"/>
                </a:cubicBezTo>
                <a:cubicBezTo>
                  <a:pt x="6954697" y="5218930"/>
                  <a:pt x="7048518" y="5257412"/>
                  <a:pt x="6968222" y="5318467"/>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pPr rtl="0"/>
            <a:endParaRPr lang="vi-VN" noProof="0"/>
          </a:p>
        </p:txBody>
      </p:sp>
      <p:sp>
        <p:nvSpPr>
          <p:cNvPr id="2" name="Tiêu đề 1">
            <a:extLst>
              <a:ext uri="{FF2B5EF4-FFF2-40B4-BE49-F238E27FC236}">
                <a16:creationId xmlns:a16="http://schemas.microsoft.com/office/drawing/2014/main" id="{DBF9C7C9-8357-46C7-8232-A620CB6CF7D6}"/>
              </a:ext>
            </a:extLst>
          </p:cNvPr>
          <p:cNvSpPr>
            <a:spLocks noGrp="1"/>
          </p:cNvSpPr>
          <p:nvPr>
            <p:ph type="ctrTitle" hasCustomPrompt="1"/>
          </p:nvPr>
        </p:nvSpPr>
        <p:spPr>
          <a:xfrm>
            <a:off x="1257300" y="2777333"/>
            <a:ext cx="7543800" cy="1393295"/>
          </a:xfrm>
        </p:spPr>
        <p:txBody>
          <a:bodyPr rtlCol="0" anchor="ctr">
            <a:normAutofit/>
          </a:bodyPr>
          <a:lstStyle>
            <a:lvl1pPr algn="ctr">
              <a:defRPr sz="8000" b="1">
                <a:solidFill>
                  <a:schemeClr val="accent2"/>
                </a:solidFill>
              </a:defRPr>
            </a:lvl1pPr>
          </a:lstStyle>
          <a:p>
            <a:pPr rtl="0"/>
            <a:r>
              <a:rPr lang="vi-VN" noProof="0"/>
              <a:t>Bấm vào để chỉnh sửa</a:t>
            </a:r>
          </a:p>
        </p:txBody>
      </p:sp>
      <p:sp>
        <p:nvSpPr>
          <p:cNvPr id="3" name="Tiêu đề phụ 2">
            <a:extLst>
              <a:ext uri="{FF2B5EF4-FFF2-40B4-BE49-F238E27FC236}">
                <a16:creationId xmlns:a16="http://schemas.microsoft.com/office/drawing/2014/main" id="{06BB22CB-998D-492C-96E8-DB527A79F23E}"/>
              </a:ext>
            </a:extLst>
          </p:cNvPr>
          <p:cNvSpPr>
            <a:spLocks noGrp="1"/>
          </p:cNvSpPr>
          <p:nvPr>
            <p:ph type="subTitle" idx="1" hasCustomPrompt="1"/>
          </p:nvPr>
        </p:nvSpPr>
        <p:spPr>
          <a:xfrm>
            <a:off x="1257300" y="2401956"/>
            <a:ext cx="7543800" cy="411591"/>
          </a:xfrm>
        </p:spPr>
        <p:txBody>
          <a:bodyPr rtlCol="0" anchor="ctr">
            <a:normAutofit/>
          </a:bodyPr>
          <a:lstStyle>
            <a:lvl1pPr marL="0" indent="0" algn="ctr">
              <a:buNone/>
              <a:defRPr sz="1600" i="0"/>
            </a:lvl1pPr>
            <a:lvl2pPr marL="518145" indent="0" algn="ctr">
              <a:buNone/>
              <a:defRPr sz="2267"/>
            </a:lvl2pPr>
            <a:lvl3pPr marL="1036290" indent="0" algn="ctr">
              <a:buNone/>
              <a:defRPr sz="2040"/>
            </a:lvl3pPr>
            <a:lvl4pPr marL="1554434" indent="0" algn="ctr">
              <a:buNone/>
              <a:defRPr sz="1813"/>
            </a:lvl4pPr>
            <a:lvl5pPr marL="2072579" indent="0" algn="ctr">
              <a:buNone/>
              <a:defRPr sz="1813"/>
            </a:lvl5pPr>
            <a:lvl6pPr marL="2590724" indent="0" algn="ctr">
              <a:buNone/>
              <a:defRPr sz="1813"/>
            </a:lvl6pPr>
            <a:lvl7pPr marL="3108869" indent="0" algn="ctr">
              <a:buNone/>
              <a:defRPr sz="1813"/>
            </a:lvl7pPr>
            <a:lvl8pPr marL="3627013" indent="0" algn="ctr">
              <a:buNone/>
              <a:defRPr sz="1813"/>
            </a:lvl8pPr>
            <a:lvl9pPr marL="4145158" indent="0" algn="ctr">
              <a:buNone/>
              <a:defRPr sz="1813"/>
            </a:lvl9pPr>
          </a:lstStyle>
          <a:p>
            <a:pPr rtl="0"/>
            <a:r>
              <a:rPr lang="vi-VN" noProof="0"/>
              <a:t>Bấm để chỉnh sửa kiểu phụ đề của Bản cái</a:t>
            </a:r>
          </a:p>
        </p:txBody>
      </p:sp>
      <p:sp>
        <p:nvSpPr>
          <p:cNvPr id="27" name="Chỗ dành sẵn cho Văn bản 26">
            <a:extLst>
              <a:ext uri="{FF2B5EF4-FFF2-40B4-BE49-F238E27FC236}">
                <a16:creationId xmlns:a16="http://schemas.microsoft.com/office/drawing/2014/main" id="{550AA801-B3B7-4A90-8000-0A09FBCC5819}"/>
              </a:ext>
            </a:extLst>
          </p:cNvPr>
          <p:cNvSpPr>
            <a:spLocks noGrp="1"/>
          </p:cNvSpPr>
          <p:nvPr>
            <p:ph type="body" sz="quarter" idx="10" hasCustomPrompt="1"/>
          </p:nvPr>
        </p:nvSpPr>
        <p:spPr>
          <a:xfrm>
            <a:off x="1257300" y="1202022"/>
            <a:ext cx="7543800" cy="560588"/>
          </a:xfrm>
        </p:spPr>
        <p:txBody>
          <a:bodyPr rtlCol="0"/>
          <a:lstStyle>
            <a:lvl1pPr marL="0" indent="0" algn="ctr">
              <a:buNone/>
              <a:defRPr lang="en-US" sz="2800" b="1" kern="1200" dirty="0" smtClean="0">
                <a:solidFill>
                  <a:schemeClr val="accent2"/>
                </a:solidFill>
                <a:latin typeface="+mj-lt"/>
                <a:ea typeface="+mj-ea"/>
                <a:cs typeface="+mj-cs"/>
              </a:defRPr>
            </a:lvl1pPr>
          </a:lstStyle>
          <a:p>
            <a:pPr lvl="0" rtl="0"/>
            <a:r>
              <a:rPr lang="vi-VN" noProof="0"/>
              <a:t>Bấm để chỉnh sửa kiểu văn bản Bản cái</a:t>
            </a:r>
          </a:p>
          <a:p>
            <a:pPr lvl="1" rtl="0"/>
            <a:endParaRPr lang="vi-VN" noProof="0"/>
          </a:p>
        </p:txBody>
      </p:sp>
      <p:grpSp>
        <p:nvGrpSpPr>
          <p:cNvPr id="17" name="Nhóm 16">
            <a:extLst>
              <a:ext uri="{FF2B5EF4-FFF2-40B4-BE49-F238E27FC236}">
                <a16:creationId xmlns:a16="http://schemas.microsoft.com/office/drawing/2014/main" id="{9ECD1B80-CD4C-445A-8FCA-A5FC65E6F922}"/>
              </a:ext>
              <a:ext uri="{C183D7F6-B498-43B3-948B-1728B52AA6E4}">
                <adec:decorative xmlns:adec="http://schemas.microsoft.com/office/drawing/2017/decorative" val="1"/>
              </a:ext>
            </a:extLst>
          </p:cNvPr>
          <p:cNvGrpSpPr/>
          <p:nvPr userDrawn="1"/>
        </p:nvGrpSpPr>
        <p:grpSpPr>
          <a:xfrm>
            <a:off x="1521488" y="6380849"/>
            <a:ext cx="7015424" cy="0"/>
            <a:chOff x="1386673" y="6089301"/>
            <a:chExt cx="7015424" cy="0"/>
          </a:xfrm>
        </p:grpSpPr>
        <p:cxnSp>
          <p:nvCxnSpPr>
            <p:cNvPr id="13" name="Đường nối Thẳng 12">
              <a:extLst>
                <a:ext uri="{FF2B5EF4-FFF2-40B4-BE49-F238E27FC236}">
                  <a16:creationId xmlns:a16="http://schemas.microsoft.com/office/drawing/2014/main" id="{31F59E4A-EA45-4B01-871F-439D90511917}"/>
                </a:ext>
              </a:extLst>
            </p:cNvPr>
            <p:cNvCxnSpPr>
              <a:cxnSpLocks/>
            </p:cNvCxnSpPr>
            <p:nvPr userDrawn="1"/>
          </p:nvCxnSpPr>
          <p:spPr>
            <a:xfrm>
              <a:off x="1386673" y="6089301"/>
              <a:ext cx="27331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Đường nối Thẳng 15">
              <a:extLst>
                <a:ext uri="{FF2B5EF4-FFF2-40B4-BE49-F238E27FC236}">
                  <a16:creationId xmlns:a16="http://schemas.microsoft.com/office/drawing/2014/main" id="{3E88F26B-0E21-4B7E-AF44-28D640DC0BBB}"/>
                </a:ext>
              </a:extLst>
            </p:cNvPr>
            <p:cNvCxnSpPr>
              <a:cxnSpLocks/>
            </p:cNvCxnSpPr>
            <p:nvPr userDrawn="1"/>
          </p:nvCxnSpPr>
          <p:spPr>
            <a:xfrm>
              <a:off x="5668946" y="6089301"/>
              <a:ext cx="27331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Chỗ dành sẵn cho Văn bản 29">
            <a:extLst>
              <a:ext uri="{FF2B5EF4-FFF2-40B4-BE49-F238E27FC236}">
                <a16:creationId xmlns:a16="http://schemas.microsoft.com/office/drawing/2014/main" id="{FC733AF3-ABC8-42ED-B1D6-472A96B7A8C4}"/>
              </a:ext>
            </a:extLst>
          </p:cNvPr>
          <p:cNvSpPr>
            <a:spLocks noGrp="1"/>
          </p:cNvSpPr>
          <p:nvPr>
            <p:ph type="body" sz="quarter" idx="11" hasCustomPrompt="1"/>
          </p:nvPr>
        </p:nvSpPr>
        <p:spPr>
          <a:xfrm>
            <a:off x="1520825" y="4172948"/>
            <a:ext cx="7016087" cy="874280"/>
          </a:xfrm>
        </p:spPr>
        <p:txBody>
          <a:bodyPr rtlCol="0" anchor="t">
            <a:noAutofit/>
          </a:bodyPr>
          <a:lstStyle>
            <a:lvl1pPr marL="0" indent="0" algn="ctr">
              <a:lnSpc>
                <a:spcPct val="100000"/>
              </a:lnSpc>
              <a:buNone/>
              <a:defRPr sz="1600" i="0"/>
            </a:lvl1pPr>
            <a:lvl8pPr marL="3627014" indent="0" algn="ctr">
              <a:buNone/>
              <a:defRPr lang="en-US" dirty="0" smtClean="0"/>
            </a:lvl8pPr>
            <a:lvl9pPr marL="4145158" indent="0" algn="ctr">
              <a:buNone/>
              <a:defRPr sz="1600" i="1"/>
            </a:lvl9pPr>
          </a:lstStyle>
          <a:p>
            <a:pPr lvl="0" rtl="0"/>
            <a:r>
              <a:rPr lang="vi-VN" noProof="0"/>
              <a:t>Bấm để chỉnh sửa kiểu văn bản Bản cái</a:t>
            </a:r>
          </a:p>
        </p:txBody>
      </p:sp>
      <p:sp>
        <p:nvSpPr>
          <p:cNvPr id="5" name="Chỗ dành sẵn cho Hình ảnh 4">
            <a:extLst>
              <a:ext uri="{FF2B5EF4-FFF2-40B4-BE49-F238E27FC236}">
                <a16:creationId xmlns:a16="http://schemas.microsoft.com/office/drawing/2014/main" id="{9CF77A15-36CB-47A9-BD81-B8A663924DB1}"/>
              </a:ext>
            </a:extLst>
          </p:cNvPr>
          <p:cNvSpPr>
            <a:spLocks noGrp="1"/>
          </p:cNvSpPr>
          <p:nvPr>
            <p:ph type="pic" sz="quarter" idx="15" hasCustomPrompt="1"/>
          </p:nvPr>
        </p:nvSpPr>
        <p:spPr>
          <a:xfrm>
            <a:off x="1846088" y="5944462"/>
            <a:ext cx="2121535" cy="304800"/>
          </a:xfrm>
        </p:spPr>
        <p:txBody>
          <a:bodyPr rtlCol="0">
            <a:noAutofit/>
          </a:bodyPr>
          <a:lstStyle>
            <a:lvl1pPr marL="0" indent="0" algn="ctr">
              <a:buNone/>
              <a:defRPr sz="1400"/>
            </a:lvl1pPr>
          </a:lstStyle>
          <a:p>
            <a:pPr rtl="0"/>
            <a:r>
              <a:rPr lang="vi-VN" noProof="0"/>
              <a:t>Bấm để thêm chữ ký</a:t>
            </a:r>
          </a:p>
        </p:txBody>
      </p:sp>
      <p:sp>
        <p:nvSpPr>
          <p:cNvPr id="34" name="Chỗ dành sẵn cho Văn bản 33">
            <a:extLst>
              <a:ext uri="{FF2B5EF4-FFF2-40B4-BE49-F238E27FC236}">
                <a16:creationId xmlns:a16="http://schemas.microsoft.com/office/drawing/2014/main" id="{FAE11DE9-956E-470F-9502-7B36FD2E0AA4}"/>
              </a:ext>
            </a:extLst>
          </p:cNvPr>
          <p:cNvSpPr>
            <a:spLocks noGrp="1"/>
          </p:cNvSpPr>
          <p:nvPr>
            <p:ph type="body" sz="quarter" idx="13" hasCustomPrompt="1"/>
          </p:nvPr>
        </p:nvSpPr>
        <p:spPr>
          <a:xfrm>
            <a:off x="1520825" y="6455344"/>
            <a:ext cx="2733675" cy="614362"/>
          </a:xfrm>
        </p:spPr>
        <p:txBody>
          <a:bodyPr rtlCol="0">
            <a:noAutofit/>
          </a:bodyPr>
          <a:lstStyle>
            <a:lvl1pPr marL="0" indent="0" algn="ctr">
              <a:buNone/>
              <a:defRPr sz="1200"/>
            </a:lvl1pPr>
          </a:lstStyle>
          <a:p>
            <a:pPr lvl="0" rtl="0"/>
            <a:r>
              <a:rPr lang="vi-VN" noProof="0"/>
              <a:t>Bấm để chỉnh sửa kiểu văn bản Bản cái</a:t>
            </a:r>
          </a:p>
        </p:txBody>
      </p:sp>
      <p:sp>
        <p:nvSpPr>
          <p:cNvPr id="36" name="Chỗ dành sẵn cho Văn bản 35">
            <a:extLst>
              <a:ext uri="{FF2B5EF4-FFF2-40B4-BE49-F238E27FC236}">
                <a16:creationId xmlns:a16="http://schemas.microsoft.com/office/drawing/2014/main" id="{4EE4C332-9E0F-4BBE-92DA-2C206B488A4C}"/>
              </a:ext>
            </a:extLst>
          </p:cNvPr>
          <p:cNvSpPr>
            <a:spLocks noGrp="1"/>
          </p:cNvSpPr>
          <p:nvPr>
            <p:ph type="body" sz="quarter" idx="14" hasCustomPrompt="1"/>
          </p:nvPr>
        </p:nvSpPr>
        <p:spPr>
          <a:xfrm>
            <a:off x="5803761" y="5945916"/>
            <a:ext cx="2733675" cy="407987"/>
          </a:xfrm>
        </p:spPr>
        <p:txBody>
          <a:bodyPr rtlCol="0">
            <a:noAutofit/>
          </a:bodyPr>
          <a:lstStyle>
            <a:lvl1pPr marL="0" indent="0" algn="ctr">
              <a:buNone/>
              <a:defRPr sz="1600"/>
            </a:lvl1pPr>
          </a:lstStyle>
          <a:p>
            <a:pPr lvl="0" rtl="0"/>
            <a:r>
              <a:rPr lang="vi-VN" noProof="0"/>
              <a:t>Bấm để chỉnh sửa kiểu văn bản Bản cái</a:t>
            </a:r>
          </a:p>
        </p:txBody>
      </p:sp>
      <p:sp>
        <p:nvSpPr>
          <p:cNvPr id="32" name="Chỗ dành sẵn cho Văn bản 31">
            <a:extLst>
              <a:ext uri="{FF2B5EF4-FFF2-40B4-BE49-F238E27FC236}">
                <a16:creationId xmlns:a16="http://schemas.microsoft.com/office/drawing/2014/main" id="{9FD79214-BEC5-46A6-A4ED-946257CB51C3}"/>
              </a:ext>
            </a:extLst>
          </p:cNvPr>
          <p:cNvSpPr>
            <a:spLocks noGrp="1"/>
          </p:cNvSpPr>
          <p:nvPr>
            <p:ph type="body" sz="quarter" idx="12" hasCustomPrompt="1"/>
          </p:nvPr>
        </p:nvSpPr>
        <p:spPr>
          <a:xfrm>
            <a:off x="5803900" y="6455343"/>
            <a:ext cx="2733675" cy="614363"/>
          </a:xfrm>
        </p:spPr>
        <p:txBody>
          <a:bodyPr rtlCol="0">
            <a:noAutofit/>
          </a:bodyPr>
          <a:lstStyle>
            <a:lvl1pPr marL="0" indent="0" algn="ctr">
              <a:buNone/>
              <a:defRPr sz="1200"/>
            </a:lvl1pPr>
          </a:lstStyle>
          <a:p>
            <a:pPr lvl="0" rtl="0"/>
            <a:r>
              <a:rPr lang="vi-VN" noProof="0"/>
              <a:t>Bấm để chỉnh sửa kiểu văn bản Bản cái</a:t>
            </a:r>
          </a:p>
        </p:txBody>
      </p:sp>
    </p:spTree>
    <p:extLst>
      <p:ext uri="{BB962C8B-B14F-4D97-AF65-F5344CB8AC3E}">
        <p14:creationId xmlns:p14="http://schemas.microsoft.com/office/powerpoint/2010/main" val="218111345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D85251FA-6134-4CBD-BB39-F2BA1A95F5DF}"/>
              </a:ext>
            </a:extLst>
          </p:cNvPr>
          <p:cNvSpPr>
            <a:spLocks noGrp="1"/>
          </p:cNvSpPr>
          <p:nvPr>
            <p:ph type="title"/>
          </p:nvPr>
        </p:nvSpPr>
        <p:spPr>
          <a:xfrm>
            <a:off x="691515" y="413809"/>
            <a:ext cx="8675370" cy="1502305"/>
          </a:xfrm>
          <a:prstGeom prst="rect">
            <a:avLst/>
          </a:prstGeom>
        </p:spPr>
        <p:txBody>
          <a:bodyPr vert="horz" lIns="91440" tIns="45720" rIns="91440" bIns="45720" rtlCol="0" anchor="ctr">
            <a:normAutofit/>
          </a:bodyPr>
          <a:lstStyle/>
          <a:p>
            <a:pPr rtl="0"/>
            <a:r>
              <a:rPr lang="vi-VN" noProof="0"/>
              <a:t>Bấm để chỉnh sửa kiểu tiêu đề Bản cái</a:t>
            </a:r>
          </a:p>
        </p:txBody>
      </p:sp>
      <p:sp>
        <p:nvSpPr>
          <p:cNvPr id="3" name="Chỗ dành sẵn cho Văn bản 2">
            <a:extLst>
              <a:ext uri="{FF2B5EF4-FFF2-40B4-BE49-F238E27FC236}">
                <a16:creationId xmlns:a16="http://schemas.microsoft.com/office/drawing/2014/main" id="{3C1891B6-599C-4DF8-BD01-417EFEB0F7AB}"/>
              </a:ext>
            </a:extLst>
          </p:cNvPr>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4" name="Chỗ dành sẵn cho Ngày tháng 3">
            <a:extLst>
              <a:ext uri="{FF2B5EF4-FFF2-40B4-BE49-F238E27FC236}">
                <a16:creationId xmlns:a16="http://schemas.microsoft.com/office/drawing/2014/main" id="{6C0A63D7-F918-4F6C-9D4C-C4AFA8A2A7B1}"/>
              </a:ext>
            </a:extLst>
          </p:cNvPr>
          <p:cNvSpPr>
            <a:spLocks noGrp="1"/>
          </p:cNvSpPr>
          <p:nvPr>
            <p:ph type="dt" sz="half" idx="2"/>
          </p:nvPr>
        </p:nvSpPr>
        <p:spPr>
          <a:xfrm>
            <a:off x="691515" y="7203864"/>
            <a:ext cx="2263140" cy="413808"/>
          </a:xfrm>
          <a:prstGeom prst="rect">
            <a:avLst/>
          </a:prstGeom>
        </p:spPr>
        <p:txBody>
          <a:bodyPr vert="horz" lIns="91440" tIns="45720" rIns="91440" bIns="45720" rtlCol="0" anchor="ctr"/>
          <a:lstStyle>
            <a:lvl1pPr algn="l">
              <a:defRPr sz="1360">
                <a:solidFill>
                  <a:schemeClr val="tx1">
                    <a:tint val="75000"/>
                  </a:schemeClr>
                </a:solidFill>
              </a:defRPr>
            </a:lvl1pPr>
          </a:lstStyle>
          <a:p>
            <a:pPr rtl="0"/>
            <a:fld id="{9AE6F2DF-237D-4715-AFC2-D86654F207B3}" type="datetime1">
              <a:rPr lang="vi-VN" noProof="0" smtClean="0"/>
              <a:t>30/10/2026</a:t>
            </a:fld>
            <a:endParaRPr lang="vi-VN" noProof="0"/>
          </a:p>
        </p:txBody>
      </p:sp>
      <p:sp>
        <p:nvSpPr>
          <p:cNvPr id="5" name="Chỗ dành sẵn cho Chân trang 4">
            <a:extLst>
              <a:ext uri="{FF2B5EF4-FFF2-40B4-BE49-F238E27FC236}">
                <a16:creationId xmlns:a16="http://schemas.microsoft.com/office/drawing/2014/main" id="{D62059C6-2FDB-4148-8148-9DB1E7B8E602}"/>
              </a:ext>
            </a:extLst>
          </p:cNvPr>
          <p:cNvSpPr>
            <a:spLocks noGrp="1"/>
          </p:cNvSpPr>
          <p:nvPr>
            <p:ph type="ftr" sz="quarter" idx="3"/>
          </p:nvPr>
        </p:nvSpPr>
        <p:spPr>
          <a:xfrm>
            <a:off x="3331845" y="7203864"/>
            <a:ext cx="3394710" cy="413808"/>
          </a:xfrm>
          <a:prstGeom prst="rect">
            <a:avLst/>
          </a:prstGeom>
        </p:spPr>
        <p:txBody>
          <a:bodyPr vert="horz" lIns="91440" tIns="45720" rIns="91440" bIns="45720" rtlCol="0" anchor="ctr"/>
          <a:lstStyle>
            <a:lvl1pPr algn="ctr">
              <a:defRPr sz="1360">
                <a:solidFill>
                  <a:schemeClr val="tx1">
                    <a:tint val="75000"/>
                  </a:schemeClr>
                </a:solidFill>
              </a:defRPr>
            </a:lvl1pPr>
          </a:lstStyle>
          <a:p>
            <a:pPr rtl="0"/>
            <a:endParaRPr lang="vi-VN" noProof="0"/>
          </a:p>
        </p:txBody>
      </p:sp>
      <p:sp>
        <p:nvSpPr>
          <p:cNvPr id="6" name="Chỗ dành sẵn cho Số hiệu Bản chiếu 5">
            <a:extLst>
              <a:ext uri="{FF2B5EF4-FFF2-40B4-BE49-F238E27FC236}">
                <a16:creationId xmlns:a16="http://schemas.microsoft.com/office/drawing/2014/main" id="{A23765E5-40CD-4031-975D-FA668FEBE41C}"/>
              </a:ext>
            </a:extLst>
          </p:cNvPr>
          <p:cNvSpPr>
            <a:spLocks noGrp="1"/>
          </p:cNvSpPr>
          <p:nvPr>
            <p:ph type="sldNum" sz="quarter" idx="4"/>
          </p:nvPr>
        </p:nvSpPr>
        <p:spPr>
          <a:xfrm>
            <a:off x="7103745" y="7203864"/>
            <a:ext cx="2263140" cy="413808"/>
          </a:xfrm>
          <a:prstGeom prst="rect">
            <a:avLst/>
          </a:prstGeom>
        </p:spPr>
        <p:txBody>
          <a:bodyPr vert="horz" lIns="91440" tIns="45720" rIns="91440" bIns="45720" rtlCol="0" anchor="ctr"/>
          <a:lstStyle>
            <a:lvl1pPr algn="r">
              <a:defRPr sz="1360">
                <a:solidFill>
                  <a:schemeClr val="tx1">
                    <a:tint val="75000"/>
                  </a:schemeClr>
                </a:solidFill>
              </a:defRPr>
            </a:lvl1pPr>
          </a:lstStyle>
          <a:p>
            <a:pPr rtl="0"/>
            <a:fld id="{6BF11243-279D-4A2D-A8E8-2560CF4D0E6B}" type="slidenum">
              <a:rPr lang="vi-VN" noProof="0" smtClean="0"/>
              <a:t>‹#›</a:t>
            </a:fld>
            <a:endParaRPr lang="vi-VN" noProof="0"/>
          </a:p>
        </p:txBody>
      </p:sp>
    </p:spTree>
    <p:extLst>
      <p:ext uri="{BB962C8B-B14F-4D97-AF65-F5344CB8AC3E}">
        <p14:creationId xmlns:p14="http://schemas.microsoft.com/office/powerpoint/2010/main" val="3414360895"/>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defTabSz="1036290" rtl="0" eaLnBrk="1" latinLnBrk="0" hangingPunct="1">
        <a:lnSpc>
          <a:spcPct val="90000"/>
        </a:lnSpc>
        <a:spcBef>
          <a:spcPct val="0"/>
        </a:spcBef>
        <a:buNone/>
        <a:defRPr sz="4987" kern="1200">
          <a:solidFill>
            <a:schemeClr val="tx1"/>
          </a:solidFill>
          <a:latin typeface="+mj-lt"/>
          <a:ea typeface="+mj-ea"/>
          <a:cs typeface="+mj-cs"/>
        </a:defRPr>
      </a:lvl1pPr>
    </p:titleStyle>
    <p:bodyStyle>
      <a:lvl1pPr marL="259072" indent="-259072" algn="l" defTabSz="1036290" rtl="0" eaLnBrk="1" latinLnBrk="0" hangingPunct="1">
        <a:lnSpc>
          <a:spcPct val="90000"/>
        </a:lnSpc>
        <a:spcBef>
          <a:spcPts val="1133"/>
        </a:spcBef>
        <a:buFont typeface="Arial" panose="020B0604020202020204" pitchFamily="34" charset="0"/>
        <a:buChar char="•"/>
        <a:defRPr sz="3173" kern="1200">
          <a:solidFill>
            <a:schemeClr val="tx1"/>
          </a:solidFill>
          <a:latin typeface="+mn-lt"/>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720" kern="1200">
          <a:solidFill>
            <a:schemeClr val="tx1"/>
          </a:solidFill>
          <a:latin typeface="+mn-lt"/>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267" kern="1200">
          <a:solidFill>
            <a:schemeClr val="tx1"/>
          </a:solidFill>
          <a:latin typeface="+mn-lt"/>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n-US"/>
      </a:defPPr>
      <a:lvl1pPr marL="0" algn="l" defTabSz="1036290" rtl="0" eaLnBrk="1" latinLnBrk="0" hangingPunct="1">
        <a:defRPr sz="2040" kern="1200">
          <a:solidFill>
            <a:schemeClr val="tx1"/>
          </a:solidFill>
          <a:latin typeface="+mn-lt"/>
          <a:ea typeface="+mn-ea"/>
          <a:cs typeface="+mn-cs"/>
        </a:defRPr>
      </a:lvl1pPr>
      <a:lvl2pPr marL="518145" algn="l" defTabSz="1036290" rtl="0" eaLnBrk="1" latinLnBrk="0" hangingPunct="1">
        <a:defRPr sz="2040" kern="1200">
          <a:solidFill>
            <a:schemeClr val="tx1"/>
          </a:solidFill>
          <a:latin typeface="+mn-lt"/>
          <a:ea typeface="+mn-ea"/>
          <a:cs typeface="+mn-cs"/>
        </a:defRPr>
      </a:lvl2pPr>
      <a:lvl3pPr marL="1036290" algn="l" defTabSz="1036290" rtl="0" eaLnBrk="1" latinLnBrk="0" hangingPunct="1">
        <a:defRPr sz="2040" kern="1200">
          <a:solidFill>
            <a:schemeClr val="tx1"/>
          </a:solidFill>
          <a:latin typeface="+mn-lt"/>
          <a:ea typeface="+mn-ea"/>
          <a:cs typeface="+mn-cs"/>
        </a:defRPr>
      </a:lvl3pPr>
      <a:lvl4pPr marL="1554434" algn="l" defTabSz="1036290" rtl="0" eaLnBrk="1" latinLnBrk="0" hangingPunct="1">
        <a:defRPr sz="2040" kern="1200">
          <a:solidFill>
            <a:schemeClr val="tx1"/>
          </a:solidFill>
          <a:latin typeface="+mn-lt"/>
          <a:ea typeface="+mn-ea"/>
          <a:cs typeface="+mn-cs"/>
        </a:defRPr>
      </a:lvl4pPr>
      <a:lvl5pPr marL="2072579" algn="l" defTabSz="1036290" rtl="0" eaLnBrk="1" latinLnBrk="0" hangingPunct="1">
        <a:defRPr sz="2040" kern="1200">
          <a:solidFill>
            <a:schemeClr val="tx1"/>
          </a:solidFill>
          <a:latin typeface="+mn-lt"/>
          <a:ea typeface="+mn-ea"/>
          <a:cs typeface="+mn-cs"/>
        </a:defRPr>
      </a:lvl5pPr>
      <a:lvl6pPr marL="2590724" algn="l" defTabSz="1036290" rtl="0" eaLnBrk="1" latinLnBrk="0" hangingPunct="1">
        <a:defRPr sz="2040" kern="1200">
          <a:solidFill>
            <a:schemeClr val="tx1"/>
          </a:solidFill>
          <a:latin typeface="+mn-lt"/>
          <a:ea typeface="+mn-ea"/>
          <a:cs typeface="+mn-cs"/>
        </a:defRPr>
      </a:lvl6pPr>
      <a:lvl7pPr marL="3108869" algn="l" defTabSz="1036290" rtl="0" eaLnBrk="1" latinLnBrk="0" hangingPunct="1">
        <a:defRPr sz="2040" kern="1200">
          <a:solidFill>
            <a:schemeClr val="tx1"/>
          </a:solidFill>
          <a:latin typeface="+mn-lt"/>
          <a:ea typeface="+mn-ea"/>
          <a:cs typeface="+mn-cs"/>
        </a:defRPr>
      </a:lvl7pPr>
      <a:lvl8pPr marL="3627013" algn="l" defTabSz="1036290" rtl="0" eaLnBrk="1" latinLnBrk="0" hangingPunct="1">
        <a:defRPr sz="2040" kern="1200">
          <a:solidFill>
            <a:schemeClr val="tx1"/>
          </a:solidFill>
          <a:latin typeface="+mn-lt"/>
          <a:ea typeface="+mn-ea"/>
          <a:cs typeface="+mn-cs"/>
        </a:defRPr>
      </a:lvl8pPr>
      <a:lvl9pPr marL="4145158" algn="l" defTabSz="1036290" rtl="0" eaLnBrk="1" latinLnBrk="0" hangingPunct="1">
        <a:defRPr sz="20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4F011E3-F5DC-41B0-8616-F644B15C1958}"/>
              </a:ext>
            </a:extLst>
          </p:cNvPr>
          <p:cNvSpPr>
            <a:spLocks noGrp="1"/>
          </p:cNvSpPr>
          <p:nvPr>
            <p:ph type="ctrTitle"/>
          </p:nvPr>
        </p:nvSpPr>
        <p:spPr>
          <a:xfrm>
            <a:off x="1257300" y="2777333"/>
            <a:ext cx="7543800" cy="1393295"/>
          </a:xfrm>
        </p:spPr>
        <p:txBody>
          <a:bodyPr rtlCol="0"/>
          <a:lstStyle/>
          <a:p>
            <a:pPr rtl="0"/>
            <a:r>
              <a:rPr lang="vi-VN"/>
              <a:t>Neja Benjaree</a:t>
            </a:r>
          </a:p>
        </p:txBody>
      </p:sp>
      <p:sp>
        <p:nvSpPr>
          <p:cNvPr id="3" name="Tiêu đề phụ 2">
            <a:extLst>
              <a:ext uri="{FF2B5EF4-FFF2-40B4-BE49-F238E27FC236}">
                <a16:creationId xmlns:a16="http://schemas.microsoft.com/office/drawing/2014/main" id="{DAC1CD09-24D8-4C4C-BFA1-4B2C4E5FB3E8}"/>
              </a:ext>
            </a:extLst>
          </p:cNvPr>
          <p:cNvSpPr>
            <a:spLocks noGrp="1"/>
          </p:cNvSpPr>
          <p:nvPr>
            <p:ph type="subTitle" idx="1"/>
          </p:nvPr>
        </p:nvSpPr>
        <p:spPr>
          <a:xfrm>
            <a:off x="1257300" y="2401956"/>
            <a:ext cx="7543800" cy="411591"/>
          </a:xfrm>
        </p:spPr>
        <p:txBody>
          <a:bodyPr rtlCol="0"/>
          <a:lstStyle/>
          <a:p>
            <a:pPr rtl="0"/>
            <a:r>
              <a:rPr lang="vi-VN"/>
              <a:t>Chứng chỉ này được trao cho</a:t>
            </a:r>
          </a:p>
        </p:txBody>
      </p:sp>
      <p:sp>
        <p:nvSpPr>
          <p:cNvPr id="6" name="Chỗ dành sẵn cho Văn bản 5">
            <a:extLst>
              <a:ext uri="{FF2B5EF4-FFF2-40B4-BE49-F238E27FC236}">
                <a16:creationId xmlns:a16="http://schemas.microsoft.com/office/drawing/2014/main" id="{0378C5BC-41AF-4353-B07C-3E1AE40721D7}"/>
              </a:ext>
            </a:extLst>
          </p:cNvPr>
          <p:cNvSpPr>
            <a:spLocks noGrp="1"/>
          </p:cNvSpPr>
          <p:nvPr>
            <p:ph type="body" sz="quarter" idx="10"/>
          </p:nvPr>
        </p:nvSpPr>
        <p:spPr>
          <a:xfrm>
            <a:off x="1257300" y="1202022"/>
            <a:ext cx="7543800" cy="560588"/>
          </a:xfrm>
        </p:spPr>
        <p:txBody>
          <a:bodyPr rtlCol="0"/>
          <a:lstStyle/>
          <a:p>
            <a:pPr rtl="0"/>
            <a:r>
              <a:rPr lang="vi-VN"/>
              <a:t>Giải thưởng Nhân viên Xuất sắc</a:t>
            </a:r>
          </a:p>
        </p:txBody>
      </p:sp>
      <p:sp>
        <p:nvSpPr>
          <p:cNvPr id="7" name="Chỗ dành sẵn cho Văn bản 6">
            <a:extLst>
              <a:ext uri="{FF2B5EF4-FFF2-40B4-BE49-F238E27FC236}">
                <a16:creationId xmlns:a16="http://schemas.microsoft.com/office/drawing/2014/main" id="{7906EF62-9529-4839-9BB0-31DCC4935790}"/>
              </a:ext>
            </a:extLst>
          </p:cNvPr>
          <p:cNvSpPr>
            <a:spLocks noGrp="1"/>
          </p:cNvSpPr>
          <p:nvPr>
            <p:ph type="body" sz="quarter" idx="11"/>
          </p:nvPr>
        </p:nvSpPr>
        <p:spPr>
          <a:xfrm>
            <a:off x="1520825" y="4172948"/>
            <a:ext cx="7016087" cy="874280"/>
          </a:xfrm>
        </p:spPr>
        <p:txBody>
          <a:bodyPr rtlCol="0"/>
          <a:lstStyle/>
          <a:p>
            <a:pPr rtl="0"/>
            <a:r>
              <a:rPr lang="vi-VN"/>
              <a:t>cho thành tích xuất sắc trong Sprint Bán hàng Mùa thu. Chúng tôi đánh giá cao sự làm việc chăm chỉ của bạn và kỷ niệm thành tích xuất sắc của bạn là “Đã Chốt Nhiều Giao Dịch Nhất” trong sự kiện này. </a:t>
            </a:r>
          </a:p>
        </p:txBody>
      </p:sp>
      <p:pic>
        <p:nvPicPr>
          <p:cNvPr id="18" name="Chỗ dành sẵn cho Hình ảnh 17" descr="Chỗ dành sẵn cho Chữ ký">
            <a:extLst>
              <a:ext uri="{FF2B5EF4-FFF2-40B4-BE49-F238E27FC236}">
                <a16:creationId xmlns:a16="http://schemas.microsoft.com/office/drawing/2014/main" id="{8967CA9B-E3C4-4F49-85E5-FDA1B303DB39}"/>
              </a:ext>
            </a:extLst>
          </p:cNvPr>
          <p:cNvPicPr>
            <a:picLocks noGrp="1" noChangeAspect="1"/>
          </p:cNvPicPr>
          <p:nvPr>
            <p:ph type="pic" sz="quarter" idx="15"/>
          </p:nvPr>
        </p:nvPicPr>
        <p:blipFill rotWithShape="1">
          <a:blip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846088" y="5944462"/>
            <a:ext cx="2121535" cy="304800"/>
          </a:xfrm>
        </p:spPr>
      </p:pic>
      <p:sp>
        <p:nvSpPr>
          <p:cNvPr id="9" name="Chỗ dành sẵn cho Văn bản 8">
            <a:extLst>
              <a:ext uri="{FF2B5EF4-FFF2-40B4-BE49-F238E27FC236}">
                <a16:creationId xmlns:a16="http://schemas.microsoft.com/office/drawing/2014/main" id="{36EB75D7-EDBB-4A36-B5E0-36EF991EE45D}"/>
              </a:ext>
            </a:extLst>
          </p:cNvPr>
          <p:cNvSpPr>
            <a:spLocks noGrp="1"/>
          </p:cNvSpPr>
          <p:nvPr>
            <p:ph type="body" sz="quarter" idx="13"/>
          </p:nvPr>
        </p:nvSpPr>
        <p:spPr>
          <a:xfrm>
            <a:off x="1520825" y="6455344"/>
            <a:ext cx="2733675" cy="614362"/>
          </a:xfrm>
        </p:spPr>
        <p:txBody>
          <a:bodyPr rtlCol="0"/>
          <a:lstStyle/>
          <a:p>
            <a:pPr rtl="0"/>
            <a:r>
              <a:rPr lang="vi-VN"/>
              <a:t>Payton Davis, CMO</a:t>
            </a:r>
          </a:p>
        </p:txBody>
      </p:sp>
      <p:sp>
        <p:nvSpPr>
          <p:cNvPr id="16" name="Chỗ dành sẵn cho Văn bản 15">
            <a:extLst>
              <a:ext uri="{FF2B5EF4-FFF2-40B4-BE49-F238E27FC236}">
                <a16:creationId xmlns:a16="http://schemas.microsoft.com/office/drawing/2014/main" id="{59B7B811-0506-4631-BB92-0C9811479E51}"/>
              </a:ext>
            </a:extLst>
          </p:cNvPr>
          <p:cNvSpPr>
            <a:spLocks noGrp="1"/>
          </p:cNvSpPr>
          <p:nvPr>
            <p:ph type="body" sz="quarter" idx="14"/>
          </p:nvPr>
        </p:nvSpPr>
        <p:spPr>
          <a:xfrm>
            <a:off x="5803761" y="5945916"/>
            <a:ext cx="2733675" cy="407987"/>
          </a:xfrm>
        </p:spPr>
        <p:txBody>
          <a:bodyPr rtlCol="0"/>
          <a:lstStyle/>
          <a:p>
            <a:pPr rtl="0"/>
            <a:r>
              <a:rPr lang="vi-VN"/>
              <a:t>4 tháng Giêng, 20XX</a:t>
            </a:r>
          </a:p>
        </p:txBody>
      </p:sp>
      <p:sp>
        <p:nvSpPr>
          <p:cNvPr id="8" name="Chỗ dành sẵn cho Văn bản 7">
            <a:extLst>
              <a:ext uri="{FF2B5EF4-FFF2-40B4-BE49-F238E27FC236}">
                <a16:creationId xmlns:a16="http://schemas.microsoft.com/office/drawing/2014/main" id="{9C1B35EC-F6FB-4069-96E4-FC59F2ECF632}"/>
              </a:ext>
            </a:extLst>
          </p:cNvPr>
          <p:cNvSpPr>
            <a:spLocks noGrp="1"/>
          </p:cNvSpPr>
          <p:nvPr>
            <p:ph type="body" sz="quarter" idx="12"/>
          </p:nvPr>
        </p:nvSpPr>
        <p:spPr>
          <a:xfrm>
            <a:off x="5803900" y="6455343"/>
            <a:ext cx="2733675" cy="614363"/>
          </a:xfrm>
        </p:spPr>
        <p:txBody>
          <a:bodyPr rtlCol="0"/>
          <a:lstStyle/>
          <a:p>
            <a:pPr rtl="0"/>
            <a:r>
              <a:rPr lang="vi-VN"/>
              <a:t>Ngày</a:t>
            </a:r>
          </a:p>
        </p:txBody>
      </p:sp>
    </p:spTree>
    <p:extLst>
      <p:ext uri="{BB962C8B-B14F-4D97-AF65-F5344CB8AC3E}">
        <p14:creationId xmlns:p14="http://schemas.microsoft.com/office/powerpoint/2010/main" val="1755178900"/>
      </p:ext>
    </p:extLst>
  </p:cSld>
  <p:clrMapOvr>
    <a:masterClrMapping/>
  </p:clrMapOvr>
</p:sld>
</file>

<file path=ppt/theme/theme1.xml><?xml version="1.0" encoding="utf-8"?>
<a:theme xmlns:a="http://schemas.openxmlformats.org/drawingml/2006/main" name="Chủ đề Office">
  <a:themeElements>
    <a:clrScheme name="Employee Excellence">
      <a:dk1>
        <a:sysClr val="windowText" lastClr="000000"/>
      </a:dk1>
      <a:lt1>
        <a:sysClr val="window" lastClr="FFFFFF"/>
      </a:lt1>
      <a:dk2>
        <a:srgbClr val="44546A"/>
      </a:dk2>
      <a:lt2>
        <a:srgbClr val="E7E6E6"/>
      </a:lt2>
      <a:accent1>
        <a:srgbClr val="86A19A"/>
      </a:accent1>
      <a:accent2>
        <a:srgbClr val="FDFDFD"/>
      </a:accent2>
      <a:accent3>
        <a:srgbClr val="A5A5A5"/>
      </a:accent3>
      <a:accent4>
        <a:srgbClr val="B85C7D"/>
      </a:accent4>
      <a:accent5>
        <a:srgbClr val="E26E26"/>
      </a:accent5>
      <a:accent6>
        <a:srgbClr val="396293"/>
      </a:accent6>
      <a:hlink>
        <a:srgbClr val="0563C1"/>
      </a:hlink>
      <a:folHlink>
        <a:srgbClr val="954F72"/>
      </a:folHlink>
    </a:clrScheme>
    <a:fontScheme name="Custom 49">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TaxCatchAll xmlns="230e9df3-be65-4c73-a93b-d1236ebd677e"/>
    <MediaServiceKeyPoints xmlns="71af3243-3dd4-4a8d-8c0d-dd76da1f02a5" xsi:nil="true"/>
    <ImageTagsTaxHTField xmlns="71af3243-3dd4-4a8d-8c0d-dd76da1f02a5">
      <Terms xmlns="http://schemas.microsoft.com/office/infopath/2007/PartnerControls"/>
    </ImageTagsTaxHTFiel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7E6D46-6E45-42C4-BF36-BF1677DCEFF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8519917-F5CD-4C70-ACBC-3F7EAE3DDCED}">
  <ds:schemaRefs>
    <ds:schemaRef ds:uri="http://schemas.microsoft.com/sharepoint/v3/contenttype/forms"/>
  </ds:schemaRefs>
</ds:datastoreItem>
</file>

<file path=customXml/itemProps3.xml><?xml version="1.0" encoding="utf-8"?>
<ds:datastoreItem xmlns:ds="http://schemas.openxmlformats.org/officeDocument/2006/customXml" ds:itemID="{4C33D71A-D08E-4E7E-8C50-5302FD5AF7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TM03460503</Template>
  <TotalTime>0</TotalTime>
  <Words>72</Words>
  <Application>Microsoft Office PowerPoint</Application>
  <PresentationFormat>Tùy chỉnh</PresentationFormat>
  <Paragraphs>8</Paragraphs>
  <Slides>1</Slides>
  <Notes>1</Notes>
  <HiddenSlides>0</HiddenSlides>
  <MMClips>0</MMClips>
  <ScaleCrop>false</ScaleCrop>
  <HeadingPairs>
    <vt:vector size="4" baseType="variant">
      <vt:variant>
        <vt:lpstr>Chủ đề</vt:lpstr>
      </vt:variant>
      <vt:variant>
        <vt:i4>1</vt:i4>
      </vt:variant>
      <vt:variant>
        <vt:lpstr>Tiêu đề Bản chiếu</vt:lpstr>
      </vt:variant>
      <vt:variant>
        <vt:i4>1</vt:i4>
      </vt:variant>
    </vt:vector>
  </HeadingPairs>
  <TitlesOfParts>
    <vt:vector size="2" baseType="lpstr">
      <vt:lpstr>Chủ đề Office</vt:lpstr>
      <vt:lpstr>Neja Benjaree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2026-10-30T12:40:13Z</dcterms:created>
  <dcterms:modified xsi:type="dcterms:W3CDTF">2026-10-30T12:40:33Z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