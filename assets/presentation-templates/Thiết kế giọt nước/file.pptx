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9"/>
  </p:notesMasterIdLst>
  <p:handoutMasterIdLst>
    <p:handoutMasterId r:id="rId20"/>
  </p:handoutMasterIdLst>
  <p:sldIdLst>
    <p:sldId id="256" r:id="rId5"/>
    <p:sldId id="302" r:id="rId6"/>
    <p:sldId id="303" r:id="rId7"/>
    <p:sldId id="280" r:id="rId8"/>
    <p:sldId id="305" r:id="rId9"/>
    <p:sldId id="310" r:id="rId10"/>
    <p:sldId id="306" r:id="rId11"/>
    <p:sldId id="307" r:id="rId12"/>
    <p:sldId id="309" r:id="rId13"/>
    <p:sldId id="311" r:id="rId14"/>
    <p:sldId id="304" r:id="rId15"/>
    <p:sldId id="308" r:id="rId16"/>
    <p:sldId id="300" r:id="rId17"/>
    <p:sldId id="281" r:id="rId18"/>
  </p:sldIdLst>
  <p:sldSz cx="12192000" cy="6858000"/>
  <p:notesSz cx="6858000" cy="9144000"/>
  <p:defaultTextStyle>
    <a:defPPr rtl="0">
      <a:defRPr lang="vi-VN"/>
    </a:defPPr>
    <a:lvl1pPr marL="0" algn="l" defTabSz="914400" rtl="0" eaLnBrk="1" latinLnBrk="0" hangingPunct="1">
      <a:defRPr lang="vi-VN" sz="1800" kern="1200">
        <a:solidFill>
          <a:schemeClr val="tx1"/>
        </a:solidFill>
        <a:latin typeface="+mn-lt"/>
        <a:ea typeface="+mn-ea"/>
        <a:cs typeface="+mn-cs"/>
      </a:defRPr>
    </a:lvl1pPr>
    <a:lvl2pPr marL="457200" algn="l" defTabSz="914400" rtl="0" eaLnBrk="1" latinLnBrk="0" hangingPunct="1">
      <a:defRPr lang="vi-VN" sz="1800" kern="1200">
        <a:solidFill>
          <a:schemeClr val="tx1"/>
        </a:solidFill>
        <a:latin typeface="+mn-lt"/>
        <a:ea typeface="+mn-ea"/>
        <a:cs typeface="+mn-cs"/>
      </a:defRPr>
    </a:lvl2pPr>
    <a:lvl3pPr marL="914400" algn="l" defTabSz="914400" rtl="0" eaLnBrk="1" latinLnBrk="0" hangingPunct="1">
      <a:defRPr lang="vi-VN" sz="1800" kern="1200">
        <a:solidFill>
          <a:schemeClr val="tx1"/>
        </a:solidFill>
        <a:latin typeface="+mn-lt"/>
        <a:ea typeface="+mn-ea"/>
        <a:cs typeface="+mn-cs"/>
      </a:defRPr>
    </a:lvl3pPr>
    <a:lvl4pPr marL="1371600" algn="l" defTabSz="914400" rtl="0" eaLnBrk="1" latinLnBrk="0" hangingPunct="1">
      <a:defRPr lang="vi-VN" sz="1800" kern="1200">
        <a:solidFill>
          <a:schemeClr val="tx1"/>
        </a:solidFill>
        <a:latin typeface="+mn-lt"/>
        <a:ea typeface="+mn-ea"/>
        <a:cs typeface="+mn-cs"/>
      </a:defRPr>
    </a:lvl4pPr>
    <a:lvl5pPr marL="1828800" algn="l" defTabSz="914400" rtl="0" eaLnBrk="1" latinLnBrk="0" hangingPunct="1">
      <a:defRPr lang="vi-VN" sz="1800" kern="1200">
        <a:solidFill>
          <a:schemeClr val="tx1"/>
        </a:solidFill>
        <a:latin typeface="+mn-lt"/>
        <a:ea typeface="+mn-ea"/>
        <a:cs typeface="+mn-cs"/>
      </a:defRPr>
    </a:lvl5pPr>
    <a:lvl6pPr marL="2286000" algn="l" defTabSz="914400" rtl="0" eaLnBrk="1" latinLnBrk="0" hangingPunct="1">
      <a:defRPr lang="vi-VN" sz="1800" kern="1200">
        <a:solidFill>
          <a:schemeClr val="tx1"/>
        </a:solidFill>
        <a:latin typeface="+mn-lt"/>
        <a:ea typeface="+mn-ea"/>
        <a:cs typeface="+mn-cs"/>
      </a:defRPr>
    </a:lvl6pPr>
    <a:lvl7pPr marL="2743200" algn="l" defTabSz="914400" rtl="0" eaLnBrk="1" latinLnBrk="0" hangingPunct="1">
      <a:defRPr lang="vi-VN" sz="1800" kern="1200">
        <a:solidFill>
          <a:schemeClr val="tx1"/>
        </a:solidFill>
        <a:latin typeface="+mn-lt"/>
        <a:ea typeface="+mn-ea"/>
        <a:cs typeface="+mn-cs"/>
      </a:defRPr>
    </a:lvl7pPr>
    <a:lvl8pPr marL="3200400" algn="l" defTabSz="914400" rtl="0" eaLnBrk="1" latinLnBrk="0" hangingPunct="1">
      <a:defRPr lang="vi-VN" sz="1800" kern="1200">
        <a:solidFill>
          <a:schemeClr val="tx1"/>
        </a:solidFill>
        <a:latin typeface="+mn-lt"/>
        <a:ea typeface="+mn-ea"/>
        <a:cs typeface="+mn-cs"/>
      </a:defRPr>
    </a:lvl8pPr>
    <a:lvl9pPr marL="3657600" algn="l" defTabSz="914400" rtl="0" eaLnBrk="1" latinLnBrk="0" hangingPunct="1">
      <a:defRPr lang="vi-VN"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7296" userDrawn="1">
          <p15:clr>
            <a:srgbClr val="A4A3A4"/>
          </p15:clr>
        </p15:guide>
        <p15:guide id="2" pos="384" userDrawn="1">
          <p15:clr>
            <a:srgbClr val="A4A3A4"/>
          </p15:clr>
        </p15:guide>
        <p15:guide id="3" orient="horz" pos="528" userDrawn="1">
          <p15:clr>
            <a:srgbClr val="A4A3A4"/>
          </p15:clr>
        </p15:guide>
        <p15:guide id="4" orient="horz" pos="3552" userDrawn="1">
          <p15:clr>
            <a:srgbClr val="A4A3A4"/>
          </p15:clr>
        </p15:guide>
        <p15:guide id="5" orient="horz" pos="768" userDrawn="1">
          <p15:clr>
            <a:srgbClr val="A4A3A4"/>
          </p15:clr>
        </p15:guide>
        <p15:guide id="7" pos="4032" userDrawn="1">
          <p15:clr>
            <a:srgbClr val="A4A3A4"/>
          </p15:clr>
        </p15:guide>
        <p15:guide id="9" pos="3648" userDrawn="1">
          <p15:clr>
            <a:srgbClr val="A4A3A4"/>
          </p15:clr>
        </p15:guide>
        <p15:guide id="10" orient="horz" pos="1536" userDrawn="1">
          <p15:clr>
            <a:srgbClr val="A4A3A4"/>
          </p15:clr>
        </p15:guide>
        <p15:guide id="11" orient="horz" pos="187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Tác giả"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63"/>
    <p:restoredTop sz="95701"/>
  </p:normalViewPr>
  <p:slideViewPr>
    <p:cSldViewPr>
      <p:cViewPr varScale="1">
        <p:scale>
          <a:sx n="103" d="100"/>
          <a:sy n="103" d="100"/>
        </p:scale>
        <p:origin x="948" y="114"/>
      </p:cViewPr>
      <p:guideLst>
        <p:guide pos="7296"/>
        <p:guide pos="384"/>
        <p:guide orient="horz" pos="528"/>
        <p:guide orient="horz" pos="3552"/>
        <p:guide orient="horz" pos="768"/>
        <p:guide pos="4032"/>
        <p:guide pos="3648"/>
        <p:guide orient="horz" pos="1536"/>
        <p:guide orient="horz" pos="1872"/>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82" d="100"/>
          <a:sy n="82" d="100"/>
        </p:scale>
        <p:origin x="3912"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a:extLst>
              <a:ext uri="{FF2B5EF4-FFF2-40B4-BE49-F238E27FC236}">
                <a16:creationId xmlns:a16="http://schemas.microsoft.com/office/drawing/2014/main" id="{CEBBF0B4-4939-9D9E-33C3-F42B85DDFF2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vi-VN" sz="1200"/>
            </a:lvl1pPr>
          </a:lstStyle>
          <a:p>
            <a:pPr rtl="0"/>
            <a:endParaRPr lang="vi-VN">
              <a:latin typeface="Calibri" panose="020F0502020204030204" pitchFamily="34" charset="0"/>
              <a:cs typeface="Calibri" panose="020F0502020204030204" pitchFamily="34" charset="0"/>
            </a:endParaRPr>
          </a:p>
        </p:txBody>
      </p:sp>
      <p:sp>
        <p:nvSpPr>
          <p:cNvPr id="3" name="Chỗ dành sẵn cho Ngày tháng 2">
            <a:extLst>
              <a:ext uri="{FF2B5EF4-FFF2-40B4-BE49-F238E27FC236}">
                <a16:creationId xmlns:a16="http://schemas.microsoft.com/office/drawing/2014/main" id="{FEEC2305-6AB8-6127-AFD6-E2471EEA6E6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vi-VN" sz="1200"/>
            </a:lvl1pPr>
          </a:lstStyle>
          <a:p>
            <a:pPr rtl="0"/>
            <a:fld id="{580D8D8E-15C9-4861-8338-1F36A17D400A}" type="datetimeFigureOut">
              <a:rPr lang="vi-VN" smtClean="0">
                <a:latin typeface="Calibri" panose="020F0502020204030204" pitchFamily="34" charset="0"/>
                <a:cs typeface="Calibri" panose="020F0502020204030204" pitchFamily="34" charset="0"/>
              </a:rPr>
              <a:t>30/10/2026</a:t>
            </a:fld>
            <a:endParaRPr lang="vi-VN">
              <a:latin typeface="Calibri" panose="020F0502020204030204" pitchFamily="34" charset="0"/>
              <a:cs typeface="Calibri" panose="020F0502020204030204" pitchFamily="34" charset="0"/>
            </a:endParaRPr>
          </a:p>
        </p:txBody>
      </p:sp>
      <p:sp>
        <p:nvSpPr>
          <p:cNvPr id="4" name="Chỗ dành sẵn cho Chân trang 3">
            <a:extLst>
              <a:ext uri="{FF2B5EF4-FFF2-40B4-BE49-F238E27FC236}">
                <a16:creationId xmlns:a16="http://schemas.microsoft.com/office/drawing/2014/main" id="{255270DF-B2B7-15B5-8AC3-A416EC98706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vi-VN" sz="1200"/>
            </a:lvl1pPr>
          </a:lstStyle>
          <a:p>
            <a:pPr rtl="0"/>
            <a:endParaRPr lang="vi-VN">
              <a:latin typeface="Calibri" panose="020F0502020204030204" pitchFamily="34" charset="0"/>
              <a:cs typeface="Calibri" panose="020F0502020204030204" pitchFamily="34" charset="0"/>
            </a:endParaRPr>
          </a:p>
        </p:txBody>
      </p:sp>
      <p:sp>
        <p:nvSpPr>
          <p:cNvPr id="5" name="Chỗ dành sẵn cho Số hiệu Bản chiếu 4">
            <a:extLst>
              <a:ext uri="{FF2B5EF4-FFF2-40B4-BE49-F238E27FC236}">
                <a16:creationId xmlns:a16="http://schemas.microsoft.com/office/drawing/2014/main" id="{DA4D7292-6355-7DAB-9BAE-4BA49BF312C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vi-VN" sz="1200"/>
            </a:lvl1pPr>
          </a:lstStyle>
          <a:p>
            <a:pPr rtl="0"/>
            <a:fld id="{952578C0-3825-40B8-AE9F-C96DD660A9DA}" type="slidenum">
              <a:rPr lang="vi-VN" smtClean="0">
                <a:latin typeface="Calibri" panose="020F0502020204030204" pitchFamily="34" charset="0"/>
                <a:cs typeface="Calibri" panose="020F0502020204030204" pitchFamily="34" charset="0"/>
              </a:rPr>
              <a:t>‹#›</a:t>
            </a:fld>
            <a:endParaRPr lang="vi-VN">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934869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vi-VN" sz="1200">
                <a:latin typeface="Calibri" panose="020F0502020204030204" pitchFamily="34" charset="0"/>
                <a:cs typeface="Calibri" panose="020F0502020204030204" pitchFamily="34" charset="0"/>
              </a:defRPr>
            </a:lvl1pPr>
          </a:lstStyle>
          <a:p>
            <a:endParaRPr lang="vi-VN" dirty="0">
              <a:cs typeface="Calibri" panose="020F0502020204030204" pitchFamily="34" charset="0"/>
            </a:endParaRPr>
          </a:p>
        </p:txBody>
      </p:sp>
      <p:sp>
        <p:nvSpPr>
          <p:cNvPr id="3" name="Chỗ dành sẵn cho Ngày tháng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vi-VN" sz="1200">
                <a:latin typeface="Calibri" panose="020F0502020204030204" pitchFamily="34" charset="0"/>
                <a:cs typeface="Calibri" panose="020F0502020204030204" pitchFamily="34" charset="0"/>
              </a:defRPr>
            </a:lvl1pPr>
          </a:lstStyle>
          <a:p>
            <a:fld id="{D5C88E34-8C8C-8747-BADB-40E1ACC00129}" type="datetimeFigureOut">
              <a:rPr lang="vi-VN" smtClean="0"/>
              <a:pPr/>
              <a:t>30/10/2026</a:t>
            </a:fld>
            <a:endParaRPr lang="vi-VN" dirty="0">
              <a:cs typeface="Calibri" panose="020F0502020204030204" pitchFamily="34" charset="0"/>
            </a:endParaRPr>
          </a:p>
        </p:txBody>
      </p:sp>
      <p:sp>
        <p:nvSpPr>
          <p:cNvPr id="4" name="Chỗ dành sẵn cho Hình ảnh của Bản chiế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vi-VN"/>
            </a:defPPr>
          </a:lstStyle>
          <a:p>
            <a:pPr rtl="0"/>
            <a:endParaRPr lang="vi-VN" dirty="0"/>
          </a:p>
        </p:txBody>
      </p:sp>
      <p:sp>
        <p:nvSpPr>
          <p:cNvPr id="5" name="Chỗ dành sẵn cho Ghi chú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vi-VN"/>
            </a:defPPr>
          </a:lstStyle>
          <a:p>
            <a:pPr lvl="0" rtl="0"/>
            <a:r>
              <a:rPr lang="vi-VN"/>
              <a:t>Bấm để chỉnh sửa kiểu văn bản Bản cái</a:t>
            </a:r>
          </a:p>
          <a:p>
            <a:pPr lvl="1" rtl="0"/>
            <a:r>
              <a:rPr lang="vi-VN"/>
              <a:t>Mức hai</a:t>
            </a:r>
          </a:p>
          <a:p>
            <a:pPr lvl="2" rtl="0"/>
            <a:r>
              <a:rPr lang="vi-VN"/>
              <a:t>Mức ba</a:t>
            </a:r>
          </a:p>
          <a:p>
            <a:pPr lvl="3" rtl="0"/>
            <a:r>
              <a:rPr lang="vi-VN"/>
              <a:t>Mức bốn</a:t>
            </a:r>
          </a:p>
          <a:p>
            <a:pPr lvl="4" rtl="0"/>
            <a:r>
              <a:rPr lang="vi-VN"/>
              <a:t>Mức năm</a:t>
            </a:r>
          </a:p>
        </p:txBody>
      </p:sp>
      <p:sp>
        <p:nvSpPr>
          <p:cNvPr id="6" name="Chỗ dành sẵn cho Chân trang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vi-VN" sz="1200">
                <a:latin typeface="Calibri" panose="020F0502020204030204" pitchFamily="34" charset="0"/>
                <a:cs typeface="Calibri" panose="020F0502020204030204" pitchFamily="34" charset="0"/>
              </a:defRPr>
            </a:lvl1pPr>
          </a:lstStyle>
          <a:p>
            <a:endParaRPr lang="vi-VN" dirty="0">
              <a:cs typeface="Calibri" panose="020F0502020204030204" pitchFamily="34" charset="0"/>
            </a:endParaRPr>
          </a:p>
        </p:txBody>
      </p:sp>
      <p:sp>
        <p:nvSpPr>
          <p:cNvPr id="7" name="Chỗ dành sẵn cho Số hiệu Bản chiế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vi-VN" sz="1200">
                <a:latin typeface="Calibri" panose="020F0502020204030204" pitchFamily="34" charset="0"/>
                <a:cs typeface="Calibri" panose="020F0502020204030204" pitchFamily="34" charset="0"/>
              </a:defRPr>
            </a:lvl1pPr>
          </a:lstStyle>
          <a:p>
            <a:fld id="{821E5FCA-B2DD-C941-A2C1-638939433487}" type="slidenum">
              <a:rPr lang="vi-VN" smtClean="0"/>
              <a:pPr/>
              <a:t>‹#›</a:t>
            </a:fld>
            <a:endParaRPr lang="vi-VN" dirty="0">
              <a:cs typeface="Calibri" panose="020F0502020204030204" pitchFamily="34" charset="0"/>
            </a:endParaRPr>
          </a:p>
        </p:txBody>
      </p:sp>
    </p:spTree>
    <p:extLst>
      <p:ext uri="{BB962C8B-B14F-4D97-AF65-F5344CB8AC3E}">
        <p14:creationId xmlns:p14="http://schemas.microsoft.com/office/powerpoint/2010/main" val="3524896418"/>
      </p:ext>
    </p:extLst>
  </p:cSld>
  <p:clrMap bg1="lt1" tx1="dk1" bg2="lt2" tx2="dk2" accent1="accent1" accent2="accent2" accent3="accent3" accent4="accent4" accent5="accent5" accent6="accent6" hlink="hlink" folHlink="folHlink"/>
  <p:notesStyle>
    <a:lvl1pPr marL="0" algn="l" defTabSz="914400" rtl="0" eaLnBrk="1" latinLnBrk="0" hangingPunct="1">
      <a:defRPr lang="vi-VN" sz="1200" kern="1200">
        <a:solidFill>
          <a:schemeClr val="tx1"/>
        </a:solidFill>
        <a:latin typeface="Calibri" panose="020F0502020204030204" pitchFamily="34" charset="0"/>
        <a:ea typeface="+mn-ea"/>
        <a:cs typeface="Calibri" panose="020F0502020204030204" pitchFamily="34" charset="0"/>
      </a:defRPr>
    </a:lvl1pPr>
    <a:lvl2pPr marL="457200" algn="l" defTabSz="914400" rtl="0" eaLnBrk="1" latinLnBrk="0" hangingPunct="1">
      <a:defRPr lang="vi-VN" sz="1200" kern="1200">
        <a:solidFill>
          <a:schemeClr val="tx1"/>
        </a:solidFill>
        <a:latin typeface="Calibri" panose="020F0502020204030204" pitchFamily="34" charset="0"/>
        <a:ea typeface="+mn-ea"/>
        <a:cs typeface="Calibri" panose="020F0502020204030204" pitchFamily="34" charset="0"/>
      </a:defRPr>
    </a:lvl2pPr>
    <a:lvl3pPr marL="914400" algn="l" defTabSz="914400" rtl="0" eaLnBrk="1" latinLnBrk="0" hangingPunct="1">
      <a:defRPr lang="vi-VN" sz="1200" kern="1200">
        <a:solidFill>
          <a:schemeClr val="tx1"/>
        </a:solidFill>
        <a:latin typeface="Calibri" panose="020F0502020204030204" pitchFamily="34" charset="0"/>
        <a:ea typeface="+mn-ea"/>
        <a:cs typeface="Calibri" panose="020F0502020204030204" pitchFamily="34" charset="0"/>
      </a:defRPr>
    </a:lvl3pPr>
    <a:lvl4pPr marL="1371600" algn="l" defTabSz="914400" rtl="0" eaLnBrk="1" latinLnBrk="0" hangingPunct="1">
      <a:defRPr lang="vi-VN" sz="1200" kern="1200">
        <a:solidFill>
          <a:schemeClr val="tx1"/>
        </a:solidFill>
        <a:latin typeface="Calibri" panose="020F0502020204030204" pitchFamily="34" charset="0"/>
        <a:ea typeface="+mn-ea"/>
        <a:cs typeface="Calibri" panose="020F0502020204030204" pitchFamily="34" charset="0"/>
      </a:defRPr>
    </a:lvl4pPr>
    <a:lvl5pPr marL="1828800" algn="l" defTabSz="914400" rtl="0" eaLnBrk="1" latinLnBrk="0" hangingPunct="1">
      <a:defRPr lang="vi-VN" sz="1200" kern="1200">
        <a:solidFill>
          <a:schemeClr val="tx1"/>
        </a:solidFill>
        <a:latin typeface="Calibri" panose="020F0502020204030204" pitchFamily="34" charset="0"/>
        <a:ea typeface="+mn-ea"/>
        <a:cs typeface="Calibri" panose="020F0502020204030204" pitchFamily="34" charset="0"/>
      </a:defRPr>
    </a:lvl5pPr>
    <a:lvl6pPr marL="2286000" algn="l" defTabSz="914400" rtl="0" eaLnBrk="1" latinLnBrk="0" hangingPunct="1">
      <a:defRPr lang="vi-VN" sz="1200" kern="1200">
        <a:solidFill>
          <a:schemeClr val="tx1"/>
        </a:solidFill>
        <a:latin typeface="+mn-lt"/>
        <a:ea typeface="+mn-ea"/>
        <a:cs typeface="+mn-cs"/>
      </a:defRPr>
    </a:lvl6pPr>
    <a:lvl7pPr marL="2743200" algn="l" defTabSz="914400" rtl="0" eaLnBrk="1" latinLnBrk="0" hangingPunct="1">
      <a:defRPr lang="vi-VN" sz="1200" kern="1200">
        <a:solidFill>
          <a:schemeClr val="tx1"/>
        </a:solidFill>
        <a:latin typeface="+mn-lt"/>
        <a:ea typeface="+mn-ea"/>
        <a:cs typeface="+mn-cs"/>
      </a:defRPr>
    </a:lvl7pPr>
    <a:lvl8pPr marL="3200400" algn="l" defTabSz="914400" rtl="0" eaLnBrk="1" latinLnBrk="0" hangingPunct="1">
      <a:defRPr lang="vi-VN" sz="1200" kern="1200">
        <a:solidFill>
          <a:schemeClr val="tx1"/>
        </a:solidFill>
        <a:latin typeface="+mn-lt"/>
        <a:ea typeface="+mn-ea"/>
        <a:cs typeface="+mn-cs"/>
      </a:defRPr>
    </a:lvl8pPr>
    <a:lvl9pPr marL="3657600" algn="l" defTabSz="914400" rtl="0" eaLnBrk="1" latinLnBrk="0" hangingPunct="1">
      <a:defRPr lang="vi-VN"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rtlCol="0"/>
          <a:lstStyle>
            <a:defPPr>
              <a:defRPr lang="vi-VN"/>
            </a:defPPr>
          </a:lstStyle>
          <a:p>
            <a:pPr rtl="0"/>
            <a:endParaRPr lang="vi-VN" dirty="0"/>
          </a:p>
        </p:txBody>
      </p:sp>
      <p:sp>
        <p:nvSpPr>
          <p:cNvPr id="4" name="Chỗ dành sẵn cho Số hiệu Bản chiếu 3"/>
          <p:cNvSpPr>
            <a:spLocks noGrp="1"/>
          </p:cNvSpPr>
          <p:nvPr>
            <p:ph type="sldNum" sz="quarter" idx="5"/>
          </p:nvPr>
        </p:nvSpPr>
        <p:spPr/>
        <p:txBody>
          <a:bodyPr rtlCol="0"/>
          <a:lstStyle>
            <a:defPPr>
              <a:defRPr lang="vi-VN"/>
            </a:defPPr>
          </a:lstStyle>
          <a:p>
            <a:pPr rtl="0"/>
            <a:fld id="{821E5FCA-B2DD-C941-A2C1-638939433487}" type="slidenum">
              <a:rPr lang="vi-VN" smtClean="0"/>
              <a:t>1</a:t>
            </a:fld>
            <a:endParaRPr lang="vi-VN" dirty="0"/>
          </a:p>
        </p:txBody>
      </p:sp>
    </p:spTree>
    <p:extLst>
      <p:ext uri="{BB962C8B-B14F-4D97-AF65-F5344CB8AC3E}">
        <p14:creationId xmlns:p14="http://schemas.microsoft.com/office/powerpoint/2010/main" val="28820095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rtlCol="0"/>
          <a:lstStyle>
            <a:defPPr>
              <a:defRPr lang="vi-VN"/>
            </a:defPPr>
          </a:lstStyle>
          <a:p>
            <a:pPr rtl="0"/>
            <a:endParaRPr lang="vi-VN" dirty="0"/>
          </a:p>
        </p:txBody>
      </p:sp>
      <p:sp>
        <p:nvSpPr>
          <p:cNvPr id="4" name="Chỗ dành sẵn cho Số hiệu Bản chiếu 3"/>
          <p:cNvSpPr>
            <a:spLocks noGrp="1"/>
          </p:cNvSpPr>
          <p:nvPr>
            <p:ph type="sldNum" sz="quarter" idx="5"/>
          </p:nvPr>
        </p:nvSpPr>
        <p:spPr/>
        <p:txBody>
          <a:bodyPr rtlCol="0"/>
          <a:lstStyle>
            <a:defPPr>
              <a:defRPr lang="vi-VN"/>
            </a:defPPr>
          </a:lstStyle>
          <a:p>
            <a:pPr rtl="0"/>
            <a:fld id="{821E5FCA-B2DD-C941-A2C1-638939433487}" type="slidenum">
              <a:rPr lang="vi-VN" smtClean="0"/>
              <a:t>2</a:t>
            </a:fld>
            <a:endParaRPr lang="vi-VN" dirty="0"/>
          </a:p>
        </p:txBody>
      </p:sp>
    </p:spTree>
    <p:extLst>
      <p:ext uri="{BB962C8B-B14F-4D97-AF65-F5344CB8AC3E}">
        <p14:creationId xmlns:p14="http://schemas.microsoft.com/office/powerpoint/2010/main" val="35774568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rtlCol="0"/>
          <a:lstStyle>
            <a:defPPr>
              <a:defRPr lang="vi-VN"/>
            </a:defPPr>
          </a:lstStyle>
          <a:p>
            <a:pPr rtl="0"/>
            <a:endParaRPr lang="vi-VN"/>
          </a:p>
        </p:txBody>
      </p:sp>
      <p:sp>
        <p:nvSpPr>
          <p:cNvPr id="4" name="Chỗ dành sẵn cho Số hiệu Bản chiếu 3"/>
          <p:cNvSpPr>
            <a:spLocks noGrp="1"/>
          </p:cNvSpPr>
          <p:nvPr>
            <p:ph type="sldNum" sz="quarter" idx="5"/>
          </p:nvPr>
        </p:nvSpPr>
        <p:spPr/>
        <p:txBody>
          <a:bodyPr rtlCol="0"/>
          <a:lstStyle>
            <a:defPPr>
              <a:defRPr lang="vi-VN"/>
            </a:defPPr>
          </a:lstStyle>
          <a:p>
            <a:pPr rtl="0"/>
            <a:fld id="{821E5FCA-B2DD-C941-A2C1-638939433487}" type="slidenum">
              <a:rPr lang="vi-VN" smtClean="0"/>
              <a:t>3</a:t>
            </a:fld>
            <a:endParaRPr lang="vi-VN" dirty="0"/>
          </a:p>
        </p:txBody>
      </p:sp>
    </p:spTree>
    <p:extLst>
      <p:ext uri="{BB962C8B-B14F-4D97-AF65-F5344CB8AC3E}">
        <p14:creationId xmlns:p14="http://schemas.microsoft.com/office/powerpoint/2010/main" val="13559433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rtlCol="0"/>
          <a:lstStyle>
            <a:defPPr>
              <a:defRPr lang="vi-VN"/>
            </a:defPPr>
          </a:lstStyle>
          <a:p>
            <a:pPr rtl="0"/>
            <a:endParaRPr lang="vi-VN" dirty="0"/>
          </a:p>
        </p:txBody>
      </p:sp>
      <p:sp>
        <p:nvSpPr>
          <p:cNvPr id="4" name="Chỗ dành sẵn cho Số hiệu Bản chiếu 3"/>
          <p:cNvSpPr>
            <a:spLocks noGrp="1"/>
          </p:cNvSpPr>
          <p:nvPr>
            <p:ph type="sldNum" sz="quarter" idx="5"/>
          </p:nvPr>
        </p:nvSpPr>
        <p:spPr/>
        <p:txBody>
          <a:bodyPr rtlCol="0"/>
          <a:lstStyle>
            <a:defPPr>
              <a:defRPr lang="vi-VN"/>
            </a:defPPr>
          </a:lstStyle>
          <a:p>
            <a:pPr rtl="0"/>
            <a:fld id="{821E5FCA-B2DD-C941-A2C1-638939433487}" type="slidenum">
              <a:rPr lang="vi-VN" smtClean="0"/>
              <a:t>4</a:t>
            </a:fld>
            <a:endParaRPr lang="vi-VN" dirty="0"/>
          </a:p>
        </p:txBody>
      </p:sp>
    </p:spTree>
    <p:extLst>
      <p:ext uri="{BB962C8B-B14F-4D97-AF65-F5344CB8AC3E}">
        <p14:creationId xmlns:p14="http://schemas.microsoft.com/office/powerpoint/2010/main" val="29304385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rtlCol="0"/>
          <a:lstStyle>
            <a:defPPr>
              <a:defRPr lang="vi-VN"/>
            </a:defPPr>
          </a:lstStyle>
          <a:p>
            <a:pPr rtl="0"/>
            <a:endParaRPr lang="vi-VN"/>
          </a:p>
        </p:txBody>
      </p:sp>
      <p:sp>
        <p:nvSpPr>
          <p:cNvPr id="4" name="Chỗ dành sẵn cho Số hiệu Bản chiếu 3"/>
          <p:cNvSpPr>
            <a:spLocks noGrp="1"/>
          </p:cNvSpPr>
          <p:nvPr>
            <p:ph type="sldNum" sz="quarter" idx="5"/>
          </p:nvPr>
        </p:nvSpPr>
        <p:spPr/>
        <p:txBody>
          <a:bodyPr rtlCol="0"/>
          <a:lstStyle>
            <a:defPPr>
              <a:defRPr lang="vi-VN"/>
            </a:defPPr>
          </a:lstStyle>
          <a:p>
            <a:pPr rtl="0"/>
            <a:fld id="{821E5FCA-B2DD-C941-A2C1-638939433487}" type="slidenum">
              <a:rPr lang="vi-VN" smtClean="0"/>
              <a:t>5</a:t>
            </a:fld>
            <a:endParaRPr lang="vi-VN" dirty="0"/>
          </a:p>
        </p:txBody>
      </p:sp>
    </p:spTree>
    <p:extLst>
      <p:ext uri="{BB962C8B-B14F-4D97-AF65-F5344CB8AC3E}">
        <p14:creationId xmlns:p14="http://schemas.microsoft.com/office/powerpoint/2010/main" val="27204662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rtlCol="0"/>
          <a:lstStyle>
            <a:defPPr>
              <a:defRPr lang="vi-VN"/>
            </a:defPPr>
          </a:lstStyle>
          <a:p>
            <a:pPr rtl="0"/>
            <a:endParaRPr lang="vi-VN"/>
          </a:p>
        </p:txBody>
      </p:sp>
      <p:sp>
        <p:nvSpPr>
          <p:cNvPr id="4" name="Chỗ dành sẵn cho Số hiệu Bản chiếu 3"/>
          <p:cNvSpPr>
            <a:spLocks noGrp="1"/>
          </p:cNvSpPr>
          <p:nvPr>
            <p:ph type="sldNum" sz="quarter" idx="5"/>
          </p:nvPr>
        </p:nvSpPr>
        <p:spPr/>
        <p:txBody>
          <a:bodyPr rtlCol="0"/>
          <a:lstStyle>
            <a:defPPr>
              <a:defRPr lang="vi-VN"/>
            </a:defPPr>
          </a:lstStyle>
          <a:p>
            <a:pPr rtl="0"/>
            <a:fld id="{821E5FCA-B2DD-C941-A2C1-638939433487}" type="slidenum">
              <a:rPr lang="vi-VN" smtClean="0"/>
              <a:t>6</a:t>
            </a:fld>
            <a:endParaRPr lang="vi-VN" dirty="0"/>
          </a:p>
        </p:txBody>
      </p:sp>
    </p:spTree>
    <p:extLst>
      <p:ext uri="{BB962C8B-B14F-4D97-AF65-F5344CB8AC3E}">
        <p14:creationId xmlns:p14="http://schemas.microsoft.com/office/powerpoint/2010/main" val="13751131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rtlCol="0"/>
          <a:lstStyle>
            <a:defPPr>
              <a:defRPr lang="vi-VN"/>
            </a:defPPr>
          </a:lstStyle>
          <a:p>
            <a:pPr rtl="0"/>
            <a:endParaRPr lang="vi-VN"/>
          </a:p>
        </p:txBody>
      </p:sp>
      <p:sp>
        <p:nvSpPr>
          <p:cNvPr id="4" name="Chỗ dành sẵn cho Số hiệu Bản chiếu 3"/>
          <p:cNvSpPr>
            <a:spLocks noGrp="1"/>
          </p:cNvSpPr>
          <p:nvPr>
            <p:ph type="sldNum" sz="quarter" idx="5"/>
          </p:nvPr>
        </p:nvSpPr>
        <p:spPr/>
        <p:txBody>
          <a:bodyPr rtlCol="0"/>
          <a:lstStyle>
            <a:defPPr>
              <a:defRPr lang="vi-VN"/>
            </a:defPPr>
          </a:lstStyle>
          <a:p>
            <a:pPr rtl="0"/>
            <a:fld id="{821E5FCA-B2DD-C941-A2C1-638939433487}" type="slidenum">
              <a:rPr lang="vi-VN" smtClean="0"/>
              <a:t>7</a:t>
            </a:fld>
            <a:endParaRPr lang="vi-VN" dirty="0"/>
          </a:p>
        </p:txBody>
      </p:sp>
    </p:spTree>
    <p:extLst>
      <p:ext uri="{BB962C8B-B14F-4D97-AF65-F5344CB8AC3E}">
        <p14:creationId xmlns:p14="http://schemas.microsoft.com/office/powerpoint/2010/main" val="29811308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rtlCol="0"/>
          <a:lstStyle>
            <a:defPPr>
              <a:defRPr lang="vi-VN"/>
            </a:defPPr>
          </a:lstStyle>
          <a:p>
            <a:pPr rtl="0"/>
            <a:endParaRPr lang="vi-VN" dirty="0"/>
          </a:p>
        </p:txBody>
      </p:sp>
      <p:sp>
        <p:nvSpPr>
          <p:cNvPr id="4" name="Chỗ dành sẵn cho Số hiệu Bản chiếu 3"/>
          <p:cNvSpPr>
            <a:spLocks noGrp="1"/>
          </p:cNvSpPr>
          <p:nvPr>
            <p:ph type="sldNum" sz="quarter" idx="5"/>
          </p:nvPr>
        </p:nvSpPr>
        <p:spPr/>
        <p:txBody>
          <a:bodyPr rtlCol="0"/>
          <a:lstStyle>
            <a:defPPr>
              <a:defRPr lang="vi-VN"/>
            </a:defPPr>
          </a:lstStyle>
          <a:p>
            <a:pPr rtl="0"/>
            <a:fld id="{821E5FCA-B2DD-C941-A2C1-638939433487}" type="slidenum">
              <a:rPr lang="vi-VN" smtClean="0"/>
              <a:t>8</a:t>
            </a:fld>
            <a:endParaRPr lang="vi-VN" dirty="0"/>
          </a:p>
        </p:txBody>
      </p:sp>
    </p:spTree>
    <p:extLst>
      <p:ext uri="{BB962C8B-B14F-4D97-AF65-F5344CB8AC3E}">
        <p14:creationId xmlns:p14="http://schemas.microsoft.com/office/powerpoint/2010/main" val="15117857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rtlCol="0"/>
          <a:lstStyle>
            <a:defPPr>
              <a:defRPr lang="vi-VN"/>
            </a:defPPr>
          </a:lstStyle>
          <a:p>
            <a:pPr rtl="0"/>
            <a:endParaRPr lang="vi-VN" dirty="0"/>
          </a:p>
        </p:txBody>
      </p:sp>
      <p:sp>
        <p:nvSpPr>
          <p:cNvPr id="4" name="Chỗ dành sẵn cho Số hiệu Bản chiếu 3"/>
          <p:cNvSpPr>
            <a:spLocks noGrp="1"/>
          </p:cNvSpPr>
          <p:nvPr>
            <p:ph type="sldNum" sz="quarter" idx="5"/>
          </p:nvPr>
        </p:nvSpPr>
        <p:spPr/>
        <p:txBody>
          <a:bodyPr rtlCol="0"/>
          <a:lstStyle>
            <a:defPPr>
              <a:defRPr lang="vi-VN"/>
            </a:defPPr>
          </a:lstStyle>
          <a:p>
            <a:pPr rtl="0"/>
            <a:fld id="{821E5FCA-B2DD-C941-A2C1-638939433487}" type="slidenum">
              <a:rPr lang="vi-VN" smtClean="0"/>
              <a:t>9</a:t>
            </a:fld>
            <a:endParaRPr lang="vi-VN" dirty="0"/>
          </a:p>
        </p:txBody>
      </p:sp>
    </p:spTree>
    <p:extLst>
      <p:ext uri="{BB962C8B-B14F-4D97-AF65-F5344CB8AC3E}">
        <p14:creationId xmlns:p14="http://schemas.microsoft.com/office/powerpoint/2010/main" val="24241072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rtlCol="0"/>
          <a:lstStyle>
            <a:defPPr>
              <a:defRPr lang="vi-VN"/>
            </a:defPPr>
          </a:lstStyle>
          <a:p>
            <a:pPr rtl="0"/>
            <a:endParaRPr lang="vi-VN" dirty="0"/>
          </a:p>
        </p:txBody>
      </p:sp>
      <p:sp>
        <p:nvSpPr>
          <p:cNvPr id="4" name="Chỗ dành sẵn cho Số hiệu Bản chiếu 3"/>
          <p:cNvSpPr>
            <a:spLocks noGrp="1"/>
          </p:cNvSpPr>
          <p:nvPr>
            <p:ph type="sldNum" sz="quarter" idx="5"/>
          </p:nvPr>
        </p:nvSpPr>
        <p:spPr/>
        <p:txBody>
          <a:bodyPr rtlCol="0"/>
          <a:lstStyle>
            <a:defPPr>
              <a:defRPr lang="vi-VN"/>
            </a:defPPr>
          </a:lstStyle>
          <a:p>
            <a:pPr rtl="0"/>
            <a:fld id="{821E5FCA-B2DD-C941-A2C1-638939433487}" type="slidenum">
              <a:rPr lang="vi-VN" smtClean="0"/>
              <a:t>10</a:t>
            </a:fld>
            <a:endParaRPr lang="vi-VN" dirty="0"/>
          </a:p>
        </p:txBody>
      </p:sp>
    </p:spTree>
    <p:extLst>
      <p:ext uri="{BB962C8B-B14F-4D97-AF65-F5344CB8AC3E}">
        <p14:creationId xmlns:p14="http://schemas.microsoft.com/office/powerpoint/2010/main" val="7126967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rtlCol="0"/>
          <a:lstStyle>
            <a:defPPr>
              <a:defRPr lang="vi-VN"/>
            </a:defPPr>
          </a:lstStyle>
          <a:p>
            <a:pPr rtl="0"/>
            <a:endParaRPr lang="vi-VN"/>
          </a:p>
        </p:txBody>
      </p:sp>
      <p:sp>
        <p:nvSpPr>
          <p:cNvPr id="4" name="Chỗ dành sẵn cho Số hiệu Bản chiếu 3"/>
          <p:cNvSpPr>
            <a:spLocks noGrp="1"/>
          </p:cNvSpPr>
          <p:nvPr>
            <p:ph type="sldNum" sz="quarter" idx="5"/>
          </p:nvPr>
        </p:nvSpPr>
        <p:spPr/>
        <p:txBody>
          <a:bodyPr rtlCol="0"/>
          <a:lstStyle>
            <a:defPPr>
              <a:defRPr lang="vi-VN"/>
            </a:defPPr>
          </a:lstStyle>
          <a:p>
            <a:pPr rtl="0"/>
            <a:fld id="{821E5FCA-B2DD-C941-A2C1-638939433487}" type="slidenum">
              <a:rPr lang="vi-VN" smtClean="0"/>
              <a:t>11</a:t>
            </a:fld>
            <a:endParaRPr lang="vi-VN" dirty="0"/>
          </a:p>
        </p:txBody>
      </p:sp>
    </p:spTree>
    <p:extLst>
      <p:ext uri="{BB962C8B-B14F-4D97-AF65-F5344CB8AC3E}">
        <p14:creationId xmlns:p14="http://schemas.microsoft.com/office/powerpoint/2010/main" val="18890188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rtlCol="0"/>
          <a:lstStyle>
            <a:defPPr>
              <a:defRPr lang="vi-VN"/>
            </a:defPPr>
          </a:lstStyle>
          <a:p>
            <a:pPr rtl="0"/>
            <a:endParaRPr lang="vi-VN" dirty="0"/>
          </a:p>
        </p:txBody>
      </p:sp>
      <p:sp>
        <p:nvSpPr>
          <p:cNvPr id="4" name="Chỗ dành sẵn cho Số hiệu Bản chiếu 3"/>
          <p:cNvSpPr>
            <a:spLocks noGrp="1"/>
          </p:cNvSpPr>
          <p:nvPr>
            <p:ph type="sldNum" sz="quarter" idx="5"/>
          </p:nvPr>
        </p:nvSpPr>
        <p:spPr/>
        <p:txBody>
          <a:bodyPr rtlCol="0"/>
          <a:lstStyle>
            <a:defPPr>
              <a:defRPr lang="vi-VN"/>
            </a:defPPr>
          </a:lstStyle>
          <a:p>
            <a:pPr rtl="0"/>
            <a:fld id="{821E5FCA-B2DD-C941-A2C1-638939433487}" type="slidenum">
              <a:rPr lang="vi-VN" smtClean="0"/>
              <a:t>12</a:t>
            </a:fld>
            <a:endParaRPr lang="vi-VN" dirty="0"/>
          </a:p>
        </p:txBody>
      </p:sp>
    </p:spTree>
    <p:extLst>
      <p:ext uri="{BB962C8B-B14F-4D97-AF65-F5344CB8AC3E}">
        <p14:creationId xmlns:p14="http://schemas.microsoft.com/office/powerpoint/2010/main" val="16631005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rtlCol="0"/>
          <a:lstStyle>
            <a:defPPr>
              <a:defRPr lang="vi-VN"/>
            </a:defPPr>
          </a:lstStyle>
          <a:p>
            <a:pPr rtl="0"/>
            <a:endParaRPr lang="vi-VN"/>
          </a:p>
        </p:txBody>
      </p:sp>
      <p:sp>
        <p:nvSpPr>
          <p:cNvPr id="4" name="Chỗ dành sẵn cho Số hiệu Bản chiếu 3"/>
          <p:cNvSpPr>
            <a:spLocks noGrp="1"/>
          </p:cNvSpPr>
          <p:nvPr>
            <p:ph type="sldNum" sz="quarter" idx="5"/>
          </p:nvPr>
        </p:nvSpPr>
        <p:spPr/>
        <p:txBody>
          <a:bodyPr rtlCol="0"/>
          <a:lstStyle>
            <a:defPPr>
              <a:defRPr lang="vi-VN"/>
            </a:defPPr>
          </a:lstStyle>
          <a:p>
            <a:pPr rtl="0"/>
            <a:fld id="{821E5FCA-B2DD-C941-A2C1-638939433487}" type="slidenum">
              <a:rPr lang="vi-VN" smtClean="0"/>
              <a:t>13</a:t>
            </a:fld>
            <a:endParaRPr lang="vi-VN" dirty="0"/>
          </a:p>
        </p:txBody>
      </p:sp>
    </p:spTree>
    <p:extLst>
      <p:ext uri="{BB962C8B-B14F-4D97-AF65-F5344CB8AC3E}">
        <p14:creationId xmlns:p14="http://schemas.microsoft.com/office/powerpoint/2010/main" val="29822901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rtlCol="0"/>
          <a:lstStyle>
            <a:defPPr>
              <a:defRPr lang="vi-VN"/>
            </a:defPPr>
          </a:lstStyle>
          <a:p>
            <a:pPr rtl="0"/>
            <a:endParaRPr lang="vi-VN" dirty="0"/>
          </a:p>
        </p:txBody>
      </p:sp>
      <p:sp>
        <p:nvSpPr>
          <p:cNvPr id="4" name="Chỗ dành sẵn cho Số hiệu Bản chiếu 3"/>
          <p:cNvSpPr>
            <a:spLocks noGrp="1"/>
          </p:cNvSpPr>
          <p:nvPr>
            <p:ph type="sldNum" sz="quarter" idx="5"/>
          </p:nvPr>
        </p:nvSpPr>
        <p:spPr/>
        <p:txBody>
          <a:bodyPr rtlCol="0"/>
          <a:lstStyle>
            <a:defPPr>
              <a:defRPr lang="vi-VN"/>
            </a:defPPr>
          </a:lstStyle>
          <a:p>
            <a:pPr rtl="0"/>
            <a:fld id="{821E5FCA-B2DD-C941-A2C1-638939433487}" type="slidenum">
              <a:rPr lang="vi-VN" smtClean="0"/>
              <a:t>14</a:t>
            </a:fld>
            <a:endParaRPr lang="vi-VN" dirty="0"/>
          </a:p>
        </p:txBody>
      </p:sp>
    </p:spTree>
    <p:extLst>
      <p:ext uri="{BB962C8B-B14F-4D97-AF65-F5344CB8AC3E}">
        <p14:creationId xmlns:p14="http://schemas.microsoft.com/office/powerpoint/2010/main" val="343281697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rang chiếu Tiêu đề">
    <p:spTree>
      <p:nvGrpSpPr>
        <p:cNvPr id="1" name=""/>
        <p:cNvGrpSpPr/>
        <p:nvPr/>
      </p:nvGrpSpPr>
      <p:grpSpPr>
        <a:xfrm>
          <a:off x="0" y="0"/>
          <a:ext cx="0" cy="0"/>
          <a:chOff x="0" y="0"/>
          <a:chExt cx="0" cy="0"/>
        </a:xfrm>
      </p:grpSpPr>
      <p:pic>
        <p:nvPicPr>
          <p:cNvPr id="5" name="Hình ảnh 4">
            <a:extLst>
              <a:ext uri="{FF2B5EF4-FFF2-40B4-BE49-F238E27FC236}">
                <a16:creationId xmlns:a16="http://schemas.microsoft.com/office/drawing/2014/main" id="{E1734DBF-D33A-9B28-288C-C2DAB9E541E7}"/>
              </a:ext>
            </a:extLst>
          </p:cNvPr>
          <p:cNvPicPr>
            <a:picLocks noChangeAspect="1"/>
          </p:cNvPicPr>
          <p:nvPr userDrawn="1"/>
        </p:nvPicPr>
        <p:blipFill>
          <a:blip r:embed="rId2"/>
          <a:srcRect/>
          <a:stretch/>
        </p:blipFill>
        <p:spPr>
          <a:xfrm>
            <a:off x="0" y="0"/>
            <a:ext cx="12192000" cy="6858000"/>
          </a:xfrm>
          <a:prstGeom prst="rect">
            <a:avLst/>
          </a:prstGeom>
        </p:spPr>
      </p:pic>
      <p:sp>
        <p:nvSpPr>
          <p:cNvPr id="2" name="Tiêu đề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078992" y="1956816"/>
            <a:ext cx="10040112" cy="2387600"/>
          </a:xfrm>
        </p:spPr>
        <p:txBody>
          <a:bodyPr rtlCol="0" anchor="t">
            <a:noAutofit/>
          </a:bodyPr>
          <a:lstStyle>
            <a:lvl1pPr algn="l">
              <a:defRPr lang="vi-VN" sz="9600" spc="300" baseline="0">
                <a:ln w="28575">
                  <a:solidFill>
                    <a:schemeClr val="tx1"/>
                  </a:solidFill>
                </a:ln>
                <a:noFill/>
              </a:defRPr>
            </a:lvl1pPr>
          </a:lstStyle>
          <a:p>
            <a:pPr rtl="0"/>
            <a:r>
              <a:rPr lang="vi-VN"/>
              <a:t>BẤM ĐỂ CHỈNH SỬA KIỂU TIÊU ĐỀ BẢN CÁI</a:t>
            </a:r>
          </a:p>
        </p:txBody>
      </p:sp>
      <p:sp>
        <p:nvSpPr>
          <p:cNvPr id="3" name="Tiêu đề phụ 2">
            <a:extLst>
              <a:ext uri="{FF2B5EF4-FFF2-40B4-BE49-F238E27FC236}">
                <a16:creationId xmlns:a16="http://schemas.microsoft.com/office/drawing/2014/main" id="{DCFB69D3-5632-4285-A209-9DCA67DA668C}"/>
              </a:ext>
            </a:extLst>
          </p:cNvPr>
          <p:cNvSpPr>
            <a:spLocks noGrp="1"/>
          </p:cNvSpPr>
          <p:nvPr>
            <p:ph type="subTitle" idx="1"/>
          </p:nvPr>
        </p:nvSpPr>
        <p:spPr>
          <a:xfrm>
            <a:off x="1078992" y="4901184"/>
            <a:ext cx="10040112" cy="1280160"/>
          </a:xfrm>
        </p:spPr>
        <p:txBody>
          <a:bodyPr rtlCol="0"/>
          <a:lstStyle>
            <a:lvl1pPr marL="0" indent="0" algn="l">
              <a:buNone/>
              <a:defRPr lang="vi-VN" sz="2400" b="1" baseline="0">
                <a:latin typeface="+mn-lt"/>
              </a:defRPr>
            </a:lvl1pPr>
            <a:lvl2pPr marL="457200" indent="0" algn="ctr">
              <a:buNone/>
              <a:defRPr lang="vi-VN" sz="2000"/>
            </a:lvl2pPr>
            <a:lvl3pPr marL="914400" indent="0" algn="ctr">
              <a:buNone/>
              <a:defRPr lang="vi-VN" sz="1800"/>
            </a:lvl3pPr>
            <a:lvl4pPr marL="1371600" indent="0" algn="ctr">
              <a:buNone/>
              <a:defRPr lang="vi-VN" sz="1600"/>
            </a:lvl4pPr>
            <a:lvl5pPr marL="1828800" indent="0" algn="ctr">
              <a:buNone/>
              <a:defRPr lang="vi-VN" sz="1600"/>
            </a:lvl5pPr>
            <a:lvl6pPr marL="2286000" indent="0" algn="ctr">
              <a:buNone/>
              <a:defRPr lang="vi-VN" sz="1600"/>
            </a:lvl6pPr>
            <a:lvl7pPr marL="2743200" indent="0" algn="ctr">
              <a:buNone/>
              <a:defRPr lang="vi-VN" sz="1600"/>
            </a:lvl7pPr>
            <a:lvl8pPr marL="3200400" indent="0" algn="ctr">
              <a:buNone/>
              <a:defRPr lang="vi-VN" sz="1600"/>
            </a:lvl8pPr>
            <a:lvl9pPr marL="3657600" indent="0" algn="ctr">
              <a:buNone/>
              <a:defRPr lang="vi-VN" sz="1600"/>
            </a:lvl9pPr>
          </a:lstStyle>
          <a:p>
            <a:pPr rtl="0"/>
            <a:r>
              <a:rPr lang="vi-VN"/>
              <a:t>Bấm để chỉnh sửa kiểu phụ đề của Bản cái</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hương trình nghị sự">
    <p:spTree>
      <p:nvGrpSpPr>
        <p:cNvPr id="1" name=""/>
        <p:cNvGrpSpPr/>
        <p:nvPr/>
      </p:nvGrpSpPr>
      <p:grpSpPr>
        <a:xfrm>
          <a:off x="0" y="0"/>
          <a:ext cx="0" cy="0"/>
          <a:chOff x="0" y="0"/>
          <a:chExt cx="0" cy="0"/>
        </a:xfrm>
      </p:grpSpPr>
      <p:pic>
        <p:nvPicPr>
          <p:cNvPr id="10" name="Hình ảnh 9">
            <a:extLst>
              <a:ext uri="{FF2B5EF4-FFF2-40B4-BE49-F238E27FC236}">
                <a16:creationId xmlns:a16="http://schemas.microsoft.com/office/drawing/2014/main" id="{D1D3B0F0-DE71-18AB-7957-4CFA29C3A328}"/>
              </a:ext>
            </a:extLst>
          </p:cNvPr>
          <p:cNvPicPr>
            <a:picLocks noChangeAspect="1"/>
          </p:cNvPicPr>
          <p:nvPr userDrawn="1"/>
        </p:nvPicPr>
        <p:blipFill>
          <a:blip r:embed="rId2"/>
          <a:stretch>
            <a:fillRect/>
          </a:stretch>
        </p:blipFill>
        <p:spPr>
          <a:xfrm>
            <a:off x="0" y="857290"/>
            <a:ext cx="5797296" cy="6000710"/>
          </a:xfrm>
          <a:prstGeom prst="rect">
            <a:avLst/>
          </a:prstGeom>
        </p:spPr>
      </p:pic>
      <p:pic>
        <p:nvPicPr>
          <p:cNvPr id="8" name="Hình ảnh 7">
            <a:extLst>
              <a:ext uri="{FF2B5EF4-FFF2-40B4-BE49-F238E27FC236}">
                <a16:creationId xmlns:a16="http://schemas.microsoft.com/office/drawing/2014/main" id="{1F04770F-E995-EF98-B4D1-9F13733EEF07}"/>
              </a:ext>
            </a:extLst>
          </p:cNvPr>
          <p:cNvPicPr>
            <a:picLocks noChangeAspect="1"/>
          </p:cNvPicPr>
          <p:nvPr userDrawn="1"/>
        </p:nvPicPr>
        <p:blipFill>
          <a:blip r:embed="rId3"/>
          <a:stretch>
            <a:fillRect/>
          </a:stretch>
        </p:blipFill>
        <p:spPr>
          <a:xfrm>
            <a:off x="8763000" y="0"/>
            <a:ext cx="3429000" cy="6807199"/>
          </a:xfrm>
          <a:prstGeom prst="rect">
            <a:avLst/>
          </a:prstGeom>
        </p:spPr>
      </p:pic>
      <p:sp>
        <p:nvSpPr>
          <p:cNvPr id="12" name="Tiêu đề 11">
            <a:extLst>
              <a:ext uri="{FF2B5EF4-FFF2-40B4-BE49-F238E27FC236}">
                <a16:creationId xmlns:a16="http://schemas.microsoft.com/office/drawing/2014/main" id="{3392E024-DB0F-45F6-7A0A-359A57817906}"/>
              </a:ext>
            </a:extLst>
          </p:cNvPr>
          <p:cNvSpPr>
            <a:spLocks noGrp="1"/>
          </p:cNvSpPr>
          <p:nvPr>
            <p:ph type="title"/>
          </p:nvPr>
        </p:nvSpPr>
        <p:spPr>
          <a:xfrm>
            <a:off x="612648" y="1216152"/>
            <a:ext cx="5184648" cy="4416552"/>
          </a:xfrm>
        </p:spPr>
        <p:txBody>
          <a:bodyPr lIns="0" rIns="0" rtlCol="0"/>
          <a:lstStyle>
            <a:lvl1pPr algn="r">
              <a:defRPr lang="vi-VN" sz="4800" cap="all" spc="400" baseline="0"/>
            </a:lvl1pPr>
          </a:lstStyle>
          <a:p>
            <a:pPr rtl="0"/>
            <a:r>
              <a:rPr lang="vi-VN"/>
              <a:t>Bấm để chỉnh sửa kiểu tiêu đề Bản cái</a:t>
            </a:r>
          </a:p>
        </p:txBody>
      </p:sp>
      <p:sp>
        <p:nvSpPr>
          <p:cNvPr id="14" name="Chỗ dành sẵn cho Nội dung 13">
            <a:extLst>
              <a:ext uri="{FF2B5EF4-FFF2-40B4-BE49-F238E27FC236}">
                <a16:creationId xmlns:a16="http://schemas.microsoft.com/office/drawing/2014/main" id="{59AC38BE-9C76-A3FA-7823-F4A4B43AB754}"/>
              </a:ext>
            </a:extLst>
          </p:cNvPr>
          <p:cNvSpPr>
            <a:spLocks noGrp="1"/>
          </p:cNvSpPr>
          <p:nvPr>
            <p:ph sz="quarter" idx="13"/>
          </p:nvPr>
        </p:nvSpPr>
        <p:spPr>
          <a:xfrm>
            <a:off x="6400800" y="1216025"/>
            <a:ext cx="5184648" cy="4416425"/>
          </a:xfrm>
        </p:spPr>
        <p:txBody>
          <a:bodyPr rtlCol="0" anchor="ctr"/>
          <a:lstStyle>
            <a:lvl1pPr marL="0" indent="0">
              <a:lnSpc>
                <a:spcPct val="100000"/>
              </a:lnSpc>
              <a:spcBef>
                <a:spcPts val="1000"/>
              </a:spcBef>
              <a:buNone/>
              <a:defRPr lang="vi-VN" sz="2400" b="1" spc="200" baseline="0"/>
            </a:lvl1pPr>
            <a:lvl2pPr marL="228600">
              <a:lnSpc>
                <a:spcPct val="150000"/>
              </a:lnSpc>
              <a:spcBef>
                <a:spcPts val="1000"/>
              </a:spcBef>
              <a:defRPr lang="vi-VN" sz="2400" spc="100" baseline="0"/>
            </a:lvl2pPr>
            <a:lvl3pPr marL="457200">
              <a:lnSpc>
                <a:spcPct val="150000"/>
              </a:lnSpc>
              <a:spcBef>
                <a:spcPts val="1000"/>
              </a:spcBef>
              <a:defRPr lang="vi-VN" sz="2400" spc="100" baseline="0"/>
            </a:lvl3pPr>
            <a:lvl4pPr marL="685800">
              <a:lnSpc>
                <a:spcPct val="150000"/>
              </a:lnSpc>
              <a:spcBef>
                <a:spcPts val="1000"/>
              </a:spcBef>
              <a:defRPr lang="vi-VN" sz="2400" spc="100" baseline="0"/>
            </a:lvl4pPr>
            <a:lvl5pPr marL="914400">
              <a:lnSpc>
                <a:spcPct val="150000"/>
              </a:lnSpc>
              <a:spcBef>
                <a:spcPts val="1000"/>
              </a:spcBef>
              <a:defRPr lang="vi-VN" sz="2400" spc="100" baseline="0"/>
            </a:lvl5pPr>
          </a:lstStyle>
          <a:p>
            <a:pPr lvl="0" rtl="0"/>
            <a:r>
              <a:rPr lang="vi-VN"/>
              <a:t>Bấm để chỉnh sửa kiểu văn bản Bản cái</a:t>
            </a:r>
          </a:p>
          <a:p>
            <a:pPr lvl="1" rtl="0"/>
            <a:r>
              <a:rPr lang="vi-VN"/>
              <a:t>Mức hai</a:t>
            </a:r>
          </a:p>
          <a:p>
            <a:pPr lvl="2" rtl="0"/>
            <a:r>
              <a:rPr lang="vi-VN"/>
              <a:t>Mức ba</a:t>
            </a:r>
          </a:p>
          <a:p>
            <a:pPr lvl="3" rtl="0"/>
            <a:r>
              <a:rPr lang="vi-VN"/>
              <a:t>Mức bốn</a:t>
            </a:r>
          </a:p>
          <a:p>
            <a:pPr lvl="4" rtl="0"/>
            <a:r>
              <a:rPr lang="vi-VN"/>
              <a:t>Mức năm</a:t>
            </a:r>
          </a:p>
        </p:txBody>
      </p:sp>
      <p:sp>
        <p:nvSpPr>
          <p:cNvPr id="3" name="Chỗ dành sẵn cho Chân trang 2">
            <a:extLst>
              <a:ext uri="{FF2B5EF4-FFF2-40B4-BE49-F238E27FC236}">
                <a16:creationId xmlns:a16="http://schemas.microsoft.com/office/drawing/2014/main" id="{7AC6CA6E-C1AB-4B24-80C7-A4B12640BE6F}"/>
              </a:ext>
            </a:extLst>
          </p:cNvPr>
          <p:cNvSpPr>
            <a:spLocks noGrp="1"/>
          </p:cNvSpPr>
          <p:nvPr>
            <p:ph type="ftr" sz="quarter" idx="11"/>
          </p:nvPr>
        </p:nvSpPr>
        <p:spPr>
          <a:xfrm>
            <a:off x="4038600" y="11575"/>
            <a:ext cx="4114800" cy="856526"/>
          </a:xfrm>
          <a:prstGeom prst="rect">
            <a:avLst/>
          </a:prstGeom>
        </p:spPr>
        <p:txBody>
          <a:bodyPr rtlCol="0"/>
          <a:lstStyle>
            <a:defPPr>
              <a:defRPr lang="vi-VN"/>
            </a:defPPr>
          </a:lstStyle>
          <a:p>
            <a:pPr rtl="0"/>
            <a:r>
              <a:rPr lang="vi-VN"/>
              <a:t>TIÊU ĐỀ BẢN TRÌNH BÀY</a:t>
            </a:r>
          </a:p>
        </p:txBody>
      </p:sp>
      <p:sp>
        <p:nvSpPr>
          <p:cNvPr id="4" name="Chỗ dành sẵn cho Số hiệu Bản chiếu 3">
            <a:extLst>
              <a:ext uri="{FF2B5EF4-FFF2-40B4-BE49-F238E27FC236}">
                <a16:creationId xmlns:a16="http://schemas.microsoft.com/office/drawing/2014/main" id="{4F5EFB41-7AD3-4519-95E7-416BFA1AECAB}"/>
              </a:ext>
            </a:extLst>
          </p:cNvPr>
          <p:cNvSpPr>
            <a:spLocks noGrp="1"/>
          </p:cNvSpPr>
          <p:nvPr>
            <p:ph type="sldNum" sz="quarter" idx="12"/>
          </p:nvPr>
        </p:nvSpPr>
        <p:spPr>
          <a:xfrm>
            <a:off x="4038600" y="6006546"/>
            <a:ext cx="4114800" cy="851453"/>
          </a:xfrm>
          <a:prstGeom prst="rect">
            <a:avLst/>
          </a:prstGeom>
        </p:spPr>
        <p:txBody>
          <a:bodyPr rtlCol="0"/>
          <a:lstStyle>
            <a:defPPr>
              <a:defRPr lang="vi-VN"/>
            </a:defPPr>
          </a:lstStyle>
          <a:p>
            <a:pPr rtl="0"/>
            <a:fld id="{294A09A9-5501-47C1-A89A-A340965A2BE2}" type="slidenum">
              <a:rPr lang="vi-VN" smtClean="0"/>
              <a:t>‹#›</a:t>
            </a:fld>
            <a:endParaRPr lang="vi-VN" dirty="0"/>
          </a:p>
        </p:txBody>
      </p:sp>
      <p:cxnSp>
        <p:nvCxnSpPr>
          <p:cNvPr id="5" name="Đường nối Thẳng 4">
            <a:extLst>
              <a:ext uri="{FF2B5EF4-FFF2-40B4-BE49-F238E27FC236}">
                <a16:creationId xmlns:a16="http://schemas.microsoft.com/office/drawing/2014/main" id="{C35C8AF3-79E7-17ED-9EB4-3006B31E422C}"/>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 name="Đường nối Thẳng 5">
            <a:extLst>
              <a:ext uri="{FF2B5EF4-FFF2-40B4-BE49-F238E27FC236}">
                <a16:creationId xmlns:a16="http://schemas.microsoft.com/office/drawing/2014/main" id="{875A76CC-ED26-C4F7-5AB6-59D1A4C4A7F2}"/>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17844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êu đề và Nội dung">
    <p:spTree>
      <p:nvGrpSpPr>
        <p:cNvPr id="1" name=""/>
        <p:cNvGrpSpPr/>
        <p:nvPr/>
      </p:nvGrpSpPr>
      <p:grpSpPr>
        <a:xfrm>
          <a:off x="0" y="0"/>
          <a:ext cx="0" cy="0"/>
          <a:chOff x="0" y="0"/>
          <a:chExt cx="0" cy="0"/>
        </a:xfrm>
      </p:grpSpPr>
      <p:pic>
        <p:nvPicPr>
          <p:cNvPr id="8" name="Hình ảnh 7">
            <a:extLst>
              <a:ext uri="{FF2B5EF4-FFF2-40B4-BE49-F238E27FC236}">
                <a16:creationId xmlns:a16="http://schemas.microsoft.com/office/drawing/2014/main" id="{60328C38-4E83-27EA-9D01-DDDF734988CA}"/>
              </a:ext>
            </a:extLst>
          </p:cNvPr>
          <p:cNvPicPr>
            <a:picLocks noChangeAspect="1"/>
          </p:cNvPicPr>
          <p:nvPr userDrawn="1"/>
        </p:nvPicPr>
        <p:blipFill>
          <a:blip r:embed="rId2"/>
          <a:stretch>
            <a:fillRect/>
          </a:stretch>
        </p:blipFill>
        <p:spPr>
          <a:xfrm>
            <a:off x="5370576" y="3428234"/>
            <a:ext cx="6821424" cy="3429766"/>
          </a:xfrm>
          <a:prstGeom prst="rect">
            <a:avLst/>
          </a:prstGeom>
        </p:spPr>
      </p:pic>
      <p:pic>
        <p:nvPicPr>
          <p:cNvPr id="10" name="Hình ảnh 9">
            <a:extLst>
              <a:ext uri="{FF2B5EF4-FFF2-40B4-BE49-F238E27FC236}">
                <a16:creationId xmlns:a16="http://schemas.microsoft.com/office/drawing/2014/main" id="{B270B91D-A39E-3D53-DBBB-DF836D19BE1A}"/>
              </a:ext>
            </a:extLst>
          </p:cNvPr>
          <p:cNvPicPr>
            <a:picLocks noChangeAspect="1"/>
          </p:cNvPicPr>
          <p:nvPr userDrawn="1"/>
        </p:nvPicPr>
        <p:blipFill>
          <a:blip r:embed="rId3"/>
          <a:stretch>
            <a:fillRect/>
          </a:stretch>
        </p:blipFill>
        <p:spPr>
          <a:xfrm>
            <a:off x="0" y="0"/>
            <a:ext cx="4654518" cy="5239512"/>
          </a:xfrm>
          <a:prstGeom prst="rect">
            <a:avLst/>
          </a:prstGeom>
        </p:spPr>
      </p:pic>
      <p:sp>
        <p:nvSpPr>
          <p:cNvPr id="12" name="Tiêu đề 11">
            <a:extLst>
              <a:ext uri="{FF2B5EF4-FFF2-40B4-BE49-F238E27FC236}">
                <a16:creationId xmlns:a16="http://schemas.microsoft.com/office/drawing/2014/main" id="{3392E024-DB0F-45F6-7A0A-359A57817906}"/>
              </a:ext>
            </a:extLst>
          </p:cNvPr>
          <p:cNvSpPr>
            <a:spLocks noGrp="1"/>
          </p:cNvSpPr>
          <p:nvPr>
            <p:ph type="title"/>
          </p:nvPr>
        </p:nvSpPr>
        <p:spPr>
          <a:xfrm>
            <a:off x="612648" y="1216152"/>
            <a:ext cx="5184648" cy="4416552"/>
          </a:xfrm>
        </p:spPr>
        <p:txBody>
          <a:bodyPr lIns="0" rIns="0" rtlCol="0"/>
          <a:lstStyle>
            <a:lvl1pPr algn="r">
              <a:defRPr lang="vi-VN" sz="4800" cap="all" spc="400" baseline="0"/>
            </a:lvl1pPr>
          </a:lstStyle>
          <a:p>
            <a:pPr rtl="0"/>
            <a:r>
              <a:rPr lang="vi-VN"/>
              <a:t>Bấm để chỉnh sửa kiểu tiêu đề Bản cái</a:t>
            </a:r>
          </a:p>
        </p:txBody>
      </p:sp>
      <p:sp>
        <p:nvSpPr>
          <p:cNvPr id="14" name="Chỗ dành sẵn cho Nội dung 13">
            <a:extLst>
              <a:ext uri="{FF2B5EF4-FFF2-40B4-BE49-F238E27FC236}">
                <a16:creationId xmlns:a16="http://schemas.microsoft.com/office/drawing/2014/main" id="{59AC38BE-9C76-A3FA-7823-F4A4B43AB754}"/>
              </a:ext>
            </a:extLst>
          </p:cNvPr>
          <p:cNvSpPr>
            <a:spLocks noGrp="1"/>
          </p:cNvSpPr>
          <p:nvPr>
            <p:ph sz="quarter" idx="13"/>
          </p:nvPr>
        </p:nvSpPr>
        <p:spPr>
          <a:xfrm>
            <a:off x="6400800" y="1216025"/>
            <a:ext cx="5184648" cy="4416425"/>
          </a:xfrm>
        </p:spPr>
        <p:txBody>
          <a:bodyPr rtlCol="0" anchor="ctr"/>
          <a:lstStyle>
            <a:lvl1pPr marL="0" indent="0">
              <a:lnSpc>
                <a:spcPct val="150000"/>
              </a:lnSpc>
              <a:spcBef>
                <a:spcPts val="1000"/>
              </a:spcBef>
              <a:buNone/>
              <a:defRPr lang="vi-VN" sz="1600" spc="100" baseline="0"/>
            </a:lvl1pPr>
            <a:lvl2pPr marL="228600">
              <a:lnSpc>
                <a:spcPct val="150000"/>
              </a:lnSpc>
              <a:spcBef>
                <a:spcPts val="1000"/>
              </a:spcBef>
              <a:defRPr lang="vi-VN" sz="1600" spc="100" baseline="0"/>
            </a:lvl2pPr>
            <a:lvl3pPr marL="457200">
              <a:lnSpc>
                <a:spcPct val="150000"/>
              </a:lnSpc>
              <a:spcBef>
                <a:spcPts val="1000"/>
              </a:spcBef>
              <a:defRPr lang="vi-VN" sz="1600" spc="100" baseline="0"/>
            </a:lvl3pPr>
            <a:lvl4pPr marL="685800">
              <a:lnSpc>
                <a:spcPct val="150000"/>
              </a:lnSpc>
              <a:spcBef>
                <a:spcPts val="1000"/>
              </a:spcBef>
              <a:defRPr lang="vi-VN" sz="1600" spc="100" baseline="0"/>
            </a:lvl4pPr>
            <a:lvl5pPr marL="914400">
              <a:lnSpc>
                <a:spcPct val="150000"/>
              </a:lnSpc>
              <a:spcBef>
                <a:spcPts val="1000"/>
              </a:spcBef>
              <a:defRPr lang="vi-VN" sz="1600" spc="100" baseline="0"/>
            </a:lvl5pPr>
          </a:lstStyle>
          <a:p>
            <a:pPr lvl="0" rtl="0"/>
            <a:r>
              <a:rPr lang="vi-VN"/>
              <a:t>Bấm để chỉnh sửa kiểu văn bản Bản cái</a:t>
            </a:r>
          </a:p>
          <a:p>
            <a:pPr lvl="1" rtl="0"/>
            <a:r>
              <a:rPr lang="vi-VN"/>
              <a:t>Mức hai</a:t>
            </a:r>
          </a:p>
          <a:p>
            <a:pPr lvl="2" rtl="0"/>
            <a:r>
              <a:rPr lang="vi-VN"/>
              <a:t>Mức ba</a:t>
            </a:r>
          </a:p>
          <a:p>
            <a:pPr lvl="3" rtl="0"/>
            <a:r>
              <a:rPr lang="vi-VN"/>
              <a:t>Mức bốn</a:t>
            </a:r>
          </a:p>
          <a:p>
            <a:pPr lvl="4" rtl="0"/>
            <a:r>
              <a:rPr lang="vi-VN"/>
              <a:t>Mức năm</a:t>
            </a:r>
          </a:p>
        </p:txBody>
      </p:sp>
      <p:sp>
        <p:nvSpPr>
          <p:cNvPr id="3" name="Chỗ dành sẵn cho Chân trang 2">
            <a:extLst>
              <a:ext uri="{FF2B5EF4-FFF2-40B4-BE49-F238E27FC236}">
                <a16:creationId xmlns:a16="http://schemas.microsoft.com/office/drawing/2014/main" id="{7AC6CA6E-C1AB-4B24-80C7-A4B12640BE6F}"/>
              </a:ext>
            </a:extLst>
          </p:cNvPr>
          <p:cNvSpPr>
            <a:spLocks noGrp="1"/>
          </p:cNvSpPr>
          <p:nvPr>
            <p:ph type="ftr" sz="quarter" idx="11"/>
          </p:nvPr>
        </p:nvSpPr>
        <p:spPr>
          <a:xfrm>
            <a:off x="4038600" y="11575"/>
            <a:ext cx="4114800" cy="856526"/>
          </a:xfrm>
          <a:prstGeom prst="rect">
            <a:avLst/>
          </a:prstGeom>
        </p:spPr>
        <p:txBody>
          <a:bodyPr rtlCol="0"/>
          <a:lstStyle>
            <a:defPPr>
              <a:defRPr lang="vi-VN"/>
            </a:defPPr>
          </a:lstStyle>
          <a:p>
            <a:pPr rtl="0"/>
            <a:r>
              <a:rPr lang="vi-VN"/>
              <a:t>TIÊU ĐỀ BẢN TRÌNH BÀY</a:t>
            </a:r>
          </a:p>
        </p:txBody>
      </p:sp>
      <p:sp>
        <p:nvSpPr>
          <p:cNvPr id="4" name="Chỗ dành sẵn cho Số hiệu Bản chiếu 3">
            <a:extLst>
              <a:ext uri="{FF2B5EF4-FFF2-40B4-BE49-F238E27FC236}">
                <a16:creationId xmlns:a16="http://schemas.microsoft.com/office/drawing/2014/main" id="{4F5EFB41-7AD3-4519-95E7-416BFA1AECAB}"/>
              </a:ext>
            </a:extLst>
          </p:cNvPr>
          <p:cNvSpPr>
            <a:spLocks noGrp="1"/>
          </p:cNvSpPr>
          <p:nvPr>
            <p:ph type="sldNum" sz="quarter" idx="12"/>
          </p:nvPr>
        </p:nvSpPr>
        <p:spPr>
          <a:xfrm>
            <a:off x="4038600" y="6006546"/>
            <a:ext cx="4114800" cy="851453"/>
          </a:xfrm>
          <a:prstGeom prst="rect">
            <a:avLst/>
          </a:prstGeom>
        </p:spPr>
        <p:txBody>
          <a:bodyPr rtlCol="0"/>
          <a:lstStyle>
            <a:defPPr>
              <a:defRPr lang="vi-VN"/>
            </a:defPPr>
          </a:lstStyle>
          <a:p>
            <a:pPr rtl="0"/>
            <a:fld id="{294A09A9-5501-47C1-A89A-A340965A2BE2}" type="slidenum">
              <a:rPr lang="vi-VN" smtClean="0"/>
              <a:t>‹#›</a:t>
            </a:fld>
            <a:endParaRPr lang="vi-VN" dirty="0"/>
          </a:p>
        </p:txBody>
      </p:sp>
      <p:cxnSp>
        <p:nvCxnSpPr>
          <p:cNvPr id="5" name="Đường nối Thẳng 4">
            <a:extLst>
              <a:ext uri="{FF2B5EF4-FFF2-40B4-BE49-F238E27FC236}">
                <a16:creationId xmlns:a16="http://schemas.microsoft.com/office/drawing/2014/main" id="{C35C8AF3-79E7-17ED-9EB4-3006B31E422C}"/>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 name="Đường nối Thẳng 5">
            <a:extLst>
              <a:ext uri="{FF2B5EF4-FFF2-40B4-BE49-F238E27FC236}">
                <a16:creationId xmlns:a16="http://schemas.microsoft.com/office/drawing/2014/main" id="{875A76CC-ED26-C4F7-5AB6-59D1A4C4A7F2}"/>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61504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Đầu trang của phần">
    <p:spTree>
      <p:nvGrpSpPr>
        <p:cNvPr id="1" name=""/>
        <p:cNvGrpSpPr/>
        <p:nvPr/>
      </p:nvGrpSpPr>
      <p:grpSpPr>
        <a:xfrm>
          <a:off x="0" y="0"/>
          <a:ext cx="0" cy="0"/>
          <a:chOff x="0" y="0"/>
          <a:chExt cx="0" cy="0"/>
        </a:xfrm>
      </p:grpSpPr>
      <p:pic>
        <p:nvPicPr>
          <p:cNvPr id="5" name="Hình ảnh 4">
            <a:extLst>
              <a:ext uri="{FF2B5EF4-FFF2-40B4-BE49-F238E27FC236}">
                <a16:creationId xmlns:a16="http://schemas.microsoft.com/office/drawing/2014/main" id="{3FEC1861-1570-5A6A-D3BA-4A17F008A562}"/>
              </a:ext>
            </a:extLst>
          </p:cNvPr>
          <p:cNvPicPr>
            <a:picLocks noChangeAspect="1"/>
          </p:cNvPicPr>
          <p:nvPr userDrawn="1"/>
        </p:nvPicPr>
        <p:blipFill>
          <a:blip r:embed="rId2"/>
          <a:srcRect/>
          <a:stretch/>
        </p:blipFill>
        <p:spPr>
          <a:xfrm>
            <a:off x="0" y="0"/>
            <a:ext cx="12192000" cy="6858000"/>
          </a:xfrm>
          <a:prstGeom prst="rect">
            <a:avLst/>
          </a:prstGeom>
        </p:spPr>
      </p:pic>
      <p:sp>
        <p:nvSpPr>
          <p:cNvPr id="6" name="Tiêu đề 1">
            <a:extLst>
              <a:ext uri="{FF2B5EF4-FFF2-40B4-BE49-F238E27FC236}">
                <a16:creationId xmlns:a16="http://schemas.microsoft.com/office/drawing/2014/main" id="{10B0FF2F-3458-EA78-83DC-46FB2E5CE154}"/>
              </a:ext>
            </a:extLst>
          </p:cNvPr>
          <p:cNvSpPr>
            <a:spLocks noGrp="1"/>
          </p:cNvSpPr>
          <p:nvPr>
            <p:ph type="ctrTitle" hasCustomPrompt="1"/>
          </p:nvPr>
        </p:nvSpPr>
        <p:spPr>
          <a:xfrm>
            <a:off x="1078992" y="1956816"/>
            <a:ext cx="10040112" cy="2387600"/>
          </a:xfrm>
        </p:spPr>
        <p:txBody>
          <a:bodyPr rtlCol="0" anchor="t">
            <a:noAutofit/>
          </a:bodyPr>
          <a:lstStyle>
            <a:lvl1pPr algn="l">
              <a:defRPr lang="vi-VN" sz="9600" spc="300" baseline="0">
                <a:ln w="28575">
                  <a:solidFill>
                    <a:schemeClr val="tx1"/>
                  </a:solidFill>
                </a:ln>
                <a:noFill/>
              </a:defRPr>
            </a:lvl1pPr>
          </a:lstStyle>
          <a:p>
            <a:pPr rtl="0"/>
            <a:r>
              <a:rPr lang="vi-VN"/>
              <a:t>BẤM ĐỂ CHỈNH SỬA KIỂU TIÊU ĐỀ BẢN CÁI</a:t>
            </a:r>
          </a:p>
        </p:txBody>
      </p:sp>
      <p:sp>
        <p:nvSpPr>
          <p:cNvPr id="10" name="Tiêu đề phụ 2">
            <a:extLst>
              <a:ext uri="{FF2B5EF4-FFF2-40B4-BE49-F238E27FC236}">
                <a16:creationId xmlns:a16="http://schemas.microsoft.com/office/drawing/2014/main" id="{DC93615E-193E-5253-6EE0-EC01791E3A3A}"/>
              </a:ext>
            </a:extLst>
          </p:cNvPr>
          <p:cNvSpPr>
            <a:spLocks noGrp="1"/>
          </p:cNvSpPr>
          <p:nvPr>
            <p:ph type="subTitle" idx="1"/>
          </p:nvPr>
        </p:nvSpPr>
        <p:spPr>
          <a:xfrm>
            <a:off x="1078992" y="4901184"/>
            <a:ext cx="10040112" cy="1280160"/>
          </a:xfrm>
        </p:spPr>
        <p:txBody>
          <a:bodyPr rtlCol="0"/>
          <a:lstStyle>
            <a:lvl1pPr marL="0" indent="0" algn="l">
              <a:buNone/>
              <a:defRPr lang="vi-VN" sz="2400" b="1" baseline="0">
                <a:latin typeface="+mn-lt"/>
              </a:defRPr>
            </a:lvl1pPr>
            <a:lvl2pPr marL="457200" indent="0" algn="ctr">
              <a:buNone/>
              <a:defRPr lang="vi-VN" sz="2000"/>
            </a:lvl2pPr>
            <a:lvl3pPr marL="914400" indent="0" algn="ctr">
              <a:buNone/>
              <a:defRPr lang="vi-VN" sz="1800"/>
            </a:lvl3pPr>
            <a:lvl4pPr marL="1371600" indent="0" algn="ctr">
              <a:buNone/>
              <a:defRPr lang="vi-VN" sz="1600"/>
            </a:lvl4pPr>
            <a:lvl5pPr marL="1828800" indent="0" algn="ctr">
              <a:buNone/>
              <a:defRPr lang="vi-VN" sz="1600"/>
            </a:lvl5pPr>
            <a:lvl6pPr marL="2286000" indent="0" algn="ctr">
              <a:buNone/>
              <a:defRPr lang="vi-VN" sz="1600"/>
            </a:lvl6pPr>
            <a:lvl7pPr marL="2743200" indent="0" algn="ctr">
              <a:buNone/>
              <a:defRPr lang="vi-VN" sz="1600"/>
            </a:lvl7pPr>
            <a:lvl8pPr marL="3200400" indent="0" algn="ctr">
              <a:buNone/>
              <a:defRPr lang="vi-VN" sz="1600"/>
            </a:lvl8pPr>
            <a:lvl9pPr marL="3657600" indent="0" algn="ctr">
              <a:buNone/>
              <a:defRPr lang="vi-VN" sz="1600"/>
            </a:lvl9pPr>
          </a:lstStyle>
          <a:p>
            <a:pPr rtl="0"/>
            <a:r>
              <a:rPr lang="vi-VN"/>
              <a:t>Bấm để chỉnh sửa kiểu phụ đề của Bản cái</a:t>
            </a:r>
          </a:p>
        </p:txBody>
      </p:sp>
    </p:spTree>
    <p:extLst>
      <p:ext uri="{BB962C8B-B14F-4D97-AF65-F5344CB8AC3E}">
        <p14:creationId xmlns:p14="http://schemas.microsoft.com/office/powerpoint/2010/main" val="2802635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êu đề và Nội dung 2">
    <p:spTree>
      <p:nvGrpSpPr>
        <p:cNvPr id="1" name=""/>
        <p:cNvGrpSpPr/>
        <p:nvPr/>
      </p:nvGrpSpPr>
      <p:grpSpPr>
        <a:xfrm>
          <a:off x="0" y="0"/>
          <a:ext cx="0" cy="0"/>
          <a:chOff x="0" y="0"/>
          <a:chExt cx="0" cy="0"/>
        </a:xfrm>
      </p:grpSpPr>
      <p:pic>
        <p:nvPicPr>
          <p:cNvPr id="7" name="Hình ảnh 6">
            <a:extLst>
              <a:ext uri="{FF2B5EF4-FFF2-40B4-BE49-F238E27FC236}">
                <a16:creationId xmlns:a16="http://schemas.microsoft.com/office/drawing/2014/main" id="{4437D9B2-AE86-9092-7072-0F717E3CA831}"/>
              </a:ext>
            </a:extLst>
          </p:cNvPr>
          <p:cNvPicPr>
            <a:picLocks noChangeAspect="1"/>
          </p:cNvPicPr>
          <p:nvPr userDrawn="1"/>
        </p:nvPicPr>
        <p:blipFill>
          <a:blip r:embed="rId2"/>
          <a:stretch>
            <a:fillRect/>
          </a:stretch>
        </p:blipFill>
        <p:spPr>
          <a:xfrm>
            <a:off x="0" y="3655535"/>
            <a:ext cx="4727448" cy="3202465"/>
          </a:xfrm>
          <a:prstGeom prst="rect">
            <a:avLst/>
          </a:prstGeom>
        </p:spPr>
      </p:pic>
      <p:pic>
        <p:nvPicPr>
          <p:cNvPr id="9" name="Hình ảnh 8">
            <a:extLst>
              <a:ext uri="{FF2B5EF4-FFF2-40B4-BE49-F238E27FC236}">
                <a16:creationId xmlns:a16="http://schemas.microsoft.com/office/drawing/2014/main" id="{5BF7E0A5-7E8E-4A90-B415-12984C7AB24C}"/>
              </a:ext>
            </a:extLst>
          </p:cNvPr>
          <p:cNvPicPr>
            <a:picLocks noChangeAspect="1"/>
          </p:cNvPicPr>
          <p:nvPr userDrawn="1"/>
        </p:nvPicPr>
        <p:blipFill>
          <a:blip r:embed="rId3"/>
          <a:stretch>
            <a:fillRect/>
          </a:stretch>
        </p:blipFill>
        <p:spPr>
          <a:xfrm>
            <a:off x="6548245" y="0"/>
            <a:ext cx="5643755" cy="2313432"/>
          </a:xfrm>
          <a:prstGeom prst="rect">
            <a:avLst/>
          </a:prstGeom>
        </p:spPr>
      </p:pic>
      <p:sp>
        <p:nvSpPr>
          <p:cNvPr id="12" name="Tiêu đề 11">
            <a:extLst>
              <a:ext uri="{FF2B5EF4-FFF2-40B4-BE49-F238E27FC236}">
                <a16:creationId xmlns:a16="http://schemas.microsoft.com/office/drawing/2014/main" id="{3392E024-DB0F-45F6-7A0A-359A57817906}"/>
              </a:ext>
            </a:extLst>
          </p:cNvPr>
          <p:cNvSpPr>
            <a:spLocks noGrp="1"/>
          </p:cNvSpPr>
          <p:nvPr>
            <p:ph type="title"/>
          </p:nvPr>
        </p:nvSpPr>
        <p:spPr>
          <a:xfrm>
            <a:off x="612648" y="1216152"/>
            <a:ext cx="5184648" cy="4416552"/>
          </a:xfrm>
        </p:spPr>
        <p:txBody>
          <a:bodyPr lIns="0" rIns="0" rtlCol="0"/>
          <a:lstStyle>
            <a:lvl1pPr algn="r">
              <a:defRPr lang="vi-VN" sz="4800" cap="all" spc="400" baseline="0"/>
            </a:lvl1pPr>
          </a:lstStyle>
          <a:p>
            <a:pPr rtl="0"/>
            <a:r>
              <a:rPr lang="vi-VN"/>
              <a:t>Bấm để chỉnh sửa kiểu tiêu đề Bản cái</a:t>
            </a:r>
          </a:p>
        </p:txBody>
      </p:sp>
      <p:sp>
        <p:nvSpPr>
          <p:cNvPr id="14" name="Chỗ dành sẵn cho Nội dung 13">
            <a:extLst>
              <a:ext uri="{FF2B5EF4-FFF2-40B4-BE49-F238E27FC236}">
                <a16:creationId xmlns:a16="http://schemas.microsoft.com/office/drawing/2014/main" id="{59AC38BE-9C76-A3FA-7823-F4A4B43AB754}"/>
              </a:ext>
            </a:extLst>
          </p:cNvPr>
          <p:cNvSpPr>
            <a:spLocks noGrp="1"/>
          </p:cNvSpPr>
          <p:nvPr>
            <p:ph sz="quarter" idx="13"/>
          </p:nvPr>
        </p:nvSpPr>
        <p:spPr>
          <a:xfrm>
            <a:off x="6400800" y="1216025"/>
            <a:ext cx="5184648" cy="4416425"/>
          </a:xfrm>
        </p:spPr>
        <p:txBody>
          <a:bodyPr rtlCol="0" anchor="ctr"/>
          <a:lstStyle>
            <a:lvl1pPr marL="0" indent="0">
              <a:lnSpc>
                <a:spcPct val="150000"/>
              </a:lnSpc>
              <a:spcBef>
                <a:spcPts val="1000"/>
              </a:spcBef>
              <a:buNone/>
              <a:defRPr lang="vi-VN" sz="1600" spc="100" baseline="0"/>
            </a:lvl1pPr>
            <a:lvl2pPr marL="228600">
              <a:lnSpc>
                <a:spcPct val="150000"/>
              </a:lnSpc>
              <a:spcBef>
                <a:spcPts val="1000"/>
              </a:spcBef>
              <a:defRPr lang="vi-VN" sz="1600" spc="100" baseline="0"/>
            </a:lvl2pPr>
            <a:lvl3pPr marL="457200">
              <a:lnSpc>
                <a:spcPct val="150000"/>
              </a:lnSpc>
              <a:spcBef>
                <a:spcPts val="1000"/>
              </a:spcBef>
              <a:defRPr lang="vi-VN" sz="1600" spc="100" baseline="0"/>
            </a:lvl3pPr>
            <a:lvl4pPr marL="685800">
              <a:lnSpc>
                <a:spcPct val="150000"/>
              </a:lnSpc>
              <a:spcBef>
                <a:spcPts val="1000"/>
              </a:spcBef>
              <a:defRPr lang="vi-VN" sz="1600" spc="100" baseline="0"/>
            </a:lvl4pPr>
            <a:lvl5pPr marL="914400">
              <a:lnSpc>
                <a:spcPct val="150000"/>
              </a:lnSpc>
              <a:spcBef>
                <a:spcPts val="1000"/>
              </a:spcBef>
              <a:defRPr lang="vi-VN" sz="1600" spc="100" baseline="0"/>
            </a:lvl5pPr>
          </a:lstStyle>
          <a:p>
            <a:pPr lvl="0" rtl="0"/>
            <a:r>
              <a:rPr lang="vi-VN"/>
              <a:t>Bấm để chỉnh sửa kiểu văn bản Bản cái</a:t>
            </a:r>
          </a:p>
          <a:p>
            <a:pPr lvl="1" rtl="0"/>
            <a:r>
              <a:rPr lang="vi-VN"/>
              <a:t>Mức hai</a:t>
            </a:r>
          </a:p>
          <a:p>
            <a:pPr lvl="2" rtl="0"/>
            <a:r>
              <a:rPr lang="vi-VN"/>
              <a:t>Mức ba</a:t>
            </a:r>
          </a:p>
          <a:p>
            <a:pPr lvl="3" rtl="0"/>
            <a:r>
              <a:rPr lang="vi-VN"/>
              <a:t>Mức bốn</a:t>
            </a:r>
          </a:p>
          <a:p>
            <a:pPr lvl="4" rtl="0"/>
            <a:r>
              <a:rPr lang="vi-VN"/>
              <a:t>Mức năm</a:t>
            </a:r>
          </a:p>
        </p:txBody>
      </p:sp>
      <p:sp>
        <p:nvSpPr>
          <p:cNvPr id="3" name="Chỗ dành sẵn cho Chân trang 2">
            <a:extLst>
              <a:ext uri="{FF2B5EF4-FFF2-40B4-BE49-F238E27FC236}">
                <a16:creationId xmlns:a16="http://schemas.microsoft.com/office/drawing/2014/main" id="{7AC6CA6E-C1AB-4B24-80C7-A4B12640BE6F}"/>
              </a:ext>
            </a:extLst>
          </p:cNvPr>
          <p:cNvSpPr>
            <a:spLocks noGrp="1"/>
          </p:cNvSpPr>
          <p:nvPr>
            <p:ph type="ftr" sz="quarter" idx="11"/>
          </p:nvPr>
        </p:nvSpPr>
        <p:spPr>
          <a:xfrm>
            <a:off x="4038600" y="11575"/>
            <a:ext cx="4114800" cy="856526"/>
          </a:xfrm>
          <a:prstGeom prst="rect">
            <a:avLst/>
          </a:prstGeom>
        </p:spPr>
        <p:txBody>
          <a:bodyPr rtlCol="0"/>
          <a:lstStyle>
            <a:defPPr>
              <a:defRPr lang="vi-VN"/>
            </a:defPPr>
          </a:lstStyle>
          <a:p>
            <a:pPr rtl="0"/>
            <a:r>
              <a:rPr lang="vi-VN"/>
              <a:t>TIÊU ĐỀ BẢN TRÌNH BÀY</a:t>
            </a:r>
          </a:p>
        </p:txBody>
      </p:sp>
      <p:sp>
        <p:nvSpPr>
          <p:cNvPr id="4" name="Chỗ dành sẵn cho Số hiệu Bản chiếu 3">
            <a:extLst>
              <a:ext uri="{FF2B5EF4-FFF2-40B4-BE49-F238E27FC236}">
                <a16:creationId xmlns:a16="http://schemas.microsoft.com/office/drawing/2014/main" id="{4F5EFB41-7AD3-4519-95E7-416BFA1AECAB}"/>
              </a:ext>
            </a:extLst>
          </p:cNvPr>
          <p:cNvSpPr>
            <a:spLocks noGrp="1"/>
          </p:cNvSpPr>
          <p:nvPr>
            <p:ph type="sldNum" sz="quarter" idx="12"/>
          </p:nvPr>
        </p:nvSpPr>
        <p:spPr>
          <a:xfrm>
            <a:off x="4038600" y="6006546"/>
            <a:ext cx="4114800" cy="851453"/>
          </a:xfrm>
          <a:prstGeom prst="rect">
            <a:avLst/>
          </a:prstGeom>
        </p:spPr>
        <p:txBody>
          <a:bodyPr rtlCol="0"/>
          <a:lstStyle>
            <a:defPPr>
              <a:defRPr lang="vi-VN"/>
            </a:defPPr>
          </a:lstStyle>
          <a:p>
            <a:pPr rtl="0"/>
            <a:fld id="{294A09A9-5501-47C1-A89A-A340965A2BE2}" type="slidenum">
              <a:rPr lang="vi-VN" smtClean="0"/>
              <a:t>‹#›</a:t>
            </a:fld>
            <a:endParaRPr lang="vi-VN" dirty="0"/>
          </a:p>
        </p:txBody>
      </p:sp>
      <p:cxnSp>
        <p:nvCxnSpPr>
          <p:cNvPr id="5" name="Đường nối Thẳng 4">
            <a:extLst>
              <a:ext uri="{FF2B5EF4-FFF2-40B4-BE49-F238E27FC236}">
                <a16:creationId xmlns:a16="http://schemas.microsoft.com/office/drawing/2014/main" id="{C35C8AF3-79E7-17ED-9EB4-3006B31E422C}"/>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 name="Đường nối Thẳng 5">
            <a:extLst>
              <a:ext uri="{FF2B5EF4-FFF2-40B4-BE49-F238E27FC236}">
                <a16:creationId xmlns:a16="http://schemas.microsoft.com/office/drawing/2014/main" id="{875A76CC-ED26-C4F7-5AB6-59D1A4C4A7F2}"/>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368021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êu đề và Nội dung 3">
    <p:spTree>
      <p:nvGrpSpPr>
        <p:cNvPr id="1" name=""/>
        <p:cNvGrpSpPr/>
        <p:nvPr/>
      </p:nvGrpSpPr>
      <p:grpSpPr>
        <a:xfrm>
          <a:off x="0" y="0"/>
          <a:ext cx="0" cy="0"/>
          <a:chOff x="0" y="0"/>
          <a:chExt cx="0" cy="0"/>
        </a:xfrm>
      </p:grpSpPr>
      <p:pic>
        <p:nvPicPr>
          <p:cNvPr id="5" name="Hình ảnh 4">
            <a:extLst>
              <a:ext uri="{FF2B5EF4-FFF2-40B4-BE49-F238E27FC236}">
                <a16:creationId xmlns:a16="http://schemas.microsoft.com/office/drawing/2014/main" id="{AEFA7995-D0F4-05F2-CDF1-463407E3BA08}"/>
              </a:ext>
            </a:extLst>
          </p:cNvPr>
          <p:cNvPicPr>
            <a:picLocks noChangeAspect="1"/>
          </p:cNvPicPr>
          <p:nvPr userDrawn="1"/>
        </p:nvPicPr>
        <p:blipFill>
          <a:blip r:embed="rId2"/>
          <a:stretch>
            <a:fillRect/>
          </a:stretch>
        </p:blipFill>
        <p:spPr>
          <a:xfrm>
            <a:off x="7031909" y="0"/>
            <a:ext cx="5160091" cy="4041648"/>
          </a:xfrm>
          <a:prstGeom prst="rect">
            <a:avLst/>
          </a:prstGeom>
        </p:spPr>
      </p:pic>
      <p:pic>
        <p:nvPicPr>
          <p:cNvPr id="7" name="Hình ảnh 6">
            <a:extLst>
              <a:ext uri="{FF2B5EF4-FFF2-40B4-BE49-F238E27FC236}">
                <a16:creationId xmlns:a16="http://schemas.microsoft.com/office/drawing/2014/main" id="{792D768B-E662-B315-7576-313DFCE2AB40}"/>
              </a:ext>
            </a:extLst>
          </p:cNvPr>
          <p:cNvPicPr>
            <a:picLocks noChangeAspect="1"/>
          </p:cNvPicPr>
          <p:nvPr userDrawn="1"/>
        </p:nvPicPr>
        <p:blipFill>
          <a:blip r:embed="rId3"/>
          <a:stretch>
            <a:fillRect/>
          </a:stretch>
        </p:blipFill>
        <p:spPr>
          <a:xfrm>
            <a:off x="0" y="3127248"/>
            <a:ext cx="4162200" cy="3730752"/>
          </a:xfrm>
          <a:prstGeom prst="rect">
            <a:avLst/>
          </a:prstGeom>
        </p:spPr>
      </p:pic>
      <p:sp>
        <p:nvSpPr>
          <p:cNvPr id="2" name="Tiêu đề 1">
            <a:extLst>
              <a:ext uri="{FF2B5EF4-FFF2-40B4-BE49-F238E27FC236}">
                <a16:creationId xmlns:a16="http://schemas.microsoft.com/office/drawing/2014/main" id="{5A0D1FF5-7EF8-4250-A259-43050ABBD3B6}"/>
              </a:ext>
            </a:extLst>
          </p:cNvPr>
          <p:cNvSpPr>
            <a:spLocks noGrp="1"/>
          </p:cNvSpPr>
          <p:nvPr>
            <p:ph type="title"/>
          </p:nvPr>
        </p:nvSpPr>
        <p:spPr>
          <a:xfrm>
            <a:off x="612648" y="868679"/>
            <a:ext cx="10972800" cy="1572768"/>
          </a:xfrm>
        </p:spPr>
        <p:txBody>
          <a:bodyPr lIns="91440" tIns="182880" rIns="91440" bIns="0" rtlCol="0"/>
          <a:lstStyle>
            <a:lvl1pPr algn="ctr">
              <a:lnSpc>
                <a:spcPct val="90000"/>
              </a:lnSpc>
              <a:defRPr lang="vi-VN" sz="4800" spc="400" baseline="0"/>
            </a:lvl1pPr>
          </a:lstStyle>
          <a:p>
            <a:pPr rtl="0"/>
            <a:r>
              <a:rPr lang="vi-VN"/>
              <a:t>Bấm để chỉnh sửa kiểu tiêu đề Bản cái</a:t>
            </a:r>
          </a:p>
        </p:txBody>
      </p:sp>
      <p:sp>
        <p:nvSpPr>
          <p:cNvPr id="4" name="Chỗ dành sẵn cho Nội dung 3">
            <a:extLst>
              <a:ext uri="{FF2B5EF4-FFF2-40B4-BE49-F238E27FC236}">
                <a16:creationId xmlns:a16="http://schemas.microsoft.com/office/drawing/2014/main" id="{C752CCA9-53A3-4DA5-AD45-C2A2C12A3A6A}"/>
              </a:ext>
            </a:extLst>
          </p:cNvPr>
          <p:cNvSpPr>
            <a:spLocks noGrp="1"/>
          </p:cNvSpPr>
          <p:nvPr>
            <p:ph sz="half" idx="2"/>
          </p:nvPr>
        </p:nvSpPr>
        <p:spPr>
          <a:xfrm>
            <a:off x="612647" y="2441448"/>
            <a:ext cx="10972800" cy="3044952"/>
          </a:xfrm>
        </p:spPr>
        <p:txBody>
          <a:bodyPr rtlCol="0"/>
          <a:lstStyle>
            <a:lvl1pPr>
              <a:lnSpc>
                <a:spcPct val="100000"/>
              </a:lnSpc>
              <a:spcBef>
                <a:spcPts val="1000"/>
              </a:spcBef>
              <a:defRPr lang="vi-VN" sz="1600" spc="100" baseline="0"/>
            </a:lvl1pPr>
            <a:lvl2pPr>
              <a:lnSpc>
                <a:spcPct val="100000"/>
              </a:lnSpc>
              <a:spcBef>
                <a:spcPts val="1000"/>
              </a:spcBef>
              <a:defRPr lang="vi-VN" sz="1400" spc="100" baseline="0"/>
            </a:lvl2pPr>
            <a:lvl3pPr>
              <a:lnSpc>
                <a:spcPct val="100000"/>
              </a:lnSpc>
              <a:spcBef>
                <a:spcPts val="1000"/>
              </a:spcBef>
              <a:defRPr lang="vi-VN" sz="1200" spc="100" baseline="0"/>
            </a:lvl3pPr>
            <a:lvl4pPr>
              <a:lnSpc>
                <a:spcPct val="100000"/>
              </a:lnSpc>
              <a:spcBef>
                <a:spcPts val="1000"/>
              </a:spcBef>
              <a:defRPr lang="vi-VN" sz="1100" spc="100" baseline="0"/>
            </a:lvl4pPr>
            <a:lvl5pPr>
              <a:lnSpc>
                <a:spcPct val="100000"/>
              </a:lnSpc>
              <a:spcBef>
                <a:spcPts val="1000"/>
              </a:spcBef>
              <a:defRPr lang="vi-VN" sz="1100" spc="100" baseline="0"/>
            </a:lvl5pPr>
          </a:lstStyle>
          <a:p>
            <a:pPr lvl="0" rtl="0"/>
            <a:r>
              <a:rPr lang="vi-VN"/>
              <a:t>Bấm để chỉnh sửa kiểu văn bản Bản cái</a:t>
            </a:r>
          </a:p>
          <a:p>
            <a:pPr lvl="1" rtl="0"/>
            <a:r>
              <a:rPr lang="vi-VN"/>
              <a:t>Mức hai</a:t>
            </a:r>
          </a:p>
          <a:p>
            <a:pPr lvl="2" rtl="0"/>
            <a:r>
              <a:rPr lang="vi-VN"/>
              <a:t>Mức ba</a:t>
            </a:r>
          </a:p>
          <a:p>
            <a:pPr lvl="3" rtl="0"/>
            <a:r>
              <a:rPr lang="vi-VN"/>
              <a:t>Mức bốn</a:t>
            </a:r>
          </a:p>
          <a:p>
            <a:pPr lvl="4" rtl="0"/>
            <a:r>
              <a:rPr lang="vi-VN"/>
              <a:t>Mức năm</a:t>
            </a:r>
          </a:p>
        </p:txBody>
      </p:sp>
      <p:sp>
        <p:nvSpPr>
          <p:cNvPr id="8" name="Chỗ dành sẵn cho Chân trang 7">
            <a:extLst>
              <a:ext uri="{FF2B5EF4-FFF2-40B4-BE49-F238E27FC236}">
                <a16:creationId xmlns:a16="http://schemas.microsoft.com/office/drawing/2014/main" id="{3A51CCCC-1589-401D-AE98-FC28716301EF}"/>
              </a:ext>
            </a:extLst>
          </p:cNvPr>
          <p:cNvSpPr>
            <a:spLocks noGrp="1"/>
          </p:cNvSpPr>
          <p:nvPr>
            <p:ph type="ftr" sz="quarter" idx="11"/>
          </p:nvPr>
        </p:nvSpPr>
        <p:spPr>
          <a:xfrm>
            <a:off x="4038600" y="11575"/>
            <a:ext cx="4114800" cy="856526"/>
          </a:xfrm>
          <a:prstGeom prst="rect">
            <a:avLst/>
          </a:prstGeom>
        </p:spPr>
        <p:txBody>
          <a:bodyPr rtlCol="0"/>
          <a:lstStyle>
            <a:defPPr>
              <a:defRPr lang="vi-VN"/>
            </a:defPPr>
          </a:lstStyle>
          <a:p>
            <a:pPr rtl="0"/>
            <a:r>
              <a:rPr lang="vi-VN"/>
              <a:t>TIÊU ĐỀ BẢN TRÌNH BÀY</a:t>
            </a:r>
          </a:p>
        </p:txBody>
      </p:sp>
      <p:sp>
        <p:nvSpPr>
          <p:cNvPr id="9" name="Chỗ dành sẵn cho Số hiệu Bản chiếu 8">
            <a:extLst>
              <a:ext uri="{FF2B5EF4-FFF2-40B4-BE49-F238E27FC236}">
                <a16:creationId xmlns:a16="http://schemas.microsoft.com/office/drawing/2014/main" id="{285D9D7D-8D9A-473E-AF0D-EF1940D793C3}"/>
              </a:ext>
            </a:extLst>
          </p:cNvPr>
          <p:cNvSpPr>
            <a:spLocks noGrp="1"/>
          </p:cNvSpPr>
          <p:nvPr>
            <p:ph type="sldNum" sz="quarter" idx="12"/>
          </p:nvPr>
        </p:nvSpPr>
        <p:spPr>
          <a:xfrm>
            <a:off x="4038600" y="6006546"/>
            <a:ext cx="4114800" cy="851453"/>
          </a:xfrm>
          <a:prstGeom prst="rect">
            <a:avLst/>
          </a:prstGeom>
        </p:spPr>
        <p:txBody>
          <a:bodyPr rtlCol="0"/>
          <a:lstStyle>
            <a:defPPr>
              <a:defRPr lang="vi-VN"/>
            </a:defPPr>
          </a:lstStyle>
          <a:p>
            <a:pPr rtl="0"/>
            <a:fld id="{294A09A9-5501-47C1-A89A-A340965A2BE2}" type="slidenum">
              <a:rPr lang="vi-VN" smtClean="0"/>
              <a:t>‹#›</a:t>
            </a:fld>
            <a:endParaRPr lang="vi-VN" dirty="0"/>
          </a:p>
        </p:txBody>
      </p:sp>
      <p:cxnSp>
        <p:nvCxnSpPr>
          <p:cNvPr id="10" name="Đường nối Thẳng 9">
            <a:extLst>
              <a:ext uri="{FF2B5EF4-FFF2-40B4-BE49-F238E27FC236}">
                <a16:creationId xmlns:a16="http://schemas.microsoft.com/office/drawing/2014/main" id="{B7AC635D-0E01-2452-CC44-1DAE0F96DF63}"/>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Đường nối Thẳng 10">
            <a:extLst>
              <a:ext uri="{FF2B5EF4-FFF2-40B4-BE49-F238E27FC236}">
                <a16:creationId xmlns:a16="http://schemas.microsoft.com/office/drawing/2014/main" id="{A4ED63FD-A76F-FB56-8D44-31BD432133C5}"/>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583905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rích dẫn">
    <p:spTree>
      <p:nvGrpSpPr>
        <p:cNvPr id="1" name=""/>
        <p:cNvGrpSpPr/>
        <p:nvPr/>
      </p:nvGrpSpPr>
      <p:grpSpPr>
        <a:xfrm>
          <a:off x="0" y="0"/>
          <a:ext cx="0" cy="0"/>
          <a:chOff x="0" y="0"/>
          <a:chExt cx="0" cy="0"/>
        </a:xfrm>
      </p:grpSpPr>
      <p:pic>
        <p:nvPicPr>
          <p:cNvPr id="5" name="Hình ảnh 4">
            <a:extLst>
              <a:ext uri="{FF2B5EF4-FFF2-40B4-BE49-F238E27FC236}">
                <a16:creationId xmlns:a16="http://schemas.microsoft.com/office/drawing/2014/main" id="{078303F0-A6CC-605A-D08C-4E4ED07C2FB4}"/>
              </a:ext>
            </a:extLst>
          </p:cNvPr>
          <p:cNvPicPr>
            <a:picLocks noChangeAspect="1"/>
          </p:cNvPicPr>
          <p:nvPr userDrawn="1"/>
        </p:nvPicPr>
        <p:blipFill>
          <a:blip r:embed="rId2"/>
          <a:stretch>
            <a:fillRect/>
          </a:stretch>
        </p:blipFill>
        <p:spPr>
          <a:xfrm>
            <a:off x="0" y="0"/>
            <a:ext cx="4196903" cy="3611880"/>
          </a:xfrm>
          <a:prstGeom prst="rect">
            <a:avLst/>
          </a:prstGeom>
        </p:spPr>
      </p:pic>
      <p:pic>
        <p:nvPicPr>
          <p:cNvPr id="3" name="Hình ảnh 2">
            <a:extLst>
              <a:ext uri="{FF2B5EF4-FFF2-40B4-BE49-F238E27FC236}">
                <a16:creationId xmlns:a16="http://schemas.microsoft.com/office/drawing/2014/main" id="{904458FB-E7BB-F476-4A31-9C5AA406E252}"/>
              </a:ext>
            </a:extLst>
          </p:cNvPr>
          <p:cNvPicPr>
            <a:picLocks noChangeAspect="1"/>
          </p:cNvPicPr>
          <p:nvPr userDrawn="1"/>
        </p:nvPicPr>
        <p:blipFill>
          <a:blip r:embed="rId3"/>
          <a:stretch>
            <a:fillRect/>
          </a:stretch>
        </p:blipFill>
        <p:spPr>
          <a:xfrm>
            <a:off x="6202680" y="4079057"/>
            <a:ext cx="5989320" cy="2778943"/>
          </a:xfrm>
          <a:prstGeom prst="rect">
            <a:avLst/>
          </a:prstGeom>
        </p:spPr>
      </p:pic>
      <p:sp>
        <p:nvSpPr>
          <p:cNvPr id="12" name="Tiêu đề 11">
            <a:extLst>
              <a:ext uri="{FF2B5EF4-FFF2-40B4-BE49-F238E27FC236}">
                <a16:creationId xmlns:a16="http://schemas.microsoft.com/office/drawing/2014/main" id="{3392E024-DB0F-45F6-7A0A-359A57817906}"/>
              </a:ext>
            </a:extLst>
          </p:cNvPr>
          <p:cNvSpPr>
            <a:spLocks noGrp="1"/>
          </p:cNvSpPr>
          <p:nvPr>
            <p:ph type="title"/>
          </p:nvPr>
        </p:nvSpPr>
        <p:spPr>
          <a:xfrm>
            <a:off x="3063240" y="2651760"/>
            <a:ext cx="6309360" cy="1580714"/>
          </a:xfrm>
        </p:spPr>
        <p:txBody>
          <a:bodyPr lIns="91440" rIns="91440" rtlCol="0" anchor="t"/>
          <a:lstStyle>
            <a:lvl1pPr algn="l">
              <a:lnSpc>
                <a:spcPct val="100000"/>
              </a:lnSpc>
              <a:defRPr lang="vi-VN" sz="2800" cap="none" spc="200" baseline="0"/>
            </a:lvl1pPr>
          </a:lstStyle>
          <a:p>
            <a:pPr rtl="0"/>
            <a:r>
              <a:rPr lang="vi-VN"/>
              <a:t>Bấm để chỉnh sửa kiểu tiêu đề Bản cái</a:t>
            </a:r>
          </a:p>
        </p:txBody>
      </p:sp>
      <p:sp>
        <p:nvSpPr>
          <p:cNvPr id="16" name="Chỗ dành sẵn cho Văn bản 15">
            <a:extLst>
              <a:ext uri="{FF2B5EF4-FFF2-40B4-BE49-F238E27FC236}">
                <a16:creationId xmlns:a16="http://schemas.microsoft.com/office/drawing/2014/main" id="{94138E8D-4D76-2023-4B97-8ACB8894C5F1}"/>
              </a:ext>
            </a:extLst>
          </p:cNvPr>
          <p:cNvSpPr>
            <a:spLocks noGrp="1"/>
          </p:cNvSpPr>
          <p:nvPr>
            <p:ph type="body" sz="quarter" idx="13"/>
          </p:nvPr>
        </p:nvSpPr>
        <p:spPr>
          <a:xfrm>
            <a:off x="3063240" y="4232475"/>
            <a:ext cx="5775960" cy="333945"/>
          </a:xfrm>
        </p:spPr>
        <p:txBody>
          <a:bodyPr rtlCol="0"/>
          <a:lstStyle>
            <a:lvl1pPr marL="0" indent="0">
              <a:buNone/>
              <a:defRPr lang="vi-VN" sz="1800" spc="200" baseline="0"/>
            </a:lvl1pPr>
          </a:lstStyle>
          <a:p>
            <a:pPr lvl="0" rtl="0"/>
            <a:r>
              <a:rPr lang="vi-VN"/>
              <a:t>Bấm để chỉnh sửa kiểu văn bản Bản cái</a:t>
            </a:r>
          </a:p>
        </p:txBody>
      </p:sp>
      <p:sp>
        <p:nvSpPr>
          <p:cNvPr id="17" name="Chỗ dành sẵn cho Văn bản 13">
            <a:extLst>
              <a:ext uri="{FF2B5EF4-FFF2-40B4-BE49-F238E27FC236}">
                <a16:creationId xmlns:a16="http://schemas.microsoft.com/office/drawing/2014/main" id="{D1FFE415-7AFC-D826-1BD1-1993DED3B01D}"/>
              </a:ext>
            </a:extLst>
          </p:cNvPr>
          <p:cNvSpPr>
            <a:spLocks noGrp="1"/>
          </p:cNvSpPr>
          <p:nvPr>
            <p:ph type="body" sz="quarter" idx="15" hasCustomPrompt="1"/>
          </p:nvPr>
        </p:nvSpPr>
        <p:spPr>
          <a:xfrm>
            <a:off x="9737922" y="3591339"/>
            <a:ext cx="1171575" cy="2387600"/>
          </a:xfrm>
        </p:spPr>
        <p:txBody>
          <a:bodyPr vert="horz" lIns="91440" tIns="45720" rIns="91440" bIns="45720" rtlCol="0" anchor="t">
            <a:noAutofit/>
          </a:bodyPr>
          <a:lstStyle>
            <a:lvl1pPr marL="0" indent="0">
              <a:buNone/>
              <a:defRPr lang="vi-VN" sz="17000" b="1" cap="all" spc="300" dirty="0">
                <a:ln w="28575">
                  <a:solidFill>
                    <a:schemeClr val="tx1"/>
                  </a:solidFill>
                </a:ln>
                <a:noFill/>
                <a:latin typeface="+mj-lt"/>
                <a:ea typeface="+mj-ea"/>
              </a:defRPr>
            </a:lvl1pPr>
          </a:lstStyle>
          <a:p>
            <a:pPr marL="914400" lvl="0" indent="-1143000" rtl="0">
              <a:spcBef>
                <a:spcPct val="0"/>
              </a:spcBef>
            </a:pPr>
            <a:r>
              <a:rPr lang="vi-VN"/>
              <a:t>”</a:t>
            </a:r>
          </a:p>
        </p:txBody>
      </p:sp>
      <p:sp>
        <p:nvSpPr>
          <p:cNvPr id="18" name="Chỗ dành sẵn cho Văn bản 13">
            <a:extLst>
              <a:ext uri="{FF2B5EF4-FFF2-40B4-BE49-F238E27FC236}">
                <a16:creationId xmlns:a16="http://schemas.microsoft.com/office/drawing/2014/main" id="{0962DFC0-ADB3-684B-6F72-9C45BB48C248}"/>
              </a:ext>
            </a:extLst>
          </p:cNvPr>
          <p:cNvSpPr>
            <a:spLocks noGrp="1"/>
          </p:cNvSpPr>
          <p:nvPr>
            <p:ph type="body" sz="quarter" idx="14" hasCustomPrompt="1"/>
          </p:nvPr>
        </p:nvSpPr>
        <p:spPr>
          <a:xfrm>
            <a:off x="1209261" y="1982216"/>
            <a:ext cx="1171575" cy="2386584"/>
          </a:xfrm>
        </p:spPr>
        <p:txBody>
          <a:bodyPr vert="horz" lIns="91440" tIns="45720" rIns="91440" bIns="45720" rtlCol="0" anchor="t">
            <a:noAutofit/>
          </a:bodyPr>
          <a:lstStyle>
            <a:lvl1pPr marL="0" indent="0">
              <a:buNone/>
              <a:defRPr lang="vi-VN" sz="17000" b="1" cap="all" spc="300" dirty="0">
                <a:ln w="28575">
                  <a:solidFill>
                    <a:schemeClr val="tx1"/>
                  </a:solidFill>
                </a:ln>
                <a:noFill/>
                <a:latin typeface="+mj-lt"/>
                <a:ea typeface="+mj-ea"/>
              </a:defRPr>
            </a:lvl1pPr>
          </a:lstStyle>
          <a:p>
            <a:pPr marL="914400" lvl="0" indent="-1143000" rtl="0">
              <a:spcBef>
                <a:spcPct val="0"/>
              </a:spcBef>
            </a:pPr>
            <a:r>
              <a:rPr lang="vi-VN"/>
              <a:t>“</a:t>
            </a:r>
          </a:p>
        </p:txBody>
      </p:sp>
    </p:spTree>
    <p:extLst>
      <p:ext uri="{BB962C8B-B14F-4D97-AF65-F5344CB8AC3E}">
        <p14:creationId xmlns:p14="http://schemas.microsoft.com/office/powerpoint/2010/main" val="3330879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Nhóm - x4">
    <p:spTree>
      <p:nvGrpSpPr>
        <p:cNvPr id="1" name=""/>
        <p:cNvGrpSpPr/>
        <p:nvPr/>
      </p:nvGrpSpPr>
      <p:grpSpPr>
        <a:xfrm>
          <a:off x="0" y="0"/>
          <a:ext cx="0" cy="0"/>
          <a:chOff x="0" y="0"/>
          <a:chExt cx="0" cy="0"/>
        </a:xfrm>
      </p:grpSpPr>
      <p:pic>
        <p:nvPicPr>
          <p:cNvPr id="3" name="Hình ảnh 2">
            <a:extLst>
              <a:ext uri="{FF2B5EF4-FFF2-40B4-BE49-F238E27FC236}">
                <a16:creationId xmlns:a16="http://schemas.microsoft.com/office/drawing/2014/main" id="{B6C6FB24-160F-388E-8450-E5C970E243AB}"/>
              </a:ext>
            </a:extLst>
          </p:cNvPr>
          <p:cNvPicPr>
            <a:picLocks noChangeAspect="1"/>
          </p:cNvPicPr>
          <p:nvPr userDrawn="1"/>
        </p:nvPicPr>
        <p:blipFill>
          <a:blip r:embed="rId2"/>
          <a:stretch>
            <a:fillRect/>
          </a:stretch>
        </p:blipFill>
        <p:spPr>
          <a:xfrm>
            <a:off x="0" y="1764792"/>
            <a:ext cx="5359935" cy="5093208"/>
          </a:xfrm>
          <a:prstGeom prst="rect">
            <a:avLst/>
          </a:prstGeom>
        </p:spPr>
      </p:pic>
      <p:pic>
        <p:nvPicPr>
          <p:cNvPr id="23" name="Hình ảnh 22">
            <a:extLst>
              <a:ext uri="{FF2B5EF4-FFF2-40B4-BE49-F238E27FC236}">
                <a16:creationId xmlns:a16="http://schemas.microsoft.com/office/drawing/2014/main" id="{D0AF7F25-1C65-DB7F-9FA3-300318BD4BF4}"/>
              </a:ext>
            </a:extLst>
          </p:cNvPr>
          <p:cNvPicPr>
            <a:picLocks noChangeAspect="1"/>
          </p:cNvPicPr>
          <p:nvPr userDrawn="1"/>
        </p:nvPicPr>
        <p:blipFill>
          <a:blip r:embed="rId3"/>
          <a:stretch>
            <a:fillRect/>
          </a:stretch>
        </p:blipFill>
        <p:spPr>
          <a:xfrm>
            <a:off x="9262085" y="0"/>
            <a:ext cx="2929915" cy="2752344"/>
          </a:xfrm>
          <a:prstGeom prst="rect">
            <a:avLst/>
          </a:prstGeom>
        </p:spPr>
      </p:pic>
      <p:sp>
        <p:nvSpPr>
          <p:cNvPr id="25" name="Tiêu đề 1">
            <a:extLst>
              <a:ext uri="{FF2B5EF4-FFF2-40B4-BE49-F238E27FC236}">
                <a16:creationId xmlns:a16="http://schemas.microsoft.com/office/drawing/2014/main" id="{DCE0745D-AFE6-DE6D-B026-1FF13F34E628}"/>
              </a:ext>
            </a:extLst>
          </p:cNvPr>
          <p:cNvSpPr>
            <a:spLocks noGrp="1"/>
          </p:cNvSpPr>
          <p:nvPr>
            <p:ph type="title"/>
          </p:nvPr>
        </p:nvSpPr>
        <p:spPr>
          <a:xfrm>
            <a:off x="612648" y="868679"/>
            <a:ext cx="10972800" cy="1572768"/>
          </a:xfrm>
        </p:spPr>
        <p:txBody>
          <a:bodyPr lIns="91440" tIns="182880" rIns="91440" bIns="0" rtlCol="0"/>
          <a:lstStyle>
            <a:lvl1pPr algn="ctr">
              <a:lnSpc>
                <a:spcPct val="90000"/>
              </a:lnSpc>
              <a:defRPr lang="vi-VN" sz="4800" spc="400" baseline="0"/>
            </a:lvl1pPr>
          </a:lstStyle>
          <a:p>
            <a:pPr rtl="0"/>
            <a:r>
              <a:rPr lang="vi-VN"/>
              <a:t>Bấm để chỉnh sửa kiểu tiêu đề Bản cái</a:t>
            </a:r>
          </a:p>
        </p:txBody>
      </p:sp>
      <p:sp>
        <p:nvSpPr>
          <p:cNvPr id="6" name="Chỗ dành sẵn cho Hình ảnh 23">
            <a:extLst>
              <a:ext uri="{FF2B5EF4-FFF2-40B4-BE49-F238E27FC236}">
                <a16:creationId xmlns:a16="http://schemas.microsoft.com/office/drawing/2014/main" id="{5E48B363-63E8-4F17-842B-53AD935A6529}"/>
              </a:ext>
            </a:extLst>
          </p:cNvPr>
          <p:cNvSpPr>
            <a:spLocks noGrp="1"/>
          </p:cNvSpPr>
          <p:nvPr>
            <p:ph type="pic" sz="quarter" idx="13"/>
          </p:nvPr>
        </p:nvSpPr>
        <p:spPr>
          <a:xfrm>
            <a:off x="960120" y="2450592"/>
            <a:ext cx="2057400" cy="2057400"/>
          </a:xfrm>
        </p:spPr>
        <p:txBody>
          <a:bodyPr rtlCol="0">
            <a:normAutofit/>
          </a:bodyPr>
          <a:lstStyle>
            <a:lvl1pPr marL="0" indent="0">
              <a:buNone/>
              <a:defRPr lang="vi-VN" sz="1400">
                <a:solidFill>
                  <a:schemeClr val="tx1"/>
                </a:solidFill>
              </a:defRPr>
            </a:lvl1pPr>
          </a:lstStyle>
          <a:p>
            <a:pPr rtl="0"/>
            <a:endParaRPr lang="vi-VN" dirty="0"/>
          </a:p>
        </p:txBody>
      </p:sp>
      <p:sp>
        <p:nvSpPr>
          <p:cNvPr id="10" name="Chỗ dành sẵn cho Văn bản 28">
            <a:extLst>
              <a:ext uri="{FF2B5EF4-FFF2-40B4-BE49-F238E27FC236}">
                <a16:creationId xmlns:a16="http://schemas.microsoft.com/office/drawing/2014/main" id="{CC3A7E03-4F06-4380-90A1-845651EEA3C0}"/>
              </a:ext>
            </a:extLst>
          </p:cNvPr>
          <p:cNvSpPr>
            <a:spLocks noGrp="1"/>
          </p:cNvSpPr>
          <p:nvPr>
            <p:ph type="body" sz="quarter" idx="17" hasCustomPrompt="1"/>
          </p:nvPr>
        </p:nvSpPr>
        <p:spPr>
          <a:xfrm>
            <a:off x="858956" y="4611550"/>
            <a:ext cx="2286000" cy="274320"/>
          </a:xfrm>
        </p:spPr>
        <p:txBody>
          <a:bodyPr lIns="0" tIns="0" rIns="0" bIns="0" rtlCol="0" anchor="ctr">
            <a:noAutofit/>
          </a:bodyPr>
          <a:lstStyle>
            <a:lvl1pPr marL="0" indent="0" algn="ctr">
              <a:lnSpc>
                <a:spcPct val="100000"/>
              </a:lnSpc>
              <a:spcBef>
                <a:spcPts val="0"/>
              </a:spcBef>
              <a:buNone/>
              <a:defRPr lang="vi-VN" sz="1400" b="1" cap="all" spc="200" baseline="0">
                <a:solidFill>
                  <a:schemeClr val="tx1"/>
                </a:solidFill>
                <a:latin typeface="+mj-lt"/>
              </a:defRPr>
            </a:lvl1pPr>
          </a:lstStyle>
          <a:p>
            <a:pPr lvl="0" rtl="0"/>
            <a:r>
              <a:rPr lang="vi-VN"/>
              <a:t>Tên</a:t>
            </a:r>
          </a:p>
        </p:txBody>
      </p:sp>
      <p:sp>
        <p:nvSpPr>
          <p:cNvPr id="11" name="Chỗ dành sẵn cho Văn bản 28">
            <a:extLst>
              <a:ext uri="{FF2B5EF4-FFF2-40B4-BE49-F238E27FC236}">
                <a16:creationId xmlns:a16="http://schemas.microsoft.com/office/drawing/2014/main" id="{31AF5791-727B-438A-A7EF-5D132167C89B}"/>
              </a:ext>
            </a:extLst>
          </p:cNvPr>
          <p:cNvSpPr>
            <a:spLocks noGrp="1"/>
          </p:cNvSpPr>
          <p:nvPr>
            <p:ph type="body" sz="quarter" idx="18" hasCustomPrompt="1"/>
          </p:nvPr>
        </p:nvSpPr>
        <p:spPr>
          <a:xfrm>
            <a:off x="858956" y="4865225"/>
            <a:ext cx="2286000" cy="182880"/>
          </a:xfrm>
        </p:spPr>
        <p:txBody>
          <a:bodyPr lIns="0" tIns="0" rIns="0" bIns="0" rtlCol="0">
            <a:noAutofit/>
          </a:bodyPr>
          <a:lstStyle>
            <a:lvl1pPr marL="0" indent="0" algn="ctr">
              <a:lnSpc>
                <a:spcPct val="100000"/>
              </a:lnSpc>
              <a:spcBef>
                <a:spcPts val="0"/>
              </a:spcBef>
              <a:buNone/>
              <a:defRPr lang="vi-VN" sz="1200" b="0" spc="200" baseline="0">
                <a:solidFill>
                  <a:schemeClr val="tx1"/>
                </a:solidFill>
              </a:defRPr>
            </a:lvl1pPr>
          </a:lstStyle>
          <a:p>
            <a:pPr lvl="0" rtl="0"/>
            <a:r>
              <a:rPr lang="vi-VN"/>
              <a:t>Tiêu đề</a:t>
            </a:r>
          </a:p>
        </p:txBody>
      </p:sp>
      <p:sp>
        <p:nvSpPr>
          <p:cNvPr id="7" name="Chỗ dành sẵn cho Hình ảnh 23">
            <a:extLst>
              <a:ext uri="{FF2B5EF4-FFF2-40B4-BE49-F238E27FC236}">
                <a16:creationId xmlns:a16="http://schemas.microsoft.com/office/drawing/2014/main" id="{9ABA5222-6FD6-405B-8AC8-18022C36590F}"/>
              </a:ext>
            </a:extLst>
          </p:cNvPr>
          <p:cNvSpPr>
            <a:spLocks noGrp="1"/>
          </p:cNvSpPr>
          <p:nvPr>
            <p:ph type="pic" sz="quarter" idx="14"/>
          </p:nvPr>
        </p:nvSpPr>
        <p:spPr>
          <a:xfrm>
            <a:off x="3730752" y="2450592"/>
            <a:ext cx="2057400" cy="2057400"/>
          </a:xfrm>
        </p:spPr>
        <p:txBody>
          <a:bodyPr rtlCol="0">
            <a:normAutofit/>
          </a:bodyPr>
          <a:lstStyle>
            <a:lvl1pPr marL="0" indent="0">
              <a:buNone/>
              <a:defRPr lang="vi-VN" sz="1400">
                <a:solidFill>
                  <a:schemeClr val="tx1"/>
                </a:solidFill>
              </a:defRPr>
            </a:lvl1pPr>
          </a:lstStyle>
          <a:p>
            <a:pPr rtl="0"/>
            <a:endParaRPr lang="vi-VN" dirty="0"/>
          </a:p>
        </p:txBody>
      </p:sp>
      <p:sp>
        <p:nvSpPr>
          <p:cNvPr id="12" name="Chỗ dành sẵn cho Văn bản 28">
            <a:extLst>
              <a:ext uri="{FF2B5EF4-FFF2-40B4-BE49-F238E27FC236}">
                <a16:creationId xmlns:a16="http://schemas.microsoft.com/office/drawing/2014/main" id="{A1A33FCF-D2EB-478E-8679-428657895F76}"/>
              </a:ext>
            </a:extLst>
          </p:cNvPr>
          <p:cNvSpPr>
            <a:spLocks noGrp="1"/>
          </p:cNvSpPr>
          <p:nvPr>
            <p:ph type="body" sz="quarter" idx="19" hasCustomPrompt="1"/>
          </p:nvPr>
        </p:nvSpPr>
        <p:spPr>
          <a:xfrm>
            <a:off x="3629588" y="4611550"/>
            <a:ext cx="2286000" cy="274320"/>
          </a:xfrm>
        </p:spPr>
        <p:txBody>
          <a:bodyPr lIns="0" tIns="0" rIns="0" bIns="0" rtlCol="0" anchor="ctr">
            <a:noAutofit/>
          </a:bodyPr>
          <a:lstStyle>
            <a:lvl1pPr marL="0" indent="0" algn="ctr">
              <a:lnSpc>
                <a:spcPct val="100000"/>
              </a:lnSpc>
              <a:spcBef>
                <a:spcPts val="0"/>
              </a:spcBef>
              <a:buNone/>
              <a:defRPr lang="vi-VN" sz="1400" b="1" cap="all" spc="200" baseline="0">
                <a:solidFill>
                  <a:schemeClr val="tx1"/>
                </a:solidFill>
                <a:latin typeface="+mj-lt"/>
              </a:defRPr>
            </a:lvl1pPr>
          </a:lstStyle>
          <a:p>
            <a:pPr lvl="0" rtl="0"/>
            <a:r>
              <a:rPr lang="vi-VN"/>
              <a:t>Tên</a:t>
            </a:r>
          </a:p>
        </p:txBody>
      </p:sp>
      <p:sp>
        <p:nvSpPr>
          <p:cNvPr id="13" name="Chỗ dành sẵn cho Văn bản 28">
            <a:extLst>
              <a:ext uri="{FF2B5EF4-FFF2-40B4-BE49-F238E27FC236}">
                <a16:creationId xmlns:a16="http://schemas.microsoft.com/office/drawing/2014/main" id="{55274EF8-F641-41B2-89C1-FD94AFA48684}"/>
              </a:ext>
            </a:extLst>
          </p:cNvPr>
          <p:cNvSpPr>
            <a:spLocks noGrp="1"/>
          </p:cNvSpPr>
          <p:nvPr>
            <p:ph type="body" sz="quarter" idx="20" hasCustomPrompt="1"/>
          </p:nvPr>
        </p:nvSpPr>
        <p:spPr>
          <a:xfrm>
            <a:off x="3629588" y="4865225"/>
            <a:ext cx="2286000" cy="182880"/>
          </a:xfrm>
        </p:spPr>
        <p:txBody>
          <a:bodyPr lIns="0" tIns="0" rIns="0" bIns="0" rtlCol="0">
            <a:noAutofit/>
          </a:bodyPr>
          <a:lstStyle>
            <a:lvl1pPr marL="0" indent="0" algn="ctr">
              <a:lnSpc>
                <a:spcPct val="100000"/>
              </a:lnSpc>
              <a:spcBef>
                <a:spcPts val="0"/>
              </a:spcBef>
              <a:buNone/>
              <a:defRPr lang="vi-VN" sz="1200" b="0" spc="200" baseline="0">
                <a:solidFill>
                  <a:schemeClr val="tx1"/>
                </a:solidFill>
              </a:defRPr>
            </a:lvl1pPr>
          </a:lstStyle>
          <a:p>
            <a:pPr lvl="0" rtl="0"/>
            <a:r>
              <a:rPr lang="vi-VN"/>
              <a:t>Tiêu đề</a:t>
            </a:r>
          </a:p>
        </p:txBody>
      </p:sp>
      <p:sp>
        <p:nvSpPr>
          <p:cNvPr id="8" name="Chỗ dành sẵn cho Hình ảnh 23">
            <a:extLst>
              <a:ext uri="{FF2B5EF4-FFF2-40B4-BE49-F238E27FC236}">
                <a16:creationId xmlns:a16="http://schemas.microsoft.com/office/drawing/2014/main" id="{124DE785-775F-4AE4-94B3-FA728188EBA5}"/>
              </a:ext>
            </a:extLst>
          </p:cNvPr>
          <p:cNvSpPr>
            <a:spLocks noGrp="1"/>
          </p:cNvSpPr>
          <p:nvPr>
            <p:ph type="pic" sz="quarter" idx="15"/>
          </p:nvPr>
        </p:nvSpPr>
        <p:spPr>
          <a:xfrm>
            <a:off x="6464808" y="2450592"/>
            <a:ext cx="2057400" cy="2057400"/>
          </a:xfrm>
        </p:spPr>
        <p:txBody>
          <a:bodyPr rtlCol="0">
            <a:normAutofit/>
          </a:bodyPr>
          <a:lstStyle>
            <a:lvl1pPr marL="0" indent="0">
              <a:buNone/>
              <a:defRPr lang="vi-VN" sz="1400">
                <a:solidFill>
                  <a:schemeClr val="tx1"/>
                </a:solidFill>
              </a:defRPr>
            </a:lvl1pPr>
          </a:lstStyle>
          <a:p>
            <a:pPr rtl="0"/>
            <a:endParaRPr lang="vi-VN" dirty="0"/>
          </a:p>
        </p:txBody>
      </p:sp>
      <p:sp>
        <p:nvSpPr>
          <p:cNvPr id="14" name="Chỗ dành sẵn cho Văn bản 28">
            <a:extLst>
              <a:ext uri="{FF2B5EF4-FFF2-40B4-BE49-F238E27FC236}">
                <a16:creationId xmlns:a16="http://schemas.microsoft.com/office/drawing/2014/main" id="{5A429D4E-B795-4E55-852E-9E161F9EBD36}"/>
              </a:ext>
            </a:extLst>
          </p:cNvPr>
          <p:cNvSpPr>
            <a:spLocks noGrp="1"/>
          </p:cNvSpPr>
          <p:nvPr>
            <p:ph type="body" sz="quarter" idx="21" hasCustomPrompt="1"/>
          </p:nvPr>
        </p:nvSpPr>
        <p:spPr>
          <a:xfrm>
            <a:off x="6363644" y="4611550"/>
            <a:ext cx="2286000" cy="274320"/>
          </a:xfrm>
        </p:spPr>
        <p:txBody>
          <a:bodyPr lIns="0" tIns="0" rIns="0" bIns="0" rtlCol="0" anchor="ctr">
            <a:noAutofit/>
          </a:bodyPr>
          <a:lstStyle>
            <a:lvl1pPr marL="0" indent="0" algn="ctr">
              <a:lnSpc>
                <a:spcPct val="100000"/>
              </a:lnSpc>
              <a:spcBef>
                <a:spcPts val="0"/>
              </a:spcBef>
              <a:buNone/>
              <a:defRPr lang="vi-VN" sz="1400" b="1" cap="all" spc="200" baseline="0">
                <a:solidFill>
                  <a:schemeClr val="tx1"/>
                </a:solidFill>
                <a:latin typeface="+mj-lt"/>
              </a:defRPr>
            </a:lvl1pPr>
          </a:lstStyle>
          <a:p>
            <a:pPr lvl="0" rtl="0"/>
            <a:r>
              <a:rPr lang="vi-VN"/>
              <a:t>Tên</a:t>
            </a:r>
          </a:p>
        </p:txBody>
      </p:sp>
      <p:sp>
        <p:nvSpPr>
          <p:cNvPr id="15" name="Chỗ dành sẵn cho Văn bản 28">
            <a:extLst>
              <a:ext uri="{FF2B5EF4-FFF2-40B4-BE49-F238E27FC236}">
                <a16:creationId xmlns:a16="http://schemas.microsoft.com/office/drawing/2014/main" id="{41D297CB-52EE-4DE4-AEAC-CD4AAF2BF17B}"/>
              </a:ext>
            </a:extLst>
          </p:cNvPr>
          <p:cNvSpPr>
            <a:spLocks noGrp="1"/>
          </p:cNvSpPr>
          <p:nvPr>
            <p:ph type="body" sz="quarter" idx="22" hasCustomPrompt="1"/>
          </p:nvPr>
        </p:nvSpPr>
        <p:spPr>
          <a:xfrm>
            <a:off x="6363644" y="4865225"/>
            <a:ext cx="2286000" cy="182880"/>
          </a:xfrm>
        </p:spPr>
        <p:txBody>
          <a:bodyPr lIns="0" tIns="0" rIns="0" bIns="0" rtlCol="0">
            <a:noAutofit/>
          </a:bodyPr>
          <a:lstStyle>
            <a:lvl1pPr marL="0" indent="0" algn="ctr">
              <a:lnSpc>
                <a:spcPct val="100000"/>
              </a:lnSpc>
              <a:spcBef>
                <a:spcPts val="0"/>
              </a:spcBef>
              <a:buNone/>
              <a:defRPr lang="vi-VN" sz="1200" b="0" spc="200" baseline="0">
                <a:solidFill>
                  <a:schemeClr val="tx1"/>
                </a:solidFill>
              </a:defRPr>
            </a:lvl1pPr>
          </a:lstStyle>
          <a:p>
            <a:pPr lvl="0" rtl="0"/>
            <a:r>
              <a:rPr lang="vi-VN"/>
              <a:t>Tiêu đề</a:t>
            </a:r>
          </a:p>
        </p:txBody>
      </p:sp>
      <p:sp>
        <p:nvSpPr>
          <p:cNvPr id="9" name="Chỗ dành sẵn cho Hình ảnh 23">
            <a:extLst>
              <a:ext uri="{FF2B5EF4-FFF2-40B4-BE49-F238E27FC236}">
                <a16:creationId xmlns:a16="http://schemas.microsoft.com/office/drawing/2014/main" id="{F5694B35-7776-4DB9-9EB7-3AF076EC357D}"/>
              </a:ext>
            </a:extLst>
          </p:cNvPr>
          <p:cNvSpPr>
            <a:spLocks noGrp="1"/>
          </p:cNvSpPr>
          <p:nvPr>
            <p:ph type="pic" sz="quarter" idx="16"/>
          </p:nvPr>
        </p:nvSpPr>
        <p:spPr>
          <a:xfrm>
            <a:off x="9198864" y="2450592"/>
            <a:ext cx="2057400" cy="2057400"/>
          </a:xfrm>
        </p:spPr>
        <p:txBody>
          <a:bodyPr rtlCol="0">
            <a:normAutofit/>
          </a:bodyPr>
          <a:lstStyle>
            <a:lvl1pPr marL="0" indent="0">
              <a:buNone/>
              <a:defRPr lang="vi-VN" sz="1400">
                <a:solidFill>
                  <a:schemeClr val="tx1"/>
                </a:solidFill>
              </a:defRPr>
            </a:lvl1pPr>
          </a:lstStyle>
          <a:p>
            <a:pPr rtl="0"/>
            <a:endParaRPr lang="vi-VN" dirty="0"/>
          </a:p>
        </p:txBody>
      </p:sp>
      <p:sp>
        <p:nvSpPr>
          <p:cNvPr id="16" name="Chỗ dành sẵn cho Văn bản 28">
            <a:extLst>
              <a:ext uri="{FF2B5EF4-FFF2-40B4-BE49-F238E27FC236}">
                <a16:creationId xmlns:a16="http://schemas.microsoft.com/office/drawing/2014/main" id="{AD7B736B-3A10-499F-8F23-4437982C8231}"/>
              </a:ext>
            </a:extLst>
          </p:cNvPr>
          <p:cNvSpPr>
            <a:spLocks noGrp="1"/>
          </p:cNvSpPr>
          <p:nvPr>
            <p:ph type="body" sz="quarter" idx="23" hasCustomPrompt="1"/>
          </p:nvPr>
        </p:nvSpPr>
        <p:spPr>
          <a:xfrm>
            <a:off x="9097700" y="4611550"/>
            <a:ext cx="2286000" cy="274320"/>
          </a:xfrm>
        </p:spPr>
        <p:txBody>
          <a:bodyPr lIns="0" tIns="0" rIns="0" bIns="0" rtlCol="0" anchor="ctr">
            <a:noAutofit/>
          </a:bodyPr>
          <a:lstStyle>
            <a:lvl1pPr marL="0" indent="0" algn="ctr">
              <a:lnSpc>
                <a:spcPct val="100000"/>
              </a:lnSpc>
              <a:spcBef>
                <a:spcPts val="0"/>
              </a:spcBef>
              <a:buNone/>
              <a:defRPr lang="vi-VN" sz="1400" b="1" cap="all" spc="200" baseline="0">
                <a:solidFill>
                  <a:schemeClr val="tx1"/>
                </a:solidFill>
                <a:latin typeface="+mj-lt"/>
              </a:defRPr>
            </a:lvl1pPr>
          </a:lstStyle>
          <a:p>
            <a:pPr lvl="0" rtl="0"/>
            <a:r>
              <a:rPr lang="vi-VN"/>
              <a:t>Tên</a:t>
            </a:r>
          </a:p>
        </p:txBody>
      </p:sp>
      <p:sp>
        <p:nvSpPr>
          <p:cNvPr id="17" name="Chỗ dành sẵn cho Văn bản 28">
            <a:extLst>
              <a:ext uri="{FF2B5EF4-FFF2-40B4-BE49-F238E27FC236}">
                <a16:creationId xmlns:a16="http://schemas.microsoft.com/office/drawing/2014/main" id="{07165540-290D-4A38-87DE-F52B05BD6A1A}"/>
              </a:ext>
            </a:extLst>
          </p:cNvPr>
          <p:cNvSpPr>
            <a:spLocks noGrp="1"/>
          </p:cNvSpPr>
          <p:nvPr>
            <p:ph type="body" sz="quarter" idx="24" hasCustomPrompt="1"/>
          </p:nvPr>
        </p:nvSpPr>
        <p:spPr>
          <a:xfrm>
            <a:off x="9097700" y="4865225"/>
            <a:ext cx="2286000" cy="182880"/>
          </a:xfrm>
        </p:spPr>
        <p:txBody>
          <a:bodyPr lIns="0" tIns="0" rIns="0" bIns="0" rtlCol="0">
            <a:noAutofit/>
          </a:bodyPr>
          <a:lstStyle>
            <a:lvl1pPr marL="0" indent="0" algn="ctr">
              <a:lnSpc>
                <a:spcPct val="100000"/>
              </a:lnSpc>
              <a:spcBef>
                <a:spcPts val="0"/>
              </a:spcBef>
              <a:buNone/>
              <a:defRPr lang="vi-VN" sz="1200" b="0" spc="200" baseline="0">
                <a:solidFill>
                  <a:schemeClr val="tx1"/>
                </a:solidFill>
              </a:defRPr>
            </a:lvl1pPr>
          </a:lstStyle>
          <a:p>
            <a:pPr lvl="0" rtl="0"/>
            <a:r>
              <a:rPr lang="vi-VN"/>
              <a:t>Tiêu đề</a:t>
            </a:r>
          </a:p>
        </p:txBody>
      </p:sp>
      <p:sp>
        <p:nvSpPr>
          <p:cNvPr id="4" name="Chỗ dành sẵn cho Chân trang 3">
            <a:extLst>
              <a:ext uri="{FF2B5EF4-FFF2-40B4-BE49-F238E27FC236}">
                <a16:creationId xmlns:a16="http://schemas.microsoft.com/office/drawing/2014/main" id="{96356206-85FD-45F5-A1F7-128DB34C860F}"/>
              </a:ext>
            </a:extLst>
          </p:cNvPr>
          <p:cNvSpPr>
            <a:spLocks noGrp="1"/>
          </p:cNvSpPr>
          <p:nvPr>
            <p:ph type="ftr" sz="quarter" idx="11"/>
          </p:nvPr>
        </p:nvSpPr>
        <p:spPr>
          <a:xfrm>
            <a:off x="4038600" y="11575"/>
            <a:ext cx="4114800" cy="856526"/>
          </a:xfrm>
          <a:prstGeom prst="rect">
            <a:avLst/>
          </a:prstGeom>
        </p:spPr>
        <p:txBody>
          <a:bodyPr rtlCol="0"/>
          <a:lstStyle>
            <a:defPPr>
              <a:defRPr lang="vi-VN"/>
            </a:defPPr>
          </a:lstStyle>
          <a:p>
            <a:pPr rtl="0"/>
            <a:r>
              <a:rPr lang="vi-VN"/>
              <a:t>TIÊU ĐỀ BẢN TRÌNH BÀY</a:t>
            </a:r>
          </a:p>
        </p:txBody>
      </p:sp>
      <p:sp>
        <p:nvSpPr>
          <p:cNvPr id="5" name="Chỗ dành sẵn cho Số hiệu Bản chiếu 4">
            <a:extLst>
              <a:ext uri="{FF2B5EF4-FFF2-40B4-BE49-F238E27FC236}">
                <a16:creationId xmlns:a16="http://schemas.microsoft.com/office/drawing/2014/main" id="{0203763F-C8CD-4BCB-9A0A-B10F000BC1DB}"/>
              </a:ext>
            </a:extLst>
          </p:cNvPr>
          <p:cNvSpPr>
            <a:spLocks noGrp="1"/>
          </p:cNvSpPr>
          <p:nvPr>
            <p:ph type="sldNum" sz="quarter" idx="12"/>
          </p:nvPr>
        </p:nvSpPr>
        <p:spPr>
          <a:xfrm>
            <a:off x="4038600" y="6006546"/>
            <a:ext cx="4114800" cy="851453"/>
          </a:xfrm>
          <a:prstGeom prst="rect">
            <a:avLst/>
          </a:prstGeom>
        </p:spPr>
        <p:txBody>
          <a:bodyPr rtlCol="0"/>
          <a:lstStyle>
            <a:defPPr>
              <a:defRPr lang="vi-VN"/>
            </a:defPPr>
          </a:lstStyle>
          <a:p>
            <a:pPr rtl="0"/>
            <a:fld id="{294A09A9-5501-47C1-A89A-A340965A2BE2}" type="slidenum">
              <a:rPr lang="vi-VN" smtClean="0"/>
              <a:t>‹#›</a:t>
            </a:fld>
            <a:endParaRPr lang="vi-VN" dirty="0"/>
          </a:p>
        </p:txBody>
      </p:sp>
      <p:cxnSp>
        <p:nvCxnSpPr>
          <p:cNvPr id="18" name="Đường nối Thẳng 17">
            <a:extLst>
              <a:ext uri="{FF2B5EF4-FFF2-40B4-BE49-F238E27FC236}">
                <a16:creationId xmlns:a16="http://schemas.microsoft.com/office/drawing/2014/main" id="{663C6C7E-F363-1F17-B288-D4D45B87028D}"/>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9" name="Đường nối Thẳng 18">
            <a:extLst>
              <a:ext uri="{FF2B5EF4-FFF2-40B4-BE49-F238E27FC236}">
                <a16:creationId xmlns:a16="http://schemas.microsoft.com/office/drawing/2014/main" id="{ED6D4091-312C-81B9-BAF6-5E0D6F665E5D}"/>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54419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hóm - x8">
    <p:spTree>
      <p:nvGrpSpPr>
        <p:cNvPr id="1" name=""/>
        <p:cNvGrpSpPr/>
        <p:nvPr/>
      </p:nvGrpSpPr>
      <p:grpSpPr>
        <a:xfrm>
          <a:off x="0" y="0"/>
          <a:ext cx="0" cy="0"/>
          <a:chOff x="0" y="0"/>
          <a:chExt cx="0" cy="0"/>
        </a:xfrm>
      </p:grpSpPr>
      <p:pic>
        <p:nvPicPr>
          <p:cNvPr id="20" name="Hình ảnh 19">
            <a:extLst>
              <a:ext uri="{FF2B5EF4-FFF2-40B4-BE49-F238E27FC236}">
                <a16:creationId xmlns:a16="http://schemas.microsoft.com/office/drawing/2014/main" id="{B6A3FD7E-DF96-B9E4-8D70-DA62CC339081}"/>
              </a:ext>
            </a:extLst>
          </p:cNvPr>
          <p:cNvPicPr>
            <a:picLocks noChangeAspect="1"/>
          </p:cNvPicPr>
          <p:nvPr userDrawn="1"/>
        </p:nvPicPr>
        <p:blipFill>
          <a:blip r:embed="rId2"/>
          <a:stretch>
            <a:fillRect/>
          </a:stretch>
        </p:blipFill>
        <p:spPr>
          <a:xfrm>
            <a:off x="0" y="1766265"/>
            <a:ext cx="5358384" cy="5091735"/>
          </a:xfrm>
          <a:prstGeom prst="rect">
            <a:avLst/>
          </a:prstGeom>
        </p:spPr>
      </p:pic>
      <p:sp>
        <p:nvSpPr>
          <p:cNvPr id="25" name="Tiêu đề 1">
            <a:extLst>
              <a:ext uri="{FF2B5EF4-FFF2-40B4-BE49-F238E27FC236}">
                <a16:creationId xmlns:a16="http://schemas.microsoft.com/office/drawing/2014/main" id="{DCE0745D-AFE6-DE6D-B026-1FF13F34E628}"/>
              </a:ext>
            </a:extLst>
          </p:cNvPr>
          <p:cNvSpPr>
            <a:spLocks noGrp="1"/>
          </p:cNvSpPr>
          <p:nvPr>
            <p:ph type="title"/>
          </p:nvPr>
        </p:nvSpPr>
        <p:spPr>
          <a:xfrm>
            <a:off x="612648" y="868679"/>
            <a:ext cx="10972800" cy="1572768"/>
          </a:xfrm>
        </p:spPr>
        <p:txBody>
          <a:bodyPr lIns="91440" tIns="182880" rIns="91440" bIns="0" rtlCol="0"/>
          <a:lstStyle>
            <a:lvl1pPr algn="ctr">
              <a:lnSpc>
                <a:spcPct val="90000"/>
              </a:lnSpc>
              <a:defRPr lang="vi-VN" sz="4800" spc="400" baseline="0"/>
            </a:lvl1pPr>
          </a:lstStyle>
          <a:p>
            <a:pPr rtl="0"/>
            <a:r>
              <a:rPr lang="vi-VN"/>
              <a:t>Bấm để chỉnh sửa kiểu tiêu đề Bản cái</a:t>
            </a:r>
          </a:p>
        </p:txBody>
      </p:sp>
      <p:sp>
        <p:nvSpPr>
          <p:cNvPr id="10" name="Chỗ dành sẵn cho Văn bản 28">
            <a:extLst>
              <a:ext uri="{FF2B5EF4-FFF2-40B4-BE49-F238E27FC236}">
                <a16:creationId xmlns:a16="http://schemas.microsoft.com/office/drawing/2014/main" id="{CC3A7E03-4F06-4380-90A1-845651EEA3C0}"/>
              </a:ext>
            </a:extLst>
          </p:cNvPr>
          <p:cNvSpPr>
            <a:spLocks noGrp="1"/>
          </p:cNvSpPr>
          <p:nvPr>
            <p:ph type="body" sz="quarter" idx="17" hasCustomPrompt="1"/>
          </p:nvPr>
        </p:nvSpPr>
        <p:spPr>
          <a:xfrm>
            <a:off x="457200" y="2670048"/>
            <a:ext cx="1399032" cy="411480"/>
          </a:xfrm>
        </p:spPr>
        <p:txBody>
          <a:bodyPr lIns="0" tIns="0" rIns="0" bIns="0" rtlCol="0" anchor="t">
            <a:noAutofit/>
          </a:bodyPr>
          <a:lstStyle>
            <a:lvl1pPr marL="0" indent="0" algn="r">
              <a:lnSpc>
                <a:spcPct val="100000"/>
              </a:lnSpc>
              <a:spcBef>
                <a:spcPts val="0"/>
              </a:spcBef>
              <a:buFont typeface="+mj-lt"/>
              <a:buNone/>
              <a:defRPr lang="vi-VN" sz="1400" b="1" cap="all" spc="100" baseline="0">
                <a:solidFill>
                  <a:schemeClr val="tx1"/>
                </a:solidFill>
                <a:latin typeface="+mj-lt"/>
              </a:defRPr>
            </a:lvl1pPr>
          </a:lstStyle>
          <a:p>
            <a:pPr lvl="0" rtl="0"/>
            <a:r>
              <a:rPr lang="vi-VN"/>
              <a:t>Tên</a:t>
            </a:r>
          </a:p>
        </p:txBody>
      </p:sp>
      <p:sp>
        <p:nvSpPr>
          <p:cNvPr id="11" name="Chỗ dành sẵn cho Văn bản 28">
            <a:extLst>
              <a:ext uri="{FF2B5EF4-FFF2-40B4-BE49-F238E27FC236}">
                <a16:creationId xmlns:a16="http://schemas.microsoft.com/office/drawing/2014/main" id="{31AF5791-727B-438A-A7EF-5D132167C89B}"/>
              </a:ext>
            </a:extLst>
          </p:cNvPr>
          <p:cNvSpPr>
            <a:spLocks noGrp="1"/>
          </p:cNvSpPr>
          <p:nvPr>
            <p:ph type="body" sz="quarter" idx="18" hasCustomPrompt="1"/>
          </p:nvPr>
        </p:nvSpPr>
        <p:spPr>
          <a:xfrm>
            <a:off x="457200" y="3094300"/>
            <a:ext cx="1399032" cy="517580"/>
          </a:xfrm>
        </p:spPr>
        <p:txBody>
          <a:bodyPr lIns="0" tIns="0" rIns="0" bIns="0" rtlCol="0">
            <a:noAutofit/>
          </a:bodyPr>
          <a:lstStyle>
            <a:lvl1pPr marL="0" indent="0" algn="r">
              <a:lnSpc>
                <a:spcPct val="100000"/>
              </a:lnSpc>
              <a:spcBef>
                <a:spcPts val="0"/>
              </a:spcBef>
              <a:buNone/>
              <a:defRPr lang="vi-VN" sz="1200" b="0" spc="100" baseline="0">
                <a:solidFill>
                  <a:schemeClr val="tx1"/>
                </a:solidFill>
              </a:defRPr>
            </a:lvl1pPr>
          </a:lstStyle>
          <a:p>
            <a:pPr lvl="0" rtl="0"/>
            <a:r>
              <a:rPr lang="vi-VN"/>
              <a:t>Tiêu đề</a:t>
            </a:r>
          </a:p>
        </p:txBody>
      </p:sp>
      <p:sp>
        <p:nvSpPr>
          <p:cNvPr id="28" name="Chỗ dành sẵn cho Văn bản 28">
            <a:extLst>
              <a:ext uri="{FF2B5EF4-FFF2-40B4-BE49-F238E27FC236}">
                <a16:creationId xmlns:a16="http://schemas.microsoft.com/office/drawing/2014/main" id="{739AFCF1-55F0-974F-0F5C-34444B290B55}"/>
              </a:ext>
            </a:extLst>
          </p:cNvPr>
          <p:cNvSpPr>
            <a:spLocks noGrp="1"/>
          </p:cNvSpPr>
          <p:nvPr>
            <p:ph type="body" sz="quarter" idx="29" hasCustomPrompt="1"/>
          </p:nvPr>
        </p:nvSpPr>
        <p:spPr>
          <a:xfrm>
            <a:off x="457200" y="4479943"/>
            <a:ext cx="1399032" cy="411480"/>
          </a:xfrm>
        </p:spPr>
        <p:txBody>
          <a:bodyPr lIns="0" tIns="0" rIns="0" bIns="0" rtlCol="0" anchor="t">
            <a:noAutofit/>
          </a:bodyPr>
          <a:lstStyle>
            <a:lvl1pPr marL="0" indent="0" algn="r">
              <a:lnSpc>
                <a:spcPct val="100000"/>
              </a:lnSpc>
              <a:spcBef>
                <a:spcPts val="0"/>
              </a:spcBef>
              <a:buFont typeface="+mj-lt"/>
              <a:buNone/>
              <a:defRPr lang="vi-VN" sz="1400" b="1" cap="all" spc="100" baseline="0">
                <a:solidFill>
                  <a:schemeClr val="tx1"/>
                </a:solidFill>
                <a:latin typeface="+mj-lt"/>
              </a:defRPr>
            </a:lvl1pPr>
          </a:lstStyle>
          <a:p>
            <a:pPr lvl="0" rtl="0"/>
            <a:r>
              <a:rPr lang="vi-VN"/>
              <a:t>Tên</a:t>
            </a:r>
          </a:p>
        </p:txBody>
      </p:sp>
      <p:sp>
        <p:nvSpPr>
          <p:cNvPr id="29" name="Chỗ dành sẵn cho Văn bản 28">
            <a:extLst>
              <a:ext uri="{FF2B5EF4-FFF2-40B4-BE49-F238E27FC236}">
                <a16:creationId xmlns:a16="http://schemas.microsoft.com/office/drawing/2014/main" id="{77CF7DE5-8E6D-2C2C-A514-BAB6D4B6FF3B}"/>
              </a:ext>
            </a:extLst>
          </p:cNvPr>
          <p:cNvSpPr>
            <a:spLocks noGrp="1"/>
          </p:cNvSpPr>
          <p:nvPr>
            <p:ph type="body" sz="quarter" idx="30" hasCustomPrompt="1"/>
          </p:nvPr>
        </p:nvSpPr>
        <p:spPr>
          <a:xfrm>
            <a:off x="457200" y="4904195"/>
            <a:ext cx="1399032" cy="517580"/>
          </a:xfrm>
        </p:spPr>
        <p:txBody>
          <a:bodyPr lIns="0" tIns="0" rIns="0" bIns="0" rtlCol="0">
            <a:noAutofit/>
          </a:bodyPr>
          <a:lstStyle>
            <a:lvl1pPr marL="0" indent="0" algn="r">
              <a:lnSpc>
                <a:spcPct val="100000"/>
              </a:lnSpc>
              <a:spcBef>
                <a:spcPts val="0"/>
              </a:spcBef>
              <a:buNone/>
              <a:defRPr lang="vi-VN" sz="1200" b="0" spc="100" baseline="0">
                <a:solidFill>
                  <a:schemeClr val="tx1"/>
                </a:solidFill>
              </a:defRPr>
            </a:lvl1pPr>
          </a:lstStyle>
          <a:p>
            <a:pPr lvl="0" rtl="0"/>
            <a:r>
              <a:rPr lang="vi-VN"/>
              <a:t>Tiêu đề</a:t>
            </a:r>
          </a:p>
        </p:txBody>
      </p:sp>
      <p:sp>
        <p:nvSpPr>
          <p:cNvPr id="6" name="Chỗ dành sẵn cho Hình ảnh 23">
            <a:extLst>
              <a:ext uri="{FF2B5EF4-FFF2-40B4-BE49-F238E27FC236}">
                <a16:creationId xmlns:a16="http://schemas.microsoft.com/office/drawing/2014/main" id="{5E48B363-63E8-4F17-842B-53AD935A6529}"/>
              </a:ext>
            </a:extLst>
          </p:cNvPr>
          <p:cNvSpPr>
            <a:spLocks noGrp="1" noChangeAspect="1"/>
          </p:cNvSpPr>
          <p:nvPr>
            <p:ph type="pic" sz="quarter" idx="13"/>
          </p:nvPr>
        </p:nvSpPr>
        <p:spPr>
          <a:xfrm>
            <a:off x="1993392" y="2450592"/>
            <a:ext cx="1161288" cy="1161288"/>
          </a:xfrm>
        </p:spPr>
        <p:txBody>
          <a:bodyPr rtlCol="0">
            <a:normAutofit/>
          </a:bodyPr>
          <a:lstStyle>
            <a:lvl1pPr marL="0" indent="0">
              <a:buNone/>
              <a:defRPr lang="vi-VN" sz="1400">
                <a:solidFill>
                  <a:schemeClr val="tx1"/>
                </a:solidFill>
              </a:defRPr>
            </a:lvl1pPr>
          </a:lstStyle>
          <a:p>
            <a:pPr rtl="0"/>
            <a:endParaRPr lang="vi-VN" dirty="0"/>
          </a:p>
        </p:txBody>
      </p:sp>
      <p:sp>
        <p:nvSpPr>
          <p:cNvPr id="21" name="Chỗ dành sẵn cho Hình ảnh 23">
            <a:extLst>
              <a:ext uri="{FF2B5EF4-FFF2-40B4-BE49-F238E27FC236}">
                <a16:creationId xmlns:a16="http://schemas.microsoft.com/office/drawing/2014/main" id="{DBA744D6-401F-C995-EF58-BD24A0DD8581}"/>
              </a:ext>
            </a:extLst>
          </p:cNvPr>
          <p:cNvSpPr>
            <a:spLocks noGrp="1" noChangeAspect="1"/>
          </p:cNvSpPr>
          <p:nvPr>
            <p:ph type="pic" sz="quarter" idx="25"/>
          </p:nvPr>
        </p:nvSpPr>
        <p:spPr>
          <a:xfrm>
            <a:off x="1993392" y="4260487"/>
            <a:ext cx="1161288" cy="1161288"/>
          </a:xfrm>
        </p:spPr>
        <p:txBody>
          <a:bodyPr rtlCol="0">
            <a:normAutofit/>
          </a:bodyPr>
          <a:lstStyle>
            <a:lvl1pPr marL="0" indent="0">
              <a:buNone/>
              <a:defRPr lang="vi-VN" sz="1400">
                <a:solidFill>
                  <a:schemeClr val="tx1"/>
                </a:solidFill>
              </a:defRPr>
            </a:lvl1pPr>
          </a:lstStyle>
          <a:p>
            <a:pPr rtl="0"/>
            <a:endParaRPr lang="vi-VN" dirty="0"/>
          </a:p>
        </p:txBody>
      </p:sp>
      <p:sp>
        <p:nvSpPr>
          <p:cNvPr id="12" name="Chỗ dành sẵn cho Văn bản 28">
            <a:extLst>
              <a:ext uri="{FF2B5EF4-FFF2-40B4-BE49-F238E27FC236}">
                <a16:creationId xmlns:a16="http://schemas.microsoft.com/office/drawing/2014/main" id="{A1A33FCF-D2EB-478E-8679-428657895F76}"/>
              </a:ext>
            </a:extLst>
          </p:cNvPr>
          <p:cNvSpPr>
            <a:spLocks noGrp="1"/>
          </p:cNvSpPr>
          <p:nvPr>
            <p:ph type="body" sz="quarter" idx="19" hasCustomPrompt="1"/>
          </p:nvPr>
        </p:nvSpPr>
        <p:spPr>
          <a:xfrm>
            <a:off x="3218688" y="2670048"/>
            <a:ext cx="1399032" cy="411480"/>
          </a:xfrm>
        </p:spPr>
        <p:txBody>
          <a:bodyPr lIns="0" tIns="0" rIns="0" bIns="0" rtlCol="0" anchor="t">
            <a:noAutofit/>
          </a:bodyPr>
          <a:lstStyle>
            <a:lvl1pPr marL="0" indent="0" algn="r">
              <a:lnSpc>
                <a:spcPct val="100000"/>
              </a:lnSpc>
              <a:spcBef>
                <a:spcPts val="0"/>
              </a:spcBef>
              <a:buFont typeface="+mj-lt"/>
              <a:buNone/>
              <a:defRPr lang="vi-VN" sz="1400" b="1" cap="all" spc="100" baseline="0">
                <a:solidFill>
                  <a:schemeClr val="tx1"/>
                </a:solidFill>
                <a:latin typeface="+mj-lt"/>
              </a:defRPr>
            </a:lvl1pPr>
          </a:lstStyle>
          <a:p>
            <a:pPr lvl="0" rtl="0"/>
            <a:r>
              <a:rPr lang="vi-VN"/>
              <a:t>Tên</a:t>
            </a:r>
          </a:p>
        </p:txBody>
      </p:sp>
      <p:sp>
        <p:nvSpPr>
          <p:cNvPr id="13" name="Chỗ dành sẵn cho Văn bản 28">
            <a:extLst>
              <a:ext uri="{FF2B5EF4-FFF2-40B4-BE49-F238E27FC236}">
                <a16:creationId xmlns:a16="http://schemas.microsoft.com/office/drawing/2014/main" id="{55274EF8-F641-41B2-89C1-FD94AFA48684}"/>
              </a:ext>
            </a:extLst>
          </p:cNvPr>
          <p:cNvSpPr>
            <a:spLocks noGrp="1"/>
          </p:cNvSpPr>
          <p:nvPr>
            <p:ph type="body" sz="quarter" idx="20" hasCustomPrompt="1"/>
          </p:nvPr>
        </p:nvSpPr>
        <p:spPr>
          <a:xfrm>
            <a:off x="3218688" y="3094300"/>
            <a:ext cx="1399032" cy="517580"/>
          </a:xfrm>
        </p:spPr>
        <p:txBody>
          <a:bodyPr lIns="0" tIns="0" rIns="0" bIns="0" rtlCol="0">
            <a:noAutofit/>
          </a:bodyPr>
          <a:lstStyle>
            <a:lvl1pPr marL="0" indent="0" algn="r">
              <a:lnSpc>
                <a:spcPct val="100000"/>
              </a:lnSpc>
              <a:spcBef>
                <a:spcPts val="0"/>
              </a:spcBef>
              <a:buNone/>
              <a:defRPr lang="vi-VN" sz="1200" b="0" spc="100" baseline="0">
                <a:solidFill>
                  <a:schemeClr val="tx1"/>
                </a:solidFill>
              </a:defRPr>
            </a:lvl1pPr>
          </a:lstStyle>
          <a:p>
            <a:pPr lvl="0" rtl="0"/>
            <a:r>
              <a:rPr lang="vi-VN"/>
              <a:t>Tiêu đề</a:t>
            </a:r>
          </a:p>
        </p:txBody>
      </p:sp>
      <p:sp>
        <p:nvSpPr>
          <p:cNvPr id="30" name="Chỗ dành sẵn cho Văn bản 28">
            <a:extLst>
              <a:ext uri="{FF2B5EF4-FFF2-40B4-BE49-F238E27FC236}">
                <a16:creationId xmlns:a16="http://schemas.microsoft.com/office/drawing/2014/main" id="{B1201CED-247A-16CA-9F03-BF32393D3B56}"/>
              </a:ext>
            </a:extLst>
          </p:cNvPr>
          <p:cNvSpPr>
            <a:spLocks noGrp="1"/>
          </p:cNvSpPr>
          <p:nvPr>
            <p:ph type="body" sz="quarter" idx="31" hasCustomPrompt="1"/>
          </p:nvPr>
        </p:nvSpPr>
        <p:spPr>
          <a:xfrm>
            <a:off x="3218688" y="4479943"/>
            <a:ext cx="1399032" cy="411480"/>
          </a:xfrm>
        </p:spPr>
        <p:txBody>
          <a:bodyPr lIns="0" tIns="0" rIns="0" bIns="0" rtlCol="0" anchor="t">
            <a:noAutofit/>
          </a:bodyPr>
          <a:lstStyle>
            <a:lvl1pPr marL="0" indent="0" algn="r">
              <a:lnSpc>
                <a:spcPct val="100000"/>
              </a:lnSpc>
              <a:spcBef>
                <a:spcPts val="0"/>
              </a:spcBef>
              <a:buFont typeface="+mj-lt"/>
              <a:buNone/>
              <a:defRPr lang="vi-VN" sz="1400" b="1" cap="all" spc="100" baseline="0">
                <a:solidFill>
                  <a:schemeClr val="tx1"/>
                </a:solidFill>
                <a:latin typeface="+mj-lt"/>
              </a:defRPr>
            </a:lvl1pPr>
          </a:lstStyle>
          <a:p>
            <a:pPr lvl="0" rtl="0"/>
            <a:r>
              <a:rPr lang="vi-VN"/>
              <a:t>Tên</a:t>
            </a:r>
          </a:p>
        </p:txBody>
      </p:sp>
      <p:sp>
        <p:nvSpPr>
          <p:cNvPr id="31" name="Chỗ dành sẵn cho Văn bản 28">
            <a:extLst>
              <a:ext uri="{FF2B5EF4-FFF2-40B4-BE49-F238E27FC236}">
                <a16:creationId xmlns:a16="http://schemas.microsoft.com/office/drawing/2014/main" id="{2D5FA954-036C-191F-7040-1848AB2BE3CA}"/>
              </a:ext>
            </a:extLst>
          </p:cNvPr>
          <p:cNvSpPr>
            <a:spLocks noGrp="1"/>
          </p:cNvSpPr>
          <p:nvPr>
            <p:ph type="body" sz="quarter" idx="32" hasCustomPrompt="1"/>
          </p:nvPr>
        </p:nvSpPr>
        <p:spPr>
          <a:xfrm>
            <a:off x="3218688" y="4904195"/>
            <a:ext cx="1399032" cy="517580"/>
          </a:xfrm>
        </p:spPr>
        <p:txBody>
          <a:bodyPr lIns="0" tIns="0" rIns="0" bIns="0" rtlCol="0">
            <a:noAutofit/>
          </a:bodyPr>
          <a:lstStyle>
            <a:lvl1pPr marL="0" indent="0" algn="r">
              <a:lnSpc>
                <a:spcPct val="100000"/>
              </a:lnSpc>
              <a:spcBef>
                <a:spcPts val="0"/>
              </a:spcBef>
              <a:buNone/>
              <a:defRPr lang="vi-VN" sz="1200" b="0" spc="100" baseline="0">
                <a:solidFill>
                  <a:schemeClr val="tx1"/>
                </a:solidFill>
              </a:defRPr>
            </a:lvl1pPr>
          </a:lstStyle>
          <a:p>
            <a:pPr lvl="0" rtl="0"/>
            <a:r>
              <a:rPr lang="vi-VN"/>
              <a:t>Tiêu đề</a:t>
            </a:r>
          </a:p>
        </p:txBody>
      </p:sp>
      <p:sp>
        <p:nvSpPr>
          <p:cNvPr id="7" name="Chỗ dành sẵn cho Hình ảnh 23">
            <a:extLst>
              <a:ext uri="{FF2B5EF4-FFF2-40B4-BE49-F238E27FC236}">
                <a16:creationId xmlns:a16="http://schemas.microsoft.com/office/drawing/2014/main" id="{9ABA5222-6FD6-405B-8AC8-18022C36590F}"/>
              </a:ext>
            </a:extLst>
          </p:cNvPr>
          <p:cNvSpPr>
            <a:spLocks noGrp="1" noChangeAspect="1"/>
          </p:cNvSpPr>
          <p:nvPr>
            <p:ph type="pic" sz="quarter" idx="14"/>
          </p:nvPr>
        </p:nvSpPr>
        <p:spPr>
          <a:xfrm>
            <a:off x="4745736" y="2450592"/>
            <a:ext cx="1161288" cy="1161288"/>
          </a:xfrm>
        </p:spPr>
        <p:txBody>
          <a:bodyPr rtlCol="0">
            <a:normAutofit/>
          </a:bodyPr>
          <a:lstStyle>
            <a:lvl1pPr marL="0" indent="0">
              <a:buNone/>
              <a:defRPr lang="vi-VN" sz="1400">
                <a:solidFill>
                  <a:schemeClr val="tx1"/>
                </a:solidFill>
              </a:defRPr>
            </a:lvl1pPr>
          </a:lstStyle>
          <a:p>
            <a:pPr rtl="0"/>
            <a:endParaRPr lang="vi-VN" dirty="0"/>
          </a:p>
        </p:txBody>
      </p:sp>
      <p:sp>
        <p:nvSpPr>
          <p:cNvPr id="23" name="Chỗ dành sẵn cho Hình ảnh 23">
            <a:extLst>
              <a:ext uri="{FF2B5EF4-FFF2-40B4-BE49-F238E27FC236}">
                <a16:creationId xmlns:a16="http://schemas.microsoft.com/office/drawing/2014/main" id="{8CFBAF86-D36B-F789-2C9C-78C6830B13C9}"/>
              </a:ext>
            </a:extLst>
          </p:cNvPr>
          <p:cNvSpPr>
            <a:spLocks noGrp="1" noChangeAspect="1"/>
          </p:cNvSpPr>
          <p:nvPr>
            <p:ph type="pic" sz="quarter" idx="26"/>
          </p:nvPr>
        </p:nvSpPr>
        <p:spPr>
          <a:xfrm>
            <a:off x="4745736" y="4260487"/>
            <a:ext cx="1161288" cy="1161288"/>
          </a:xfrm>
        </p:spPr>
        <p:txBody>
          <a:bodyPr rtlCol="0">
            <a:normAutofit/>
          </a:bodyPr>
          <a:lstStyle>
            <a:lvl1pPr marL="0" indent="0">
              <a:buNone/>
              <a:defRPr lang="vi-VN" sz="1400">
                <a:solidFill>
                  <a:schemeClr val="tx1"/>
                </a:solidFill>
              </a:defRPr>
            </a:lvl1pPr>
          </a:lstStyle>
          <a:p>
            <a:pPr rtl="0"/>
            <a:endParaRPr lang="vi-VN" dirty="0"/>
          </a:p>
        </p:txBody>
      </p:sp>
      <p:sp>
        <p:nvSpPr>
          <p:cNvPr id="14" name="Chỗ dành sẵn cho Văn bản 28">
            <a:extLst>
              <a:ext uri="{FF2B5EF4-FFF2-40B4-BE49-F238E27FC236}">
                <a16:creationId xmlns:a16="http://schemas.microsoft.com/office/drawing/2014/main" id="{5A429D4E-B795-4E55-852E-9E161F9EBD36}"/>
              </a:ext>
            </a:extLst>
          </p:cNvPr>
          <p:cNvSpPr>
            <a:spLocks noGrp="1"/>
          </p:cNvSpPr>
          <p:nvPr>
            <p:ph type="body" sz="quarter" idx="21" hasCustomPrompt="1"/>
          </p:nvPr>
        </p:nvSpPr>
        <p:spPr>
          <a:xfrm>
            <a:off x="5966787" y="2670048"/>
            <a:ext cx="1399032" cy="411480"/>
          </a:xfrm>
        </p:spPr>
        <p:txBody>
          <a:bodyPr lIns="0" tIns="0" rIns="0" bIns="0" rtlCol="0" anchor="t">
            <a:noAutofit/>
          </a:bodyPr>
          <a:lstStyle>
            <a:lvl1pPr marL="0" indent="0" algn="r">
              <a:lnSpc>
                <a:spcPct val="100000"/>
              </a:lnSpc>
              <a:spcBef>
                <a:spcPts val="0"/>
              </a:spcBef>
              <a:buFont typeface="+mj-lt"/>
              <a:buNone/>
              <a:defRPr lang="vi-VN" sz="1400" b="1" cap="all" spc="100" baseline="0">
                <a:solidFill>
                  <a:schemeClr val="tx1"/>
                </a:solidFill>
                <a:latin typeface="+mj-lt"/>
              </a:defRPr>
            </a:lvl1pPr>
          </a:lstStyle>
          <a:p>
            <a:pPr lvl="0" rtl="0"/>
            <a:r>
              <a:rPr lang="vi-VN"/>
              <a:t>Tên</a:t>
            </a:r>
          </a:p>
        </p:txBody>
      </p:sp>
      <p:sp>
        <p:nvSpPr>
          <p:cNvPr id="15" name="Chỗ dành sẵn cho Văn bản 28">
            <a:extLst>
              <a:ext uri="{FF2B5EF4-FFF2-40B4-BE49-F238E27FC236}">
                <a16:creationId xmlns:a16="http://schemas.microsoft.com/office/drawing/2014/main" id="{41D297CB-52EE-4DE4-AEAC-CD4AAF2BF17B}"/>
              </a:ext>
            </a:extLst>
          </p:cNvPr>
          <p:cNvSpPr>
            <a:spLocks noGrp="1"/>
          </p:cNvSpPr>
          <p:nvPr>
            <p:ph type="body" sz="quarter" idx="22" hasCustomPrompt="1"/>
          </p:nvPr>
        </p:nvSpPr>
        <p:spPr>
          <a:xfrm>
            <a:off x="5966787" y="3094300"/>
            <a:ext cx="1399032" cy="517580"/>
          </a:xfrm>
        </p:spPr>
        <p:txBody>
          <a:bodyPr lIns="0" tIns="0" rIns="0" bIns="0" rtlCol="0">
            <a:noAutofit/>
          </a:bodyPr>
          <a:lstStyle>
            <a:lvl1pPr marL="0" indent="0" algn="r">
              <a:lnSpc>
                <a:spcPct val="100000"/>
              </a:lnSpc>
              <a:spcBef>
                <a:spcPts val="0"/>
              </a:spcBef>
              <a:buNone/>
              <a:defRPr lang="vi-VN" sz="1200" b="0" spc="100" baseline="0">
                <a:solidFill>
                  <a:schemeClr val="tx1"/>
                </a:solidFill>
              </a:defRPr>
            </a:lvl1pPr>
          </a:lstStyle>
          <a:p>
            <a:pPr lvl="0" rtl="0"/>
            <a:r>
              <a:rPr lang="vi-VN"/>
              <a:t>Tiêu đề</a:t>
            </a:r>
          </a:p>
        </p:txBody>
      </p:sp>
      <p:sp>
        <p:nvSpPr>
          <p:cNvPr id="32" name="Chỗ dành sẵn cho Văn bản 28">
            <a:extLst>
              <a:ext uri="{FF2B5EF4-FFF2-40B4-BE49-F238E27FC236}">
                <a16:creationId xmlns:a16="http://schemas.microsoft.com/office/drawing/2014/main" id="{6E32CE61-2D9B-C245-0D18-C33760B08537}"/>
              </a:ext>
            </a:extLst>
          </p:cNvPr>
          <p:cNvSpPr>
            <a:spLocks noGrp="1"/>
          </p:cNvSpPr>
          <p:nvPr>
            <p:ph type="body" sz="quarter" idx="33" hasCustomPrompt="1"/>
          </p:nvPr>
        </p:nvSpPr>
        <p:spPr>
          <a:xfrm>
            <a:off x="5966787" y="4479943"/>
            <a:ext cx="1399032" cy="411480"/>
          </a:xfrm>
        </p:spPr>
        <p:txBody>
          <a:bodyPr lIns="0" tIns="0" rIns="0" bIns="0" rtlCol="0" anchor="t">
            <a:noAutofit/>
          </a:bodyPr>
          <a:lstStyle>
            <a:lvl1pPr marL="0" indent="0" algn="r">
              <a:lnSpc>
                <a:spcPct val="100000"/>
              </a:lnSpc>
              <a:spcBef>
                <a:spcPts val="0"/>
              </a:spcBef>
              <a:buFont typeface="+mj-lt"/>
              <a:buNone/>
              <a:defRPr lang="vi-VN" sz="1400" b="1" cap="all" spc="100" baseline="0">
                <a:solidFill>
                  <a:schemeClr val="tx1"/>
                </a:solidFill>
                <a:latin typeface="+mj-lt"/>
              </a:defRPr>
            </a:lvl1pPr>
          </a:lstStyle>
          <a:p>
            <a:pPr lvl="0" rtl="0"/>
            <a:r>
              <a:rPr lang="vi-VN"/>
              <a:t>Tên</a:t>
            </a:r>
          </a:p>
        </p:txBody>
      </p:sp>
      <p:sp>
        <p:nvSpPr>
          <p:cNvPr id="33" name="Chỗ dành sẵn cho Văn bản 28">
            <a:extLst>
              <a:ext uri="{FF2B5EF4-FFF2-40B4-BE49-F238E27FC236}">
                <a16:creationId xmlns:a16="http://schemas.microsoft.com/office/drawing/2014/main" id="{E4068D0A-21CD-897C-9CC1-0BFDAABBD491}"/>
              </a:ext>
            </a:extLst>
          </p:cNvPr>
          <p:cNvSpPr>
            <a:spLocks noGrp="1"/>
          </p:cNvSpPr>
          <p:nvPr>
            <p:ph type="body" sz="quarter" idx="34" hasCustomPrompt="1"/>
          </p:nvPr>
        </p:nvSpPr>
        <p:spPr>
          <a:xfrm>
            <a:off x="5966787" y="4904195"/>
            <a:ext cx="1399032" cy="517580"/>
          </a:xfrm>
        </p:spPr>
        <p:txBody>
          <a:bodyPr lIns="0" tIns="0" rIns="0" bIns="0" rtlCol="0">
            <a:noAutofit/>
          </a:bodyPr>
          <a:lstStyle>
            <a:lvl1pPr marL="0" indent="0" algn="r">
              <a:lnSpc>
                <a:spcPct val="100000"/>
              </a:lnSpc>
              <a:spcBef>
                <a:spcPts val="0"/>
              </a:spcBef>
              <a:buNone/>
              <a:defRPr lang="vi-VN" sz="1200" b="0" spc="100" baseline="0">
                <a:solidFill>
                  <a:schemeClr val="tx1"/>
                </a:solidFill>
              </a:defRPr>
            </a:lvl1pPr>
          </a:lstStyle>
          <a:p>
            <a:pPr lvl="0" rtl="0"/>
            <a:r>
              <a:rPr lang="vi-VN"/>
              <a:t>Tiêu đề</a:t>
            </a:r>
          </a:p>
        </p:txBody>
      </p:sp>
      <p:sp>
        <p:nvSpPr>
          <p:cNvPr id="8" name="Chỗ dành sẵn cho Hình ảnh 23">
            <a:extLst>
              <a:ext uri="{FF2B5EF4-FFF2-40B4-BE49-F238E27FC236}">
                <a16:creationId xmlns:a16="http://schemas.microsoft.com/office/drawing/2014/main" id="{124DE785-775F-4AE4-94B3-FA728188EBA5}"/>
              </a:ext>
            </a:extLst>
          </p:cNvPr>
          <p:cNvSpPr>
            <a:spLocks noGrp="1" noChangeAspect="1"/>
          </p:cNvSpPr>
          <p:nvPr>
            <p:ph type="pic" sz="quarter" idx="15"/>
          </p:nvPr>
        </p:nvSpPr>
        <p:spPr>
          <a:xfrm>
            <a:off x="7498080" y="2450592"/>
            <a:ext cx="1161288" cy="1161288"/>
          </a:xfrm>
        </p:spPr>
        <p:txBody>
          <a:bodyPr rtlCol="0">
            <a:normAutofit/>
          </a:bodyPr>
          <a:lstStyle>
            <a:lvl1pPr marL="0" indent="0">
              <a:buNone/>
              <a:defRPr lang="vi-VN" sz="1400">
                <a:solidFill>
                  <a:schemeClr val="tx1"/>
                </a:solidFill>
              </a:defRPr>
            </a:lvl1pPr>
          </a:lstStyle>
          <a:p>
            <a:pPr rtl="0"/>
            <a:endParaRPr lang="vi-VN" dirty="0"/>
          </a:p>
        </p:txBody>
      </p:sp>
      <p:sp>
        <p:nvSpPr>
          <p:cNvPr id="26" name="Chỗ dành sẵn cho Hình ảnh 23">
            <a:extLst>
              <a:ext uri="{FF2B5EF4-FFF2-40B4-BE49-F238E27FC236}">
                <a16:creationId xmlns:a16="http://schemas.microsoft.com/office/drawing/2014/main" id="{C110D526-1AE4-5106-E956-0B2ED3A4D4BC}"/>
              </a:ext>
            </a:extLst>
          </p:cNvPr>
          <p:cNvSpPr>
            <a:spLocks noGrp="1" noChangeAspect="1"/>
          </p:cNvSpPr>
          <p:nvPr>
            <p:ph type="pic" sz="quarter" idx="27"/>
          </p:nvPr>
        </p:nvSpPr>
        <p:spPr>
          <a:xfrm>
            <a:off x="7498080" y="4260487"/>
            <a:ext cx="1161288" cy="1161288"/>
          </a:xfrm>
        </p:spPr>
        <p:txBody>
          <a:bodyPr rtlCol="0">
            <a:normAutofit/>
          </a:bodyPr>
          <a:lstStyle>
            <a:lvl1pPr marL="0" indent="0">
              <a:buNone/>
              <a:defRPr lang="vi-VN" sz="1400">
                <a:solidFill>
                  <a:schemeClr val="tx1"/>
                </a:solidFill>
              </a:defRPr>
            </a:lvl1pPr>
          </a:lstStyle>
          <a:p>
            <a:pPr rtl="0"/>
            <a:endParaRPr lang="vi-VN" dirty="0"/>
          </a:p>
        </p:txBody>
      </p:sp>
      <p:sp>
        <p:nvSpPr>
          <p:cNvPr id="16" name="Chỗ dành sẵn cho Văn bản 28">
            <a:extLst>
              <a:ext uri="{FF2B5EF4-FFF2-40B4-BE49-F238E27FC236}">
                <a16:creationId xmlns:a16="http://schemas.microsoft.com/office/drawing/2014/main" id="{AD7B736B-3A10-499F-8F23-4437982C8231}"/>
              </a:ext>
            </a:extLst>
          </p:cNvPr>
          <p:cNvSpPr>
            <a:spLocks noGrp="1"/>
          </p:cNvSpPr>
          <p:nvPr>
            <p:ph type="body" sz="quarter" idx="23" hasCustomPrompt="1"/>
          </p:nvPr>
        </p:nvSpPr>
        <p:spPr>
          <a:xfrm>
            <a:off x="8732520" y="2670048"/>
            <a:ext cx="1399032" cy="411480"/>
          </a:xfrm>
        </p:spPr>
        <p:txBody>
          <a:bodyPr lIns="0" tIns="0" rIns="0" bIns="0" rtlCol="0" anchor="t">
            <a:noAutofit/>
          </a:bodyPr>
          <a:lstStyle>
            <a:lvl1pPr marL="0" indent="0" algn="r">
              <a:lnSpc>
                <a:spcPct val="100000"/>
              </a:lnSpc>
              <a:spcBef>
                <a:spcPts val="0"/>
              </a:spcBef>
              <a:buFont typeface="+mj-lt"/>
              <a:buNone/>
              <a:defRPr lang="vi-VN" sz="1400" b="1" cap="all" spc="100" baseline="0">
                <a:solidFill>
                  <a:schemeClr val="tx1"/>
                </a:solidFill>
                <a:latin typeface="+mj-lt"/>
              </a:defRPr>
            </a:lvl1pPr>
          </a:lstStyle>
          <a:p>
            <a:pPr lvl="0" rtl="0"/>
            <a:r>
              <a:rPr lang="vi-VN"/>
              <a:t>Tên</a:t>
            </a:r>
          </a:p>
        </p:txBody>
      </p:sp>
      <p:sp>
        <p:nvSpPr>
          <p:cNvPr id="17" name="Chỗ dành sẵn cho Văn bản 28">
            <a:extLst>
              <a:ext uri="{FF2B5EF4-FFF2-40B4-BE49-F238E27FC236}">
                <a16:creationId xmlns:a16="http://schemas.microsoft.com/office/drawing/2014/main" id="{07165540-290D-4A38-87DE-F52B05BD6A1A}"/>
              </a:ext>
            </a:extLst>
          </p:cNvPr>
          <p:cNvSpPr>
            <a:spLocks noGrp="1"/>
          </p:cNvSpPr>
          <p:nvPr>
            <p:ph type="body" sz="quarter" idx="24" hasCustomPrompt="1"/>
          </p:nvPr>
        </p:nvSpPr>
        <p:spPr>
          <a:xfrm>
            <a:off x="8732520" y="3094300"/>
            <a:ext cx="1399032" cy="517580"/>
          </a:xfrm>
        </p:spPr>
        <p:txBody>
          <a:bodyPr lIns="0" tIns="0" rIns="0" bIns="0" rtlCol="0">
            <a:noAutofit/>
          </a:bodyPr>
          <a:lstStyle>
            <a:lvl1pPr marL="0" indent="0" algn="r">
              <a:lnSpc>
                <a:spcPct val="100000"/>
              </a:lnSpc>
              <a:spcBef>
                <a:spcPts val="0"/>
              </a:spcBef>
              <a:buNone/>
              <a:defRPr lang="vi-VN" sz="1200" b="0" spc="100" baseline="0">
                <a:solidFill>
                  <a:schemeClr val="tx1"/>
                </a:solidFill>
              </a:defRPr>
            </a:lvl1pPr>
          </a:lstStyle>
          <a:p>
            <a:pPr lvl="0" rtl="0"/>
            <a:r>
              <a:rPr lang="vi-VN"/>
              <a:t>Tiêu đề</a:t>
            </a:r>
          </a:p>
        </p:txBody>
      </p:sp>
      <p:sp>
        <p:nvSpPr>
          <p:cNvPr id="34" name="Chỗ dành sẵn cho Văn bản 28">
            <a:extLst>
              <a:ext uri="{FF2B5EF4-FFF2-40B4-BE49-F238E27FC236}">
                <a16:creationId xmlns:a16="http://schemas.microsoft.com/office/drawing/2014/main" id="{3858F91A-46AA-AF23-2716-3B2B678BBE01}"/>
              </a:ext>
            </a:extLst>
          </p:cNvPr>
          <p:cNvSpPr>
            <a:spLocks noGrp="1"/>
          </p:cNvSpPr>
          <p:nvPr>
            <p:ph type="body" sz="quarter" idx="35" hasCustomPrompt="1"/>
          </p:nvPr>
        </p:nvSpPr>
        <p:spPr>
          <a:xfrm>
            <a:off x="8732520" y="4479943"/>
            <a:ext cx="1399032" cy="411480"/>
          </a:xfrm>
        </p:spPr>
        <p:txBody>
          <a:bodyPr lIns="0" tIns="0" rIns="0" bIns="0" rtlCol="0" anchor="t">
            <a:noAutofit/>
          </a:bodyPr>
          <a:lstStyle>
            <a:lvl1pPr marL="0" indent="0" algn="r">
              <a:lnSpc>
                <a:spcPct val="100000"/>
              </a:lnSpc>
              <a:spcBef>
                <a:spcPts val="0"/>
              </a:spcBef>
              <a:buFont typeface="+mj-lt"/>
              <a:buNone/>
              <a:defRPr lang="vi-VN" sz="1400" b="1" cap="all" spc="100" baseline="0">
                <a:solidFill>
                  <a:schemeClr val="tx1"/>
                </a:solidFill>
                <a:latin typeface="+mj-lt"/>
              </a:defRPr>
            </a:lvl1pPr>
          </a:lstStyle>
          <a:p>
            <a:pPr lvl="0" rtl="0"/>
            <a:r>
              <a:rPr lang="vi-VN"/>
              <a:t>Tên</a:t>
            </a:r>
          </a:p>
        </p:txBody>
      </p:sp>
      <p:sp>
        <p:nvSpPr>
          <p:cNvPr id="35" name="Chỗ dành sẵn cho Văn bản 28">
            <a:extLst>
              <a:ext uri="{FF2B5EF4-FFF2-40B4-BE49-F238E27FC236}">
                <a16:creationId xmlns:a16="http://schemas.microsoft.com/office/drawing/2014/main" id="{EBC002F6-7435-833F-0E8B-30A53B0755AE}"/>
              </a:ext>
            </a:extLst>
          </p:cNvPr>
          <p:cNvSpPr>
            <a:spLocks noGrp="1"/>
          </p:cNvSpPr>
          <p:nvPr>
            <p:ph type="body" sz="quarter" idx="36" hasCustomPrompt="1"/>
          </p:nvPr>
        </p:nvSpPr>
        <p:spPr>
          <a:xfrm>
            <a:off x="8732520" y="4904195"/>
            <a:ext cx="1399032" cy="517580"/>
          </a:xfrm>
        </p:spPr>
        <p:txBody>
          <a:bodyPr lIns="0" tIns="0" rIns="0" bIns="0" rtlCol="0">
            <a:noAutofit/>
          </a:bodyPr>
          <a:lstStyle>
            <a:lvl1pPr marL="0" indent="0" algn="r">
              <a:lnSpc>
                <a:spcPct val="100000"/>
              </a:lnSpc>
              <a:spcBef>
                <a:spcPts val="0"/>
              </a:spcBef>
              <a:buNone/>
              <a:defRPr lang="vi-VN" sz="1200" b="0" spc="100" baseline="0">
                <a:solidFill>
                  <a:schemeClr val="tx1"/>
                </a:solidFill>
              </a:defRPr>
            </a:lvl1pPr>
          </a:lstStyle>
          <a:p>
            <a:pPr lvl="0" rtl="0"/>
            <a:r>
              <a:rPr lang="vi-VN"/>
              <a:t>Tiêu đề</a:t>
            </a:r>
          </a:p>
        </p:txBody>
      </p:sp>
      <p:sp>
        <p:nvSpPr>
          <p:cNvPr id="9" name="Chỗ dành sẵn cho Hình ảnh 23">
            <a:extLst>
              <a:ext uri="{FF2B5EF4-FFF2-40B4-BE49-F238E27FC236}">
                <a16:creationId xmlns:a16="http://schemas.microsoft.com/office/drawing/2014/main" id="{F5694B35-7776-4DB9-9EB7-3AF076EC357D}"/>
              </a:ext>
            </a:extLst>
          </p:cNvPr>
          <p:cNvSpPr>
            <a:spLocks noGrp="1" noChangeAspect="1"/>
          </p:cNvSpPr>
          <p:nvPr>
            <p:ph type="pic" sz="quarter" idx="16"/>
          </p:nvPr>
        </p:nvSpPr>
        <p:spPr>
          <a:xfrm>
            <a:off x="10250424" y="2450592"/>
            <a:ext cx="1161288" cy="1161288"/>
          </a:xfrm>
        </p:spPr>
        <p:txBody>
          <a:bodyPr rtlCol="0">
            <a:normAutofit/>
          </a:bodyPr>
          <a:lstStyle>
            <a:lvl1pPr marL="0" indent="0">
              <a:buNone/>
              <a:defRPr lang="vi-VN" sz="1400">
                <a:solidFill>
                  <a:schemeClr val="tx1"/>
                </a:solidFill>
              </a:defRPr>
            </a:lvl1pPr>
          </a:lstStyle>
          <a:p>
            <a:pPr rtl="0"/>
            <a:endParaRPr lang="vi-VN" dirty="0"/>
          </a:p>
        </p:txBody>
      </p:sp>
      <p:sp>
        <p:nvSpPr>
          <p:cNvPr id="27" name="Chỗ dành sẵn cho Hình ảnh 23">
            <a:extLst>
              <a:ext uri="{FF2B5EF4-FFF2-40B4-BE49-F238E27FC236}">
                <a16:creationId xmlns:a16="http://schemas.microsoft.com/office/drawing/2014/main" id="{2CBF8435-BD05-F386-4E6E-F2B6F6894FD7}"/>
              </a:ext>
            </a:extLst>
          </p:cNvPr>
          <p:cNvSpPr>
            <a:spLocks noGrp="1" noChangeAspect="1"/>
          </p:cNvSpPr>
          <p:nvPr>
            <p:ph type="pic" sz="quarter" idx="28"/>
          </p:nvPr>
        </p:nvSpPr>
        <p:spPr>
          <a:xfrm>
            <a:off x="10250424" y="4260487"/>
            <a:ext cx="1161288" cy="1161288"/>
          </a:xfrm>
        </p:spPr>
        <p:txBody>
          <a:bodyPr rtlCol="0">
            <a:normAutofit/>
          </a:bodyPr>
          <a:lstStyle>
            <a:lvl1pPr marL="0" indent="0">
              <a:buNone/>
              <a:defRPr lang="vi-VN" sz="1400">
                <a:solidFill>
                  <a:schemeClr val="tx1"/>
                </a:solidFill>
              </a:defRPr>
            </a:lvl1pPr>
          </a:lstStyle>
          <a:p>
            <a:pPr rtl="0"/>
            <a:endParaRPr lang="vi-VN" dirty="0"/>
          </a:p>
        </p:txBody>
      </p:sp>
      <p:sp>
        <p:nvSpPr>
          <p:cNvPr id="4" name="Chỗ dành sẵn cho Chân trang 3">
            <a:extLst>
              <a:ext uri="{FF2B5EF4-FFF2-40B4-BE49-F238E27FC236}">
                <a16:creationId xmlns:a16="http://schemas.microsoft.com/office/drawing/2014/main" id="{96356206-85FD-45F5-A1F7-128DB34C860F}"/>
              </a:ext>
            </a:extLst>
          </p:cNvPr>
          <p:cNvSpPr>
            <a:spLocks noGrp="1"/>
          </p:cNvSpPr>
          <p:nvPr>
            <p:ph type="ftr" sz="quarter" idx="11"/>
          </p:nvPr>
        </p:nvSpPr>
        <p:spPr>
          <a:xfrm>
            <a:off x="4038600" y="11575"/>
            <a:ext cx="4114800" cy="856526"/>
          </a:xfrm>
          <a:prstGeom prst="rect">
            <a:avLst/>
          </a:prstGeom>
        </p:spPr>
        <p:txBody>
          <a:bodyPr rtlCol="0"/>
          <a:lstStyle>
            <a:defPPr>
              <a:defRPr lang="vi-VN"/>
            </a:defPPr>
          </a:lstStyle>
          <a:p>
            <a:pPr rtl="0"/>
            <a:r>
              <a:rPr lang="vi-VN"/>
              <a:t>TIÊU ĐỀ BẢN TRÌNH BÀY</a:t>
            </a:r>
          </a:p>
        </p:txBody>
      </p:sp>
      <p:sp>
        <p:nvSpPr>
          <p:cNvPr id="5" name="Chỗ dành sẵn cho Số hiệu Bản chiếu 4">
            <a:extLst>
              <a:ext uri="{FF2B5EF4-FFF2-40B4-BE49-F238E27FC236}">
                <a16:creationId xmlns:a16="http://schemas.microsoft.com/office/drawing/2014/main" id="{0203763F-C8CD-4BCB-9A0A-B10F000BC1DB}"/>
              </a:ext>
            </a:extLst>
          </p:cNvPr>
          <p:cNvSpPr>
            <a:spLocks noGrp="1"/>
          </p:cNvSpPr>
          <p:nvPr>
            <p:ph type="sldNum" sz="quarter" idx="12"/>
          </p:nvPr>
        </p:nvSpPr>
        <p:spPr>
          <a:xfrm>
            <a:off x="4038600" y="6006546"/>
            <a:ext cx="4114800" cy="851453"/>
          </a:xfrm>
          <a:prstGeom prst="rect">
            <a:avLst/>
          </a:prstGeom>
        </p:spPr>
        <p:txBody>
          <a:bodyPr rtlCol="0"/>
          <a:lstStyle>
            <a:defPPr>
              <a:defRPr lang="vi-VN"/>
            </a:defPPr>
          </a:lstStyle>
          <a:p>
            <a:pPr rtl="0"/>
            <a:fld id="{294A09A9-5501-47C1-A89A-A340965A2BE2}" type="slidenum">
              <a:rPr lang="vi-VN" smtClean="0"/>
              <a:t>‹#›</a:t>
            </a:fld>
            <a:endParaRPr lang="vi-VN" dirty="0"/>
          </a:p>
        </p:txBody>
      </p:sp>
      <p:cxnSp>
        <p:nvCxnSpPr>
          <p:cNvPr id="18" name="Đường nối Thẳng 17">
            <a:extLst>
              <a:ext uri="{FF2B5EF4-FFF2-40B4-BE49-F238E27FC236}">
                <a16:creationId xmlns:a16="http://schemas.microsoft.com/office/drawing/2014/main" id="{663C6C7E-F363-1F17-B288-D4D45B87028D}"/>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9" name="Đường nối Thẳng 18">
            <a:extLst>
              <a:ext uri="{FF2B5EF4-FFF2-40B4-BE49-F238E27FC236}">
                <a16:creationId xmlns:a16="http://schemas.microsoft.com/office/drawing/2014/main" id="{ED6D4091-312C-81B9-BAF6-5E0D6F665E5D}"/>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055234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5 Cột">
    <p:spTree>
      <p:nvGrpSpPr>
        <p:cNvPr id="1" name=""/>
        <p:cNvGrpSpPr/>
        <p:nvPr/>
      </p:nvGrpSpPr>
      <p:grpSpPr>
        <a:xfrm>
          <a:off x="0" y="0"/>
          <a:ext cx="0" cy="0"/>
          <a:chOff x="0" y="0"/>
          <a:chExt cx="0" cy="0"/>
        </a:xfrm>
      </p:grpSpPr>
      <p:pic>
        <p:nvPicPr>
          <p:cNvPr id="17" name="Hình ảnh 16">
            <a:extLst>
              <a:ext uri="{FF2B5EF4-FFF2-40B4-BE49-F238E27FC236}">
                <a16:creationId xmlns:a16="http://schemas.microsoft.com/office/drawing/2014/main" id="{3345C5D8-082A-AC27-3801-7A6EC3751955}"/>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8809"/>
          <a:stretch/>
        </p:blipFill>
        <p:spPr>
          <a:xfrm>
            <a:off x="0" y="0"/>
            <a:ext cx="5467552" cy="2350008"/>
          </a:xfrm>
          <a:prstGeom prst="rect">
            <a:avLst/>
          </a:prstGeom>
        </p:spPr>
      </p:pic>
      <p:pic>
        <p:nvPicPr>
          <p:cNvPr id="15" name="Hình ảnh 14">
            <a:extLst>
              <a:ext uri="{FF2B5EF4-FFF2-40B4-BE49-F238E27FC236}">
                <a16:creationId xmlns:a16="http://schemas.microsoft.com/office/drawing/2014/main" id="{3531883F-9B23-B442-5F02-C2D25BB37CA5}"/>
              </a:ext>
            </a:extLst>
          </p:cNvPr>
          <p:cNvPicPr>
            <a:picLocks noChangeAspect="1"/>
          </p:cNvPicPr>
          <p:nvPr userDrawn="1"/>
        </p:nvPicPr>
        <p:blipFill>
          <a:blip r:embed="rId3"/>
          <a:stretch>
            <a:fillRect/>
          </a:stretch>
        </p:blipFill>
        <p:spPr>
          <a:xfrm>
            <a:off x="7241236" y="1234440"/>
            <a:ext cx="4950764" cy="5623560"/>
          </a:xfrm>
          <a:prstGeom prst="rect">
            <a:avLst/>
          </a:prstGeom>
        </p:spPr>
      </p:pic>
      <p:sp>
        <p:nvSpPr>
          <p:cNvPr id="2" name="Tiêu đề 1">
            <a:extLst>
              <a:ext uri="{FF2B5EF4-FFF2-40B4-BE49-F238E27FC236}">
                <a16:creationId xmlns:a16="http://schemas.microsoft.com/office/drawing/2014/main" id="{5A0D1FF5-7EF8-4250-A259-43050ABBD3B6}"/>
              </a:ext>
            </a:extLst>
          </p:cNvPr>
          <p:cNvSpPr>
            <a:spLocks noGrp="1"/>
          </p:cNvSpPr>
          <p:nvPr>
            <p:ph type="title"/>
          </p:nvPr>
        </p:nvSpPr>
        <p:spPr>
          <a:xfrm>
            <a:off x="612648" y="868679"/>
            <a:ext cx="10972800" cy="1572768"/>
          </a:xfrm>
        </p:spPr>
        <p:txBody>
          <a:bodyPr lIns="91440" tIns="182880" rIns="91440" bIns="0" rtlCol="0"/>
          <a:lstStyle>
            <a:lvl1pPr algn="ctr">
              <a:lnSpc>
                <a:spcPct val="90000"/>
              </a:lnSpc>
              <a:defRPr lang="vi-VN" sz="4800" spc="400" baseline="0"/>
            </a:lvl1pPr>
          </a:lstStyle>
          <a:p>
            <a:pPr rtl="0"/>
            <a:r>
              <a:rPr lang="vi-VN"/>
              <a:t>Bấm để chỉnh sửa kiểu tiêu đề Bản cái</a:t>
            </a:r>
          </a:p>
        </p:txBody>
      </p:sp>
      <p:sp>
        <p:nvSpPr>
          <p:cNvPr id="3" name="Chỗ dành sẵn cho Văn bản 2">
            <a:extLst>
              <a:ext uri="{FF2B5EF4-FFF2-40B4-BE49-F238E27FC236}">
                <a16:creationId xmlns:a16="http://schemas.microsoft.com/office/drawing/2014/main" id="{673DC3A9-D4E6-42CF-91A8-F267C7C66CCB}"/>
              </a:ext>
            </a:extLst>
          </p:cNvPr>
          <p:cNvSpPr>
            <a:spLocks noGrp="1"/>
          </p:cNvSpPr>
          <p:nvPr>
            <p:ph type="body" idx="1"/>
          </p:nvPr>
        </p:nvSpPr>
        <p:spPr>
          <a:xfrm>
            <a:off x="612648" y="2438400"/>
            <a:ext cx="2029968" cy="530352"/>
          </a:xfrm>
          <a:solidFill>
            <a:schemeClr val="tx1"/>
          </a:solidFill>
        </p:spPr>
        <p:txBody>
          <a:bodyPr rtlCol="0" anchor="ctr"/>
          <a:lstStyle>
            <a:lvl1pPr marL="0" indent="0" algn="ctr">
              <a:lnSpc>
                <a:spcPct val="100000"/>
              </a:lnSpc>
              <a:spcBef>
                <a:spcPts val="1000"/>
              </a:spcBef>
              <a:buNone/>
              <a:defRPr lang="vi-VN" sz="2000" b="1" cap="all" spc="200" baseline="0">
                <a:solidFill>
                  <a:schemeClr val="bg1"/>
                </a:solidFill>
                <a:latin typeface="+mj-lt"/>
              </a:defRPr>
            </a:lvl1pPr>
            <a:lvl2pPr marL="457200" indent="0">
              <a:buNone/>
              <a:defRPr lang="vi-VN" sz="2000" b="1"/>
            </a:lvl2pPr>
            <a:lvl3pPr marL="914400" indent="0">
              <a:buNone/>
              <a:defRPr lang="vi-VN" sz="1800" b="1"/>
            </a:lvl3pPr>
            <a:lvl4pPr marL="1371600" indent="0">
              <a:buNone/>
              <a:defRPr lang="vi-VN" sz="1600" b="1"/>
            </a:lvl4pPr>
            <a:lvl5pPr marL="1828800" indent="0">
              <a:buNone/>
              <a:defRPr lang="vi-VN" sz="1600" b="1"/>
            </a:lvl5pPr>
            <a:lvl6pPr marL="2286000" indent="0">
              <a:buNone/>
              <a:defRPr lang="vi-VN" sz="1600" b="1"/>
            </a:lvl6pPr>
            <a:lvl7pPr marL="2743200" indent="0">
              <a:buNone/>
              <a:defRPr lang="vi-VN" sz="1600" b="1"/>
            </a:lvl7pPr>
            <a:lvl8pPr marL="3200400" indent="0">
              <a:buNone/>
              <a:defRPr lang="vi-VN" sz="1600" b="1"/>
            </a:lvl8pPr>
            <a:lvl9pPr marL="3657600" indent="0">
              <a:buNone/>
              <a:defRPr lang="vi-VN" sz="1600" b="1"/>
            </a:lvl9pPr>
          </a:lstStyle>
          <a:p>
            <a:pPr lvl="0" rtl="0"/>
            <a:r>
              <a:rPr lang="vi-VN"/>
              <a:t>Bấm để chỉnh sửa kiểu văn bản Bản cái</a:t>
            </a:r>
          </a:p>
        </p:txBody>
      </p:sp>
      <p:sp>
        <p:nvSpPr>
          <p:cNvPr id="4" name="Chỗ dành sẵn cho Nội dung 3">
            <a:extLst>
              <a:ext uri="{FF2B5EF4-FFF2-40B4-BE49-F238E27FC236}">
                <a16:creationId xmlns:a16="http://schemas.microsoft.com/office/drawing/2014/main" id="{C752CCA9-53A3-4DA5-AD45-C2A2C12A3A6A}"/>
              </a:ext>
            </a:extLst>
          </p:cNvPr>
          <p:cNvSpPr>
            <a:spLocks noGrp="1"/>
          </p:cNvSpPr>
          <p:nvPr>
            <p:ph sz="half" idx="2"/>
          </p:nvPr>
        </p:nvSpPr>
        <p:spPr>
          <a:xfrm>
            <a:off x="612648" y="3127248"/>
            <a:ext cx="2029968" cy="2514600"/>
          </a:xfrm>
          <a:solidFill>
            <a:schemeClr val="accent6">
              <a:lumMod val="20000"/>
              <a:lumOff val="80000"/>
              <a:alpha val="50000"/>
            </a:schemeClr>
          </a:solidFill>
          <a:ln>
            <a:solidFill>
              <a:schemeClr val="tx1"/>
            </a:solidFill>
          </a:ln>
        </p:spPr>
        <p:txBody>
          <a:bodyPr tIns="182880" bIns="91440" rtlCol="0"/>
          <a:lstStyle>
            <a:lvl1pPr marL="0" indent="0">
              <a:lnSpc>
                <a:spcPct val="100000"/>
              </a:lnSpc>
              <a:spcBef>
                <a:spcPts val="0"/>
              </a:spcBef>
              <a:buNone/>
              <a:defRPr lang="vi-VN" sz="1600" spc="100" baseline="0"/>
            </a:lvl1pPr>
            <a:lvl2pPr marL="228600">
              <a:lnSpc>
                <a:spcPct val="100000"/>
              </a:lnSpc>
              <a:spcBef>
                <a:spcPts val="0"/>
              </a:spcBef>
              <a:defRPr lang="vi-VN" sz="1400" spc="100" baseline="0"/>
            </a:lvl2pPr>
            <a:lvl3pPr>
              <a:lnSpc>
                <a:spcPct val="100000"/>
              </a:lnSpc>
              <a:spcBef>
                <a:spcPts val="1000"/>
              </a:spcBef>
              <a:defRPr lang="vi-VN" sz="1200" spc="100" baseline="0"/>
            </a:lvl3pPr>
            <a:lvl4pPr>
              <a:lnSpc>
                <a:spcPct val="100000"/>
              </a:lnSpc>
              <a:spcBef>
                <a:spcPts val="1000"/>
              </a:spcBef>
              <a:defRPr lang="vi-VN" sz="1100" spc="100" baseline="0"/>
            </a:lvl4pPr>
            <a:lvl5pPr>
              <a:lnSpc>
                <a:spcPct val="100000"/>
              </a:lnSpc>
              <a:spcBef>
                <a:spcPts val="1000"/>
              </a:spcBef>
              <a:defRPr lang="vi-VN" sz="1100" spc="100" baseline="0"/>
            </a:lvl5pPr>
          </a:lstStyle>
          <a:p>
            <a:pPr lvl="0" rtl="0"/>
            <a:r>
              <a:rPr lang="vi-VN"/>
              <a:t>Bấm để chỉnh sửa kiểu văn bản Bản cái</a:t>
            </a:r>
          </a:p>
          <a:p>
            <a:pPr lvl="1" rtl="0"/>
            <a:r>
              <a:rPr lang="vi-VN"/>
              <a:t>Mức hai</a:t>
            </a:r>
          </a:p>
        </p:txBody>
      </p:sp>
      <p:sp>
        <p:nvSpPr>
          <p:cNvPr id="5" name="Chỗ dành sẵn cho Văn bản 4">
            <a:extLst>
              <a:ext uri="{FF2B5EF4-FFF2-40B4-BE49-F238E27FC236}">
                <a16:creationId xmlns:a16="http://schemas.microsoft.com/office/drawing/2014/main" id="{2100C9C6-BD61-4D2C-9146-FB785BAE4FF3}"/>
              </a:ext>
            </a:extLst>
          </p:cNvPr>
          <p:cNvSpPr>
            <a:spLocks noGrp="1"/>
          </p:cNvSpPr>
          <p:nvPr>
            <p:ph type="body" sz="quarter" idx="3"/>
          </p:nvPr>
        </p:nvSpPr>
        <p:spPr>
          <a:xfrm>
            <a:off x="2843784" y="2438400"/>
            <a:ext cx="2029968" cy="530352"/>
          </a:xfrm>
          <a:solidFill>
            <a:schemeClr val="tx1"/>
          </a:solidFill>
        </p:spPr>
        <p:txBody>
          <a:bodyPr rtlCol="0" anchor="ctr"/>
          <a:lstStyle>
            <a:lvl1pPr marL="0" indent="0" algn="ctr">
              <a:lnSpc>
                <a:spcPct val="100000"/>
              </a:lnSpc>
              <a:spcBef>
                <a:spcPts val="1000"/>
              </a:spcBef>
              <a:buNone/>
              <a:defRPr lang="vi-VN" sz="2000" b="1" cap="all" spc="200" baseline="0">
                <a:solidFill>
                  <a:schemeClr val="bg1"/>
                </a:solidFill>
                <a:latin typeface="+mj-lt"/>
              </a:defRPr>
            </a:lvl1pPr>
            <a:lvl2pPr marL="457200" indent="0">
              <a:buNone/>
              <a:defRPr lang="vi-VN" sz="2000" b="1"/>
            </a:lvl2pPr>
            <a:lvl3pPr marL="914400" indent="0">
              <a:buNone/>
              <a:defRPr lang="vi-VN" sz="1800" b="1"/>
            </a:lvl3pPr>
            <a:lvl4pPr marL="1371600" indent="0">
              <a:buNone/>
              <a:defRPr lang="vi-VN" sz="1600" b="1"/>
            </a:lvl4pPr>
            <a:lvl5pPr marL="1828800" indent="0">
              <a:buNone/>
              <a:defRPr lang="vi-VN" sz="1600" b="1"/>
            </a:lvl5pPr>
            <a:lvl6pPr marL="2286000" indent="0">
              <a:buNone/>
              <a:defRPr lang="vi-VN" sz="1600" b="1"/>
            </a:lvl6pPr>
            <a:lvl7pPr marL="2743200" indent="0">
              <a:buNone/>
              <a:defRPr lang="vi-VN" sz="1600" b="1"/>
            </a:lvl7pPr>
            <a:lvl8pPr marL="3200400" indent="0">
              <a:buNone/>
              <a:defRPr lang="vi-VN" sz="1600" b="1"/>
            </a:lvl8pPr>
            <a:lvl9pPr marL="3657600" indent="0">
              <a:buNone/>
              <a:defRPr lang="vi-VN" sz="1600" b="1"/>
            </a:lvl9pPr>
          </a:lstStyle>
          <a:p>
            <a:pPr lvl="0" rtl="0"/>
            <a:r>
              <a:rPr lang="vi-VN"/>
              <a:t>Bấm để chỉnh sửa kiểu văn bản Bản cái</a:t>
            </a:r>
          </a:p>
        </p:txBody>
      </p:sp>
      <p:sp>
        <p:nvSpPr>
          <p:cNvPr id="6" name="Chỗ dành sẵn cho Nội dung 5">
            <a:extLst>
              <a:ext uri="{FF2B5EF4-FFF2-40B4-BE49-F238E27FC236}">
                <a16:creationId xmlns:a16="http://schemas.microsoft.com/office/drawing/2014/main" id="{E2E342EE-68BB-484D-98C3-48A7847549D4}"/>
              </a:ext>
            </a:extLst>
          </p:cNvPr>
          <p:cNvSpPr>
            <a:spLocks noGrp="1"/>
          </p:cNvSpPr>
          <p:nvPr>
            <p:ph sz="quarter" idx="4"/>
          </p:nvPr>
        </p:nvSpPr>
        <p:spPr>
          <a:xfrm>
            <a:off x="2843784" y="3127248"/>
            <a:ext cx="2029968" cy="2514600"/>
          </a:xfrm>
          <a:solidFill>
            <a:schemeClr val="accent5">
              <a:alpha val="30000"/>
            </a:schemeClr>
          </a:solidFill>
          <a:ln>
            <a:solidFill>
              <a:schemeClr val="tx1"/>
            </a:solidFill>
          </a:ln>
        </p:spPr>
        <p:txBody>
          <a:bodyPr tIns="182880" bIns="91440" rtlCol="0"/>
          <a:lstStyle>
            <a:lvl1pPr marL="0" indent="0">
              <a:lnSpc>
                <a:spcPct val="100000"/>
              </a:lnSpc>
              <a:spcBef>
                <a:spcPts val="0"/>
              </a:spcBef>
              <a:buNone/>
              <a:defRPr lang="vi-VN" sz="1600" spc="100" baseline="0"/>
            </a:lvl1pPr>
            <a:lvl2pPr marL="228600">
              <a:lnSpc>
                <a:spcPct val="100000"/>
              </a:lnSpc>
              <a:spcBef>
                <a:spcPts val="0"/>
              </a:spcBef>
              <a:defRPr lang="vi-VN" sz="1400" spc="100" baseline="0"/>
            </a:lvl2pPr>
            <a:lvl3pPr>
              <a:lnSpc>
                <a:spcPct val="100000"/>
              </a:lnSpc>
              <a:spcBef>
                <a:spcPts val="1000"/>
              </a:spcBef>
              <a:defRPr lang="vi-VN" sz="1200" spc="100" baseline="0"/>
            </a:lvl3pPr>
            <a:lvl4pPr>
              <a:lnSpc>
                <a:spcPct val="100000"/>
              </a:lnSpc>
              <a:spcBef>
                <a:spcPts val="1000"/>
              </a:spcBef>
              <a:defRPr lang="vi-VN" sz="1100" spc="100" baseline="0"/>
            </a:lvl4pPr>
            <a:lvl5pPr>
              <a:lnSpc>
                <a:spcPct val="100000"/>
              </a:lnSpc>
              <a:spcBef>
                <a:spcPts val="1000"/>
              </a:spcBef>
              <a:defRPr lang="vi-VN" sz="1100" spc="100" baseline="0"/>
            </a:lvl5pPr>
          </a:lstStyle>
          <a:p>
            <a:pPr lvl="0" rtl="0"/>
            <a:r>
              <a:rPr lang="vi-VN"/>
              <a:t>Bấm để chỉnh sửa kiểu văn bản Bản cái</a:t>
            </a:r>
          </a:p>
          <a:p>
            <a:pPr lvl="1" rtl="0"/>
            <a:r>
              <a:rPr lang="vi-VN"/>
              <a:t>Mức hai</a:t>
            </a:r>
          </a:p>
        </p:txBody>
      </p:sp>
      <p:sp>
        <p:nvSpPr>
          <p:cNvPr id="7" name="Chỗ dành sẵn cho Văn bản 4">
            <a:extLst>
              <a:ext uri="{FF2B5EF4-FFF2-40B4-BE49-F238E27FC236}">
                <a16:creationId xmlns:a16="http://schemas.microsoft.com/office/drawing/2014/main" id="{9A48939F-0CF9-9CBD-F606-7A4850B910A1}"/>
              </a:ext>
            </a:extLst>
          </p:cNvPr>
          <p:cNvSpPr>
            <a:spLocks noGrp="1"/>
          </p:cNvSpPr>
          <p:nvPr>
            <p:ph type="body" sz="quarter" idx="13"/>
          </p:nvPr>
        </p:nvSpPr>
        <p:spPr>
          <a:xfrm>
            <a:off x="5084064" y="2438400"/>
            <a:ext cx="2029968" cy="530352"/>
          </a:xfrm>
          <a:solidFill>
            <a:schemeClr val="tx1"/>
          </a:solidFill>
        </p:spPr>
        <p:txBody>
          <a:bodyPr rtlCol="0" anchor="ctr"/>
          <a:lstStyle>
            <a:lvl1pPr marL="0" indent="0" algn="ctr">
              <a:lnSpc>
                <a:spcPct val="100000"/>
              </a:lnSpc>
              <a:spcBef>
                <a:spcPts val="1000"/>
              </a:spcBef>
              <a:buNone/>
              <a:defRPr lang="vi-VN" sz="2000" b="1" cap="all" spc="200" baseline="0">
                <a:solidFill>
                  <a:schemeClr val="bg1"/>
                </a:solidFill>
                <a:latin typeface="+mj-lt"/>
              </a:defRPr>
            </a:lvl1pPr>
            <a:lvl2pPr marL="457200" indent="0">
              <a:buNone/>
              <a:defRPr lang="vi-VN" sz="2000" b="1"/>
            </a:lvl2pPr>
            <a:lvl3pPr marL="914400" indent="0">
              <a:buNone/>
              <a:defRPr lang="vi-VN" sz="1800" b="1"/>
            </a:lvl3pPr>
            <a:lvl4pPr marL="1371600" indent="0">
              <a:buNone/>
              <a:defRPr lang="vi-VN" sz="1600" b="1"/>
            </a:lvl4pPr>
            <a:lvl5pPr marL="1828800" indent="0">
              <a:buNone/>
              <a:defRPr lang="vi-VN" sz="1600" b="1"/>
            </a:lvl5pPr>
            <a:lvl6pPr marL="2286000" indent="0">
              <a:buNone/>
              <a:defRPr lang="vi-VN" sz="1600" b="1"/>
            </a:lvl6pPr>
            <a:lvl7pPr marL="2743200" indent="0">
              <a:buNone/>
              <a:defRPr lang="vi-VN" sz="1600" b="1"/>
            </a:lvl7pPr>
            <a:lvl8pPr marL="3200400" indent="0">
              <a:buNone/>
              <a:defRPr lang="vi-VN" sz="1600" b="1"/>
            </a:lvl8pPr>
            <a:lvl9pPr marL="3657600" indent="0">
              <a:buNone/>
              <a:defRPr lang="vi-VN" sz="1600" b="1"/>
            </a:lvl9pPr>
          </a:lstStyle>
          <a:p>
            <a:pPr lvl="0" rtl="0"/>
            <a:r>
              <a:rPr lang="vi-VN"/>
              <a:t>Bấm để chỉnh sửa kiểu văn bản Bản cái</a:t>
            </a:r>
          </a:p>
        </p:txBody>
      </p:sp>
      <p:sp>
        <p:nvSpPr>
          <p:cNvPr id="13" name="Chỗ dành sẵn cho Nội dung 5">
            <a:extLst>
              <a:ext uri="{FF2B5EF4-FFF2-40B4-BE49-F238E27FC236}">
                <a16:creationId xmlns:a16="http://schemas.microsoft.com/office/drawing/2014/main" id="{693BC756-2B97-9751-B879-03B6F1C405C3}"/>
              </a:ext>
            </a:extLst>
          </p:cNvPr>
          <p:cNvSpPr>
            <a:spLocks noGrp="1"/>
          </p:cNvSpPr>
          <p:nvPr>
            <p:ph sz="quarter" idx="14"/>
          </p:nvPr>
        </p:nvSpPr>
        <p:spPr>
          <a:xfrm>
            <a:off x="5084064" y="3127248"/>
            <a:ext cx="2029968" cy="2514600"/>
          </a:xfrm>
          <a:solidFill>
            <a:schemeClr val="accent4">
              <a:lumMod val="20000"/>
              <a:lumOff val="80000"/>
              <a:alpha val="50000"/>
            </a:schemeClr>
          </a:solidFill>
          <a:ln>
            <a:solidFill>
              <a:schemeClr val="tx1"/>
            </a:solidFill>
          </a:ln>
        </p:spPr>
        <p:txBody>
          <a:bodyPr tIns="182880" bIns="91440" rtlCol="0"/>
          <a:lstStyle>
            <a:lvl1pPr marL="0" indent="0">
              <a:lnSpc>
                <a:spcPct val="100000"/>
              </a:lnSpc>
              <a:spcBef>
                <a:spcPts val="0"/>
              </a:spcBef>
              <a:buNone/>
              <a:defRPr lang="vi-VN" sz="1600" spc="100" baseline="0"/>
            </a:lvl1pPr>
            <a:lvl2pPr marL="228600">
              <a:lnSpc>
                <a:spcPct val="100000"/>
              </a:lnSpc>
              <a:spcBef>
                <a:spcPts val="0"/>
              </a:spcBef>
              <a:defRPr lang="vi-VN" sz="1400" spc="100" baseline="0"/>
            </a:lvl2pPr>
            <a:lvl3pPr>
              <a:lnSpc>
                <a:spcPct val="100000"/>
              </a:lnSpc>
              <a:spcBef>
                <a:spcPts val="1000"/>
              </a:spcBef>
              <a:defRPr lang="vi-VN" sz="1200" spc="100" baseline="0"/>
            </a:lvl3pPr>
            <a:lvl4pPr>
              <a:lnSpc>
                <a:spcPct val="100000"/>
              </a:lnSpc>
              <a:spcBef>
                <a:spcPts val="1000"/>
              </a:spcBef>
              <a:defRPr lang="vi-VN" sz="1100" spc="100" baseline="0"/>
            </a:lvl4pPr>
            <a:lvl5pPr>
              <a:lnSpc>
                <a:spcPct val="100000"/>
              </a:lnSpc>
              <a:spcBef>
                <a:spcPts val="1000"/>
              </a:spcBef>
              <a:defRPr lang="vi-VN" sz="1100" spc="100" baseline="0"/>
            </a:lvl5pPr>
          </a:lstStyle>
          <a:p>
            <a:pPr lvl="0" rtl="0"/>
            <a:r>
              <a:rPr lang="vi-VN"/>
              <a:t>Bấm để chỉnh sửa kiểu văn bản Bản cái</a:t>
            </a:r>
          </a:p>
          <a:p>
            <a:pPr lvl="1" rtl="0"/>
            <a:r>
              <a:rPr lang="vi-VN"/>
              <a:t>Mức hai</a:t>
            </a:r>
          </a:p>
        </p:txBody>
      </p:sp>
      <p:sp>
        <p:nvSpPr>
          <p:cNvPr id="20" name="Chỗ dành sẵn cho Văn bản 4">
            <a:extLst>
              <a:ext uri="{FF2B5EF4-FFF2-40B4-BE49-F238E27FC236}">
                <a16:creationId xmlns:a16="http://schemas.microsoft.com/office/drawing/2014/main" id="{843F725B-A33F-7FB2-E5C4-96EA154660E9}"/>
              </a:ext>
            </a:extLst>
          </p:cNvPr>
          <p:cNvSpPr>
            <a:spLocks noGrp="1"/>
          </p:cNvSpPr>
          <p:nvPr>
            <p:ph type="body" sz="quarter" idx="15"/>
          </p:nvPr>
        </p:nvSpPr>
        <p:spPr>
          <a:xfrm>
            <a:off x="7315200" y="2438400"/>
            <a:ext cx="2029968" cy="530352"/>
          </a:xfrm>
          <a:solidFill>
            <a:schemeClr val="tx1"/>
          </a:solidFill>
        </p:spPr>
        <p:txBody>
          <a:bodyPr rtlCol="0" anchor="ctr"/>
          <a:lstStyle>
            <a:lvl1pPr marL="0" indent="0" algn="ctr">
              <a:lnSpc>
                <a:spcPct val="100000"/>
              </a:lnSpc>
              <a:spcBef>
                <a:spcPts val="1000"/>
              </a:spcBef>
              <a:buNone/>
              <a:defRPr lang="vi-VN" sz="2000" b="1" cap="all" spc="200" baseline="0">
                <a:solidFill>
                  <a:schemeClr val="bg1"/>
                </a:solidFill>
                <a:latin typeface="+mj-lt"/>
              </a:defRPr>
            </a:lvl1pPr>
            <a:lvl2pPr marL="457200" indent="0">
              <a:buNone/>
              <a:defRPr lang="vi-VN" sz="2000" b="1"/>
            </a:lvl2pPr>
            <a:lvl3pPr marL="914400" indent="0">
              <a:buNone/>
              <a:defRPr lang="vi-VN" sz="1800" b="1"/>
            </a:lvl3pPr>
            <a:lvl4pPr marL="1371600" indent="0">
              <a:buNone/>
              <a:defRPr lang="vi-VN" sz="1600" b="1"/>
            </a:lvl4pPr>
            <a:lvl5pPr marL="1828800" indent="0">
              <a:buNone/>
              <a:defRPr lang="vi-VN" sz="1600" b="1"/>
            </a:lvl5pPr>
            <a:lvl6pPr marL="2286000" indent="0">
              <a:buNone/>
              <a:defRPr lang="vi-VN" sz="1600" b="1"/>
            </a:lvl6pPr>
            <a:lvl7pPr marL="2743200" indent="0">
              <a:buNone/>
              <a:defRPr lang="vi-VN" sz="1600" b="1"/>
            </a:lvl7pPr>
            <a:lvl8pPr marL="3200400" indent="0">
              <a:buNone/>
              <a:defRPr lang="vi-VN" sz="1600" b="1"/>
            </a:lvl8pPr>
            <a:lvl9pPr marL="3657600" indent="0">
              <a:buNone/>
              <a:defRPr lang="vi-VN" sz="1600" b="1"/>
            </a:lvl9pPr>
          </a:lstStyle>
          <a:p>
            <a:pPr lvl="0" rtl="0"/>
            <a:r>
              <a:rPr lang="vi-VN"/>
              <a:t>Bấm để chỉnh sửa kiểu văn bản Bản cái</a:t>
            </a:r>
          </a:p>
        </p:txBody>
      </p:sp>
      <p:sp>
        <p:nvSpPr>
          <p:cNvPr id="21" name="Chỗ dành sẵn cho Nội dung 5">
            <a:extLst>
              <a:ext uri="{FF2B5EF4-FFF2-40B4-BE49-F238E27FC236}">
                <a16:creationId xmlns:a16="http://schemas.microsoft.com/office/drawing/2014/main" id="{D9DD0DA7-5A1E-5312-178F-13561EF7C233}"/>
              </a:ext>
            </a:extLst>
          </p:cNvPr>
          <p:cNvSpPr>
            <a:spLocks noGrp="1"/>
          </p:cNvSpPr>
          <p:nvPr>
            <p:ph sz="quarter" idx="16"/>
          </p:nvPr>
        </p:nvSpPr>
        <p:spPr>
          <a:xfrm>
            <a:off x="7315200" y="3127248"/>
            <a:ext cx="2029968" cy="2514600"/>
          </a:xfrm>
          <a:solidFill>
            <a:schemeClr val="accent1">
              <a:alpha val="50000"/>
            </a:schemeClr>
          </a:solidFill>
          <a:ln>
            <a:solidFill>
              <a:schemeClr val="tx1"/>
            </a:solidFill>
          </a:ln>
        </p:spPr>
        <p:txBody>
          <a:bodyPr tIns="182880" bIns="91440" rtlCol="0"/>
          <a:lstStyle>
            <a:lvl1pPr marL="0" indent="0">
              <a:lnSpc>
                <a:spcPct val="100000"/>
              </a:lnSpc>
              <a:spcBef>
                <a:spcPts val="0"/>
              </a:spcBef>
              <a:buNone/>
              <a:defRPr lang="vi-VN" sz="1600" spc="100" baseline="0"/>
            </a:lvl1pPr>
            <a:lvl2pPr marL="228600">
              <a:lnSpc>
                <a:spcPct val="100000"/>
              </a:lnSpc>
              <a:spcBef>
                <a:spcPts val="0"/>
              </a:spcBef>
              <a:defRPr lang="vi-VN" sz="1400" spc="100" baseline="0"/>
            </a:lvl2pPr>
            <a:lvl3pPr>
              <a:lnSpc>
                <a:spcPct val="100000"/>
              </a:lnSpc>
              <a:spcBef>
                <a:spcPts val="1000"/>
              </a:spcBef>
              <a:defRPr lang="vi-VN" sz="1200" spc="100" baseline="0"/>
            </a:lvl3pPr>
            <a:lvl4pPr>
              <a:lnSpc>
                <a:spcPct val="100000"/>
              </a:lnSpc>
              <a:spcBef>
                <a:spcPts val="1000"/>
              </a:spcBef>
              <a:defRPr lang="vi-VN" sz="1100" spc="100" baseline="0"/>
            </a:lvl4pPr>
            <a:lvl5pPr>
              <a:lnSpc>
                <a:spcPct val="100000"/>
              </a:lnSpc>
              <a:spcBef>
                <a:spcPts val="1000"/>
              </a:spcBef>
              <a:defRPr lang="vi-VN" sz="1100" spc="100" baseline="0"/>
            </a:lvl5pPr>
          </a:lstStyle>
          <a:p>
            <a:pPr lvl="0" rtl="0"/>
            <a:r>
              <a:rPr lang="vi-VN"/>
              <a:t>Bấm để chỉnh sửa kiểu văn bản Bản cái</a:t>
            </a:r>
          </a:p>
          <a:p>
            <a:pPr lvl="1" rtl="0"/>
            <a:r>
              <a:rPr lang="vi-VN"/>
              <a:t>Mức hai</a:t>
            </a:r>
          </a:p>
        </p:txBody>
      </p:sp>
      <p:sp>
        <p:nvSpPr>
          <p:cNvPr id="22" name="Chỗ dành sẵn cho Văn bản 4">
            <a:extLst>
              <a:ext uri="{FF2B5EF4-FFF2-40B4-BE49-F238E27FC236}">
                <a16:creationId xmlns:a16="http://schemas.microsoft.com/office/drawing/2014/main" id="{5FBC3880-98AC-466C-7AD1-FDC8B3958705}"/>
              </a:ext>
            </a:extLst>
          </p:cNvPr>
          <p:cNvSpPr>
            <a:spLocks noGrp="1"/>
          </p:cNvSpPr>
          <p:nvPr>
            <p:ph type="body" sz="quarter" idx="17"/>
          </p:nvPr>
        </p:nvSpPr>
        <p:spPr>
          <a:xfrm>
            <a:off x="9546336" y="2438400"/>
            <a:ext cx="2029968" cy="530352"/>
          </a:xfrm>
          <a:solidFill>
            <a:schemeClr val="tx1"/>
          </a:solidFill>
        </p:spPr>
        <p:txBody>
          <a:bodyPr rtlCol="0" anchor="ctr"/>
          <a:lstStyle>
            <a:lvl1pPr marL="0" indent="0" algn="ctr">
              <a:lnSpc>
                <a:spcPct val="100000"/>
              </a:lnSpc>
              <a:spcBef>
                <a:spcPts val="1000"/>
              </a:spcBef>
              <a:buNone/>
              <a:defRPr lang="vi-VN" sz="2000" b="1" cap="all" spc="200" baseline="0">
                <a:solidFill>
                  <a:schemeClr val="bg1"/>
                </a:solidFill>
                <a:latin typeface="+mj-lt"/>
              </a:defRPr>
            </a:lvl1pPr>
            <a:lvl2pPr marL="457200" indent="0">
              <a:buNone/>
              <a:defRPr lang="vi-VN" sz="2000" b="1"/>
            </a:lvl2pPr>
            <a:lvl3pPr marL="914400" indent="0">
              <a:buNone/>
              <a:defRPr lang="vi-VN" sz="1800" b="1"/>
            </a:lvl3pPr>
            <a:lvl4pPr marL="1371600" indent="0">
              <a:buNone/>
              <a:defRPr lang="vi-VN" sz="1600" b="1"/>
            </a:lvl4pPr>
            <a:lvl5pPr marL="1828800" indent="0">
              <a:buNone/>
              <a:defRPr lang="vi-VN" sz="1600" b="1"/>
            </a:lvl5pPr>
            <a:lvl6pPr marL="2286000" indent="0">
              <a:buNone/>
              <a:defRPr lang="vi-VN" sz="1600" b="1"/>
            </a:lvl6pPr>
            <a:lvl7pPr marL="2743200" indent="0">
              <a:buNone/>
              <a:defRPr lang="vi-VN" sz="1600" b="1"/>
            </a:lvl7pPr>
            <a:lvl8pPr marL="3200400" indent="0">
              <a:buNone/>
              <a:defRPr lang="vi-VN" sz="1600" b="1"/>
            </a:lvl8pPr>
            <a:lvl9pPr marL="3657600" indent="0">
              <a:buNone/>
              <a:defRPr lang="vi-VN" sz="1600" b="1"/>
            </a:lvl9pPr>
          </a:lstStyle>
          <a:p>
            <a:pPr lvl="0" rtl="0"/>
            <a:r>
              <a:rPr lang="vi-VN"/>
              <a:t>Bấm để chỉnh sửa kiểu văn bản Bản cái</a:t>
            </a:r>
          </a:p>
        </p:txBody>
      </p:sp>
      <p:sp>
        <p:nvSpPr>
          <p:cNvPr id="23" name="Chỗ dành sẵn cho Nội dung 5">
            <a:extLst>
              <a:ext uri="{FF2B5EF4-FFF2-40B4-BE49-F238E27FC236}">
                <a16:creationId xmlns:a16="http://schemas.microsoft.com/office/drawing/2014/main" id="{24965100-8EF5-0264-CEE5-BD5BF1901635}"/>
              </a:ext>
            </a:extLst>
          </p:cNvPr>
          <p:cNvSpPr>
            <a:spLocks noGrp="1"/>
          </p:cNvSpPr>
          <p:nvPr>
            <p:ph sz="quarter" idx="18"/>
          </p:nvPr>
        </p:nvSpPr>
        <p:spPr>
          <a:xfrm>
            <a:off x="9546336" y="3127248"/>
            <a:ext cx="2029968" cy="2514600"/>
          </a:xfrm>
          <a:solidFill>
            <a:schemeClr val="accent4">
              <a:lumMod val="20000"/>
              <a:lumOff val="80000"/>
              <a:alpha val="50000"/>
            </a:schemeClr>
          </a:solidFill>
          <a:ln>
            <a:solidFill>
              <a:schemeClr val="tx1"/>
            </a:solidFill>
          </a:ln>
        </p:spPr>
        <p:txBody>
          <a:bodyPr tIns="182880" bIns="91440" rtlCol="0"/>
          <a:lstStyle>
            <a:lvl1pPr marL="0" indent="0">
              <a:lnSpc>
                <a:spcPct val="100000"/>
              </a:lnSpc>
              <a:spcBef>
                <a:spcPts val="0"/>
              </a:spcBef>
              <a:buNone/>
              <a:defRPr lang="vi-VN" sz="1600" spc="100" baseline="0"/>
            </a:lvl1pPr>
            <a:lvl2pPr marL="228600">
              <a:lnSpc>
                <a:spcPct val="100000"/>
              </a:lnSpc>
              <a:spcBef>
                <a:spcPts val="0"/>
              </a:spcBef>
              <a:defRPr lang="vi-VN" sz="1400" spc="100" baseline="0"/>
            </a:lvl2pPr>
            <a:lvl3pPr>
              <a:lnSpc>
                <a:spcPct val="100000"/>
              </a:lnSpc>
              <a:spcBef>
                <a:spcPts val="1000"/>
              </a:spcBef>
              <a:defRPr lang="vi-VN" sz="1200" spc="100" baseline="0"/>
            </a:lvl3pPr>
            <a:lvl4pPr>
              <a:lnSpc>
                <a:spcPct val="100000"/>
              </a:lnSpc>
              <a:spcBef>
                <a:spcPts val="1000"/>
              </a:spcBef>
              <a:defRPr lang="vi-VN" sz="1100" spc="100" baseline="0"/>
            </a:lvl4pPr>
            <a:lvl5pPr>
              <a:lnSpc>
                <a:spcPct val="100000"/>
              </a:lnSpc>
              <a:spcBef>
                <a:spcPts val="1000"/>
              </a:spcBef>
              <a:defRPr lang="vi-VN" sz="1100" spc="100" baseline="0"/>
            </a:lvl5pPr>
          </a:lstStyle>
          <a:p>
            <a:pPr lvl="0" rtl="0"/>
            <a:r>
              <a:rPr lang="vi-VN"/>
              <a:t>Bấm để chỉnh sửa kiểu văn bản Bản cái</a:t>
            </a:r>
          </a:p>
          <a:p>
            <a:pPr lvl="1" rtl="0"/>
            <a:r>
              <a:rPr lang="vi-VN"/>
              <a:t>Mức hai</a:t>
            </a:r>
          </a:p>
        </p:txBody>
      </p:sp>
      <p:sp>
        <p:nvSpPr>
          <p:cNvPr id="8" name="Chỗ dành sẵn cho Chân trang 7">
            <a:extLst>
              <a:ext uri="{FF2B5EF4-FFF2-40B4-BE49-F238E27FC236}">
                <a16:creationId xmlns:a16="http://schemas.microsoft.com/office/drawing/2014/main" id="{3A51CCCC-1589-401D-AE98-FC28716301EF}"/>
              </a:ext>
            </a:extLst>
          </p:cNvPr>
          <p:cNvSpPr>
            <a:spLocks noGrp="1"/>
          </p:cNvSpPr>
          <p:nvPr>
            <p:ph type="ftr" sz="quarter" idx="11"/>
          </p:nvPr>
        </p:nvSpPr>
        <p:spPr>
          <a:xfrm>
            <a:off x="4038600" y="11575"/>
            <a:ext cx="4114800" cy="856526"/>
          </a:xfrm>
          <a:prstGeom prst="rect">
            <a:avLst/>
          </a:prstGeom>
        </p:spPr>
        <p:txBody>
          <a:bodyPr rtlCol="0"/>
          <a:lstStyle>
            <a:defPPr>
              <a:defRPr lang="vi-VN"/>
            </a:defPPr>
          </a:lstStyle>
          <a:p>
            <a:pPr rtl="0"/>
            <a:r>
              <a:rPr lang="vi-VN"/>
              <a:t>TIÊU ĐỀ BẢN TRÌNH BÀY</a:t>
            </a:r>
          </a:p>
        </p:txBody>
      </p:sp>
      <p:sp>
        <p:nvSpPr>
          <p:cNvPr id="9" name="Chỗ dành sẵn cho Số hiệu Bản chiếu 8">
            <a:extLst>
              <a:ext uri="{FF2B5EF4-FFF2-40B4-BE49-F238E27FC236}">
                <a16:creationId xmlns:a16="http://schemas.microsoft.com/office/drawing/2014/main" id="{285D9D7D-8D9A-473E-AF0D-EF1940D793C3}"/>
              </a:ext>
            </a:extLst>
          </p:cNvPr>
          <p:cNvSpPr>
            <a:spLocks noGrp="1"/>
          </p:cNvSpPr>
          <p:nvPr>
            <p:ph type="sldNum" sz="quarter" idx="12"/>
          </p:nvPr>
        </p:nvSpPr>
        <p:spPr>
          <a:xfrm>
            <a:off x="4038600" y="6006546"/>
            <a:ext cx="4114800" cy="851453"/>
          </a:xfrm>
          <a:prstGeom prst="rect">
            <a:avLst/>
          </a:prstGeom>
        </p:spPr>
        <p:txBody>
          <a:bodyPr rtlCol="0"/>
          <a:lstStyle>
            <a:defPPr>
              <a:defRPr lang="vi-VN"/>
            </a:defPPr>
          </a:lstStyle>
          <a:p>
            <a:pPr rtl="0"/>
            <a:fld id="{294A09A9-5501-47C1-A89A-A340965A2BE2}" type="slidenum">
              <a:rPr lang="vi-VN" smtClean="0"/>
              <a:t>‹#›</a:t>
            </a:fld>
            <a:endParaRPr lang="vi-VN" dirty="0"/>
          </a:p>
        </p:txBody>
      </p:sp>
      <p:cxnSp>
        <p:nvCxnSpPr>
          <p:cNvPr id="10" name="Đường nối Thẳng 9">
            <a:extLst>
              <a:ext uri="{FF2B5EF4-FFF2-40B4-BE49-F238E27FC236}">
                <a16:creationId xmlns:a16="http://schemas.microsoft.com/office/drawing/2014/main" id="{B7AC635D-0E01-2452-CC44-1DAE0F96DF63}"/>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Đường nối Thẳng 10">
            <a:extLst>
              <a:ext uri="{FF2B5EF4-FFF2-40B4-BE49-F238E27FC236}">
                <a16:creationId xmlns:a16="http://schemas.microsoft.com/office/drawing/2014/main" id="{A4ED63FD-A76F-FB56-8D44-31BD432133C5}"/>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8786538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Đường thời gian">
    <p:spTree>
      <p:nvGrpSpPr>
        <p:cNvPr id="1" name=""/>
        <p:cNvGrpSpPr/>
        <p:nvPr/>
      </p:nvGrpSpPr>
      <p:grpSpPr>
        <a:xfrm>
          <a:off x="0" y="0"/>
          <a:ext cx="0" cy="0"/>
          <a:chOff x="0" y="0"/>
          <a:chExt cx="0" cy="0"/>
        </a:xfrm>
      </p:grpSpPr>
      <p:pic>
        <p:nvPicPr>
          <p:cNvPr id="4" name="Hình ảnh 3">
            <a:extLst>
              <a:ext uri="{FF2B5EF4-FFF2-40B4-BE49-F238E27FC236}">
                <a16:creationId xmlns:a16="http://schemas.microsoft.com/office/drawing/2014/main" id="{40CC3D06-2435-B655-8AA5-11CCBBEF19D4}"/>
              </a:ext>
            </a:extLst>
          </p:cNvPr>
          <p:cNvPicPr>
            <a:picLocks noChangeAspect="1"/>
          </p:cNvPicPr>
          <p:nvPr userDrawn="1"/>
        </p:nvPicPr>
        <p:blipFill>
          <a:blip r:embed="rId2"/>
          <a:stretch>
            <a:fillRect/>
          </a:stretch>
        </p:blipFill>
        <p:spPr>
          <a:xfrm>
            <a:off x="8762234" y="0"/>
            <a:ext cx="3429766" cy="6821424"/>
          </a:xfrm>
          <a:prstGeom prst="rect">
            <a:avLst/>
          </a:prstGeom>
        </p:spPr>
      </p:pic>
      <p:sp>
        <p:nvSpPr>
          <p:cNvPr id="2" name="Tiêu đề 1">
            <a:extLst>
              <a:ext uri="{FF2B5EF4-FFF2-40B4-BE49-F238E27FC236}">
                <a16:creationId xmlns:a16="http://schemas.microsoft.com/office/drawing/2014/main" id="{5A0D1FF5-7EF8-4250-A259-43050ABBD3B6}"/>
              </a:ext>
            </a:extLst>
          </p:cNvPr>
          <p:cNvSpPr>
            <a:spLocks noGrp="1"/>
          </p:cNvSpPr>
          <p:nvPr>
            <p:ph type="title"/>
          </p:nvPr>
        </p:nvSpPr>
        <p:spPr>
          <a:xfrm>
            <a:off x="612648" y="868679"/>
            <a:ext cx="10972800" cy="1572768"/>
          </a:xfrm>
        </p:spPr>
        <p:txBody>
          <a:bodyPr lIns="91440" tIns="182880" rIns="91440" bIns="0" rtlCol="0"/>
          <a:lstStyle>
            <a:lvl1pPr algn="ctr">
              <a:lnSpc>
                <a:spcPct val="90000"/>
              </a:lnSpc>
              <a:defRPr lang="vi-VN" sz="4800" spc="400" baseline="0"/>
            </a:lvl1pPr>
          </a:lstStyle>
          <a:p>
            <a:pPr rtl="0"/>
            <a:r>
              <a:rPr lang="vi-VN"/>
              <a:t>Bấm để chỉnh sửa kiểu tiêu đề Bản cái</a:t>
            </a:r>
          </a:p>
        </p:txBody>
      </p:sp>
      <p:sp>
        <p:nvSpPr>
          <p:cNvPr id="34" name="Chỗ dành sẵn cho Văn bản 33">
            <a:extLst>
              <a:ext uri="{FF2B5EF4-FFF2-40B4-BE49-F238E27FC236}">
                <a16:creationId xmlns:a16="http://schemas.microsoft.com/office/drawing/2014/main" id="{5D1E9421-BC85-99CB-EB40-1863FA622747}"/>
              </a:ext>
            </a:extLst>
          </p:cNvPr>
          <p:cNvSpPr>
            <a:spLocks noGrp="1"/>
          </p:cNvSpPr>
          <p:nvPr>
            <p:ph type="body" sz="quarter" idx="13" hasCustomPrompt="1"/>
          </p:nvPr>
        </p:nvSpPr>
        <p:spPr>
          <a:xfrm rot="16200000">
            <a:off x="-25907" y="3072704"/>
            <a:ext cx="1783080" cy="512064"/>
          </a:xfrm>
          <a:solidFill>
            <a:schemeClr val="accent1"/>
          </a:solidFill>
        </p:spPr>
        <p:txBody>
          <a:bodyPr rtlCol="0" anchor="ctr"/>
          <a:lstStyle>
            <a:lvl1pPr marL="0" indent="0" algn="ctr">
              <a:lnSpc>
                <a:spcPct val="100000"/>
              </a:lnSpc>
              <a:spcBef>
                <a:spcPts val="0"/>
              </a:spcBef>
              <a:buNone/>
              <a:defRPr lang="vi-VN" sz="2000" b="1" cap="all" spc="200" baseline="0"/>
            </a:lvl1pPr>
          </a:lstStyle>
          <a:p>
            <a:pPr lvl="0" rtl="0"/>
            <a:r>
              <a:rPr lang="vi-VN"/>
              <a:t>MMM YYYY</a:t>
            </a:r>
          </a:p>
        </p:txBody>
      </p:sp>
      <p:sp>
        <p:nvSpPr>
          <p:cNvPr id="41" name="Chỗ dành sẵn cho Văn bản 40">
            <a:extLst>
              <a:ext uri="{FF2B5EF4-FFF2-40B4-BE49-F238E27FC236}">
                <a16:creationId xmlns:a16="http://schemas.microsoft.com/office/drawing/2014/main" id="{47BABAF8-5220-1E24-CE43-927FCCA269AE}"/>
              </a:ext>
            </a:extLst>
          </p:cNvPr>
          <p:cNvSpPr>
            <a:spLocks noGrp="1"/>
          </p:cNvSpPr>
          <p:nvPr>
            <p:ph type="body" sz="quarter" idx="18"/>
          </p:nvPr>
        </p:nvSpPr>
        <p:spPr>
          <a:xfrm>
            <a:off x="1146218" y="2432434"/>
            <a:ext cx="1644986" cy="1783080"/>
          </a:xfrm>
        </p:spPr>
        <p:txBody>
          <a:bodyPr lIns="91440" tIns="0" rIns="0" bIns="0" rtlCol="0" anchor="ctr"/>
          <a:lstStyle>
            <a:lvl1pPr marL="0" indent="0">
              <a:lnSpc>
                <a:spcPct val="100000"/>
              </a:lnSpc>
              <a:spcBef>
                <a:spcPts val="0"/>
              </a:spcBef>
              <a:buNone/>
              <a:defRPr lang="vi-VN" sz="1600" spc="100" baseline="0"/>
            </a:lvl1pPr>
          </a:lstStyle>
          <a:p>
            <a:pPr lvl="0" rtl="0"/>
            <a:r>
              <a:rPr lang="vi-VN"/>
              <a:t>Bấm để chỉnh sửa kiểu văn bản Bản cái</a:t>
            </a:r>
          </a:p>
        </p:txBody>
      </p:sp>
      <p:sp>
        <p:nvSpPr>
          <p:cNvPr id="38" name="Chỗ dành sẵn cho Văn bản 33">
            <a:extLst>
              <a:ext uri="{FF2B5EF4-FFF2-40B4-BE49-F238E27FC236}">
                <a16:creationId xmlns:a16="http://schemas.microsoft.com/office/drawing/2014/main" id="{F1D095F8-4552-1F88-C37B-99775B68ACCE}"/>
              </a:ext>
            </a:extLst>
          </p:cNvPr>
          <p:cNvSpPr>
            <a:spLocks noGrp="1"/>
          </p:cNvSpPr>
          <p:nvPr>
            <p:ph type="body" sz="quarter" idx="16" hasCustomPrompt="1"/>
          </p:nvPr>
        </p:nvSpPr>
        <p:spPr>
          <a:xfrm rot="16200000">
            <a:off x="2196136" y="4517644"/>
            <a:ext cx="1783080" cy="512064"/>
          </a:xfrm>
          <a:solidFill>
            <a:schemeClr val="accent2"/>
          </a:solidFill>
        </p:spPr>
        <p:txBody>
          <a:bodyPr rtlCol="0" anchor="ctr"/>
          <a:lstStyle>
            <a:lvl1pPr marL="0" indent="0" algn="ctr">
              <a:lnSpc>
                <a:spcPct val="100000"/>
              </a:lnSpc>
              <a:spcBef>
                <a:spcPts val="0"/>
              </a:spcBef>
              <a:buNone/>
              <a:defRPr lang="vi-VN" sz="2000" b="1" cap="all" spc="200" baseline="0"/>
            </a:lvl1pPr>
          </a:lstStyle>
          <a:p>
            <a:pPr lvl="0" rtl="0"/>
            <a:r>
              <a:rPr lang="vi-VN"/>
              <a:t>MMM YYYY</a:t>
            </a:r>
          </a:p>
        </p:txBody>
      </p:sp>
      <p:sp>
        <p:nvSpPr>
          <p:cNvPr id="48" name="Chỗ dành sẵn cho Văn bản 40">
            <a:extLst>
              <a:ext uri="{FF2B5EF4-FFF2-40B4-BE49-F238E27FC236}">
                <a16:creationId xmlns:a16="http://schemas.microsoft.com/office/drawing/2014/main" id="{4C4BFA3E-7B57-DCDD-4EA6-16C64A3756BF}"/>
              </a:ext>
            </a:extLst>
          </p:cNvPr>
          <p:cNvSpPr>
            <a:spLocks noGrp="1"/>
          </p:cNvSpPr>
          <p:nvPr>
            <p:ph type="body" sz="quarter" idx="22"/>
          </p:nvPr>
        </p:nvSpPr>
        <p:spPr>
          <a:xfrm>
            <a:off x="3383307" y="3882136"/>
            <a:ext cx="1644986" cy="1783080"/>
          </a:xfrm>
        </p:spPr>
        <p:txBody>
          <a:bodyPr lIns="91440" tIns="0" rIns="0" bIns="0" rtlCol="0" anchor="ctr"/>
          <a:lstStyle>
            <a:lvl1pPr marL="0" indent="0">
              <a:lnSpc>
                <a:spcPct val="100000"/>
              </a:lnSpc>
              <a:spcBef>
                <a:spcPts val="0"/>
              </a:spcBef>
              <a:buNone/>
              <a:defRPr lang="vi-VN" sz="1600" spc="100" baseline="0"/>
            </a:lvl1pPr>
          </a:lstStyle>
          <a:p>
            <a:pPr lvl="0" rtl="0"/>
            <a:r>
              <a:rPr lang="vi-VN"/>
              <a:t>Bấm để chỉnh sửa kiểu văn bản Bản cái</a:t>
            </a:r>
          </a:p>
        </p:txBody>
      </p:sp>
      <p:sp>
        <p:nvSpPr>
          <p:cNvPr id="35" name="Chỗ dành sẵn cho Văn bản 33">
            <a:extLst>
              <a:ext uri="{FF2B5EF4-FFF2-40B4-BE49-F238E27FC236}">
                <a16:creationId xmlns:a16="http://schemas.microsoft.com/office/drawing/2014/main" id="{C65BF0DD-74C0-E055-CCAC-600751F51727}"/>
              </a:ext>
            </a:extLst>
          </p:cNvPr>
          <p:cNvSpPr>
            <a:spLocks noGrp="1"/>
          </p:cNvSpPr>
          <p:nvPr>
            <p:ph type="body" sz="quarter" idx="14" hasCustomPrompt="1"/>
          </p:nvPr>
        </p:nvSpPr>
        <p:spPr>
          <a:xfrm rot="16200000">
            <a:off x="4418179" y="3067943"/>
            <a:ext cx="1783080" cy="512064"/>
          </a:xfrm>
          <a:solidFill>
            <a:schemeClr val="accent3"/>
          </a:solidFill>
        </p:spPr>
        <p:txBody>
          <a:bodyPr rtlCol="0" anchor="ctr"/>
          <a:lstStyle>
            <a:lvl1pPr marL="0" indent="0" algn="ctr">
              <a:lnSpc>
                <a:spcPct val="100000"/>
              </a:lnSpc>
              <a:spcBef>
                <a:spcPts val="0"/>
              </a:spcBef>
              <a:buNone/>
              <a:defRPr lang="vi-VN" sz="2000" b="1" cap="all" spc="200" baseline="0"/>
            </a:lvl1pPr>
          </a:lstStyle>
          <a:p>
            <a:pPr lvl="0" rtl="0"/>
            <a:r>
              <a:rPr lang="vi-VN"/>
              <a:t>MMM YYYY</a:t>
            </a:r>
          </a:p>
        </p:txBody>
      </p:sp>
      <p:sp>
        <p:nvSpPr>
          <p:cNvPr id="44" name="Chỗ dành sẵn cho Văn bản 40">
            <a:extLst>
              <a:ext uri="{FF2B5EF4-FFF2-40B4-BE49-F238E27FC236}">
                <a16:creationId xmlns:a16="http://schemas.microsoft.com/office/drawing/2014/main" id="{25927394-D1A0-C084-C689-F7A4EEE924CB}"/>
              </a:ext>
            </a:extLst>
          </p:cNvPr>
          <p:cNvSpPr>
            <a:spLocks noGrp="1"/>
          </p:cNvSpPr>
          <p:nvPr>
            <p:ph type="body" sz="quarter" idx="19"/>
          </p:nvPr>
        </p:nvSpPr>
        <p:spPr>
          <a:xfrm>
            <a:off x="5589586" y="2432435"/>
            <a:ext cx="1644986" cy="1783080"/>
          </a:xfrm>
        </p:spPr>
        <p:txBody>
          <a:bodyPr lIns="91440" tIns="0" rIns="0" bIns="0" rtlCol="0" anchor="ctr"/>
          <a:lstStyle>
            <a:lvl1pPr marL="0" indent="0">
              <a:lnSpc>
                <a:spcPct val="100000"/>
              </a:lnSpc>
              <a:spcBef>
                <a:spcPts val="0"/>
              </a:spcBef>
              <a:buNone/>
              <a:defRPr lang="vi-VN" sz="1600" spc="100" baseline="0"/>
            </a:lvl1pPr>
          </a:lstStyle>
          <a:p>
            <a:pPr lvl="0" rtl="0"/>
            <a:r>
              <a:rPr lang="vi-VN"/>
              <a:t>Bấm để chỉnh sửa kiểu văn bản Bản cái</a:t>
            </a:r>
          </a:p>
        </p:txBody>
      </p:sp>
      <p:sp>
        <p:nvSpPr>
          <p:cNvPr id="39" name="Chỗ dành sẵn cho Văn bản 33">
            <a:extLst>
              <a:ext uri="{FF2B5EF4-FFF2-40B4-BE49-F238E27FC236}">
                <a16:creationId xmlns:a16="http://schemas.microsoft.com/office/drawing/2014/main" id="{08F0F1F2-0D4E-95EA-349B-D734163FD55B}"/>
              </a:ext>
            </a:extLst>
          </p:cNvPr>
          <p:cNvSpPr>
            <a:spLocks noGrp="1"/>
          </p:cNvSpPr>
          <p:nvPr>
            <p:ph type="body" sz="quarter" idx="17" hasCustomPrompt="1"/>
          </p:nvPr>
        </p:nvSpPr>
        <p:spPr>
          <a:xfrm rot="16200000">
            <a:off x="6640222" y="4517644"/>
            <a:ext cx="1783080" cy="512064"/>
          </a:xfrm>
          <a:solidFill>
            <a:schemeClr val="accent4"/>
          </a:solidFill>
        </p:spPr>
        <p:txBody>
          <a:bodyPr rtlCol="0" anchor="ctr"/>
          <a:lstStyle>
            <a:lvl1pPr marL="0" indent="0" algn="ctr">
              <a:lnSpc>
                <a:spcPct val="100000"/>
              </a:lnSpc>
              <a:spcBef>
                <a:spcPts val="0"/>
              </a:spcBef>
              <a:buNone/>
              <a:defRPr lang="vi-VN" sz="2000" b="1" cap="all" spc="200" baseline="0"/>
            </a:lvl1pPr>
          </a:lstStyle>
          <a:p>
            <a:pPr lvl="0" rtl="0"/>
            <a:r>
              <a:rPr lang="vi-VN"/>
              <a:t>MMM YYYY</a:t>
            </a:r>
          </a:p>
        </p:txBody>
      </p:sp>
      <p:sp>
        <p:nvSpPr>
          <p:cNvPr id="46" name="Chỗ dành sẵn cho Văn bản 40">
            <a:extLst>
              <a:ext uri="{FF2B5EF4-FFF2-40B4-BE49-F238E27FC236}">
                <a16:creationId xmlns:a16="http://schemas.microsoft.com/office/drawing/2014/main" id="{B322E7EB-0174-5A8C-5BE3-F501B5670FAD}"/>
              </a:ext>
            </a:extLst>
          </p:cNvPr>
          <p:cNvSpPr>
            <a:spLocks noGrp="1"/>
          </p:cNvSpPr>
          <p:nvPr>
            <p:ph type="body" sz="quarter" idx="21"/>
          </p:nvPr>
        </p:nvSpPr>
        <p:spPr>
          <a:xfrm>
            <a:off x="7827392" y="3882136"/>
            <a:ext cx="1644986" cy="1783080"/>
          </a:xfrm>
        </p:spPr>
        <p:txBody>
          <a:bodyPr lIns="91440" tIns="0" rIns="0" bIns="0" rtlCol="0" anchor="ctr"/>
          <a:lstStyle>
            <a:lvl1pPr marL="0" indent="0">
              <a:lnSpc>
                <a:spcPct val="100000"/>
              </a:lnSpc>
              <a:spcBef>
                <a:spcPts val="0"/>
              </a:spcBef>
              <a:buNone/>
              <a:defRPr lang="vi-VN" sz="1600" spc="100" baseline="0"/>
            </a:lvl1pPr>
          </a:lstStyle>
          <a:p>
            <a:pPr lvl="0" rtl="0"/>
            <a:r>
              <a:rPr lang="vi-VN"/>
              <a:t>Bấm để chỉnh sửa kiểu văn bản Bản cái</a:t>
            </a:r>
          </a:p>
        </p:txBody>
      </p:sp>
      <p:sp>
        <p:nvSpPr>
          <p:cNvPr id="36" name="Chỗ dành sẵn cho Văn bản 33">
            <a:extLst>
              <a:ext uri="{FF2B5EF4-FFF2-40B4-BE49-F238E27FC236}">
                <a16:creationId xmlns:a16="http://schemas.microsoft.com/office/drawing/2014/main" id="{36C15449-A445-41A6-EAD9-37446450CC14}"/>
              </a:ext>
            </a:extLst>
          </p:cNvPr>
          <p:cNvSpPr>
            <a:spLocks noGrp="1"/>
          </p:cNvSpPr>
          <p:nvPr>
            <p:ph type="body" sz="quarter" idx="15" hasCustomPrompt="1"/>
          </p:nvPr>
        </p:nvSpPr>
        <p:spPr>
          <a:xfrm rot="16200000">
            <a:off x="8862264" y="3072704"/>
            <a:ext cx="1783080" cy="512064"/>
          </a:xfrm>
          <a:solidFill>
            <a:schemeClr val="accent5"/>
          </a:solidFill>
        </p:spPr>
        <p:txBody>
          <a:bodyPr rtlCol="0" anchor="ctr"/>
          <a:lstStyle>
            <a:lvl1pPr marL="0" indent="0" algn="ctr">
              <a:lnSpc>
                <a:spcPct val="100000"/>
              </a:lnSpc>
              <a:spcBef>
                <a:spcPts val="0"/>
              </a:spcBef>
              <a:buNone/>
              <a:defRPr lang="vi-VN" sz="2000" b="1" cap="all" spc="200" baseline="0"/>
            </a:lvl1pPr>
          </a:lstStyle>
          <a:p>
            <a:pPr lvl="0" rtl="0"/>
            <a:r>
              <a:rPr lang="vi-VN"/>
              <a:t>MMM YYYY</a:t>
            </a:r>
          </a:p>
        </p:txBody>
      </p:sp>
      <p:sp>
        <p:nvSpPr>
          <p:cNvPr id="45" name="Chỗ dành sẵn cho Văn bản 40">
            <a:extLst>
              <a:ext uri="{FF2B5EF4-FFF2-40B4-BE49-F238E27FC236}">
                <a16:creationId xmlns:a16="http://schemas.microsoft.com/office/drawing/2014/main" id="{E6B7327B-EA3B-790D-AB08-0ED1D2FB401B}"/>
              </a:ext>
            </a:extLst>
          </p:cNvPr>
          <p:cNvSpPr>
            <a:spLocks noGrp="1"/>
          </p:cNvSpPr>
          <p:nvPr>
            <p:ph type="body" sz="quarter" idx="20"/>
          </p:nvPr>
        </p:nvSpPr>
        <p:spPr>
          <a:xfrm>
            <a:off x="10035230" y="2437196"/>
            <a:ext cx="1796654" cy="1783080"/>
          </a:xfrm>
        </p:spPr>
        <p:txBody>
          <a:bodyPr lIns="91440" tIns="0" rIns="0" bIns="0" rtlCol="0" anchor="ctr"/>
          <a:lstStyle>
            <a:lvl1pPr marL="0" indent="0">
              <a:lnSpc>
                <a:spcPct val="100000"/>
              </a:lnSpc>
              <a:spcBef>
                <a:spcPts val="0"/>
              </a:spcBef>
              <a:buNone/>
              <a:defRPr lang="vi-VN" sz="1600" spc="100" baseline="0"/>
            </a:lvl1pPr>
          </a:lstStyle>
          <a:p>
            <a:pPr lvl="0" rtl="0"/>
            <a:r>
              <a:rPr lang="vi-VN"/>
              <a:t>Bấm để chỉnh sửa kiểu văn bản Bản cái</a:t>
            </a:r>
          </a:p>
        </p:txBody>
      </p:sp>
      <p:sp>
        <p:nvSpPr>
          <p:cNvPr id="8" name="Chỗ dành sẵn cho Chân trang 7">
            <a:extLst>
              <a:ext uri="{FF2B5EF4-FFF2-40B4-BE49-F238E27FC236}">
                <a16:creationId xmlns:a16="http://schemas.microsoft.com/office/drawing/2014/main" id="{3A51CCCC-1589-401D-AE98-FC28716301EF}"/>
              </a:ext>
            </a:extLst>
          </p:cNvPr>
          <p:cNvSpPr>
            <a:spLocks noGrp="1"/>
          </p:cNvSpPr>
          <p:nvPr>
            <p:ph type="ftr" sz="quarter" idx="11"/>
          </p:nvPr>
        </p:nvSpPr>
        <p:spPr>
          <a:xfrm>
            <a:off x="4038600" y="11575"/>
            <a:ext cx="4114800" cy="856526"/>
          </a:xfrm>
          <a:prstGeom prst="rect">
            <a:avLst/>
          </a:prstGeom>
        </p:spPr>
        <p:txBody>
          <a:bodyPr rtlCol="0"/>
          <a:lstStyle>
            <a:defPPr>
              <a:defRPr lang="vi-VN"/>
            </a:defPPr>
          </a:lstStyle>
          <a:p>
            <a:pPr rtl="0"/>
            <a:r>
              <a:rPr lang="vi-VN"/>
              <a:t>TIÊU ĐỀ BẢN TRÌNH BÀY</a:t>
            </a:r>
          </a:p>
        </p:txBody>
      </p:sp>
      <p:sp>
        <p:nvSpPr>
          <p:cNvPr id="9" name="Chỗ dành sẵn cho Số hiệu Bản chiếu 8">
            <a:extLst>
              <a:ext uri="{FF2B5EF4-FFF2-40B4-BE49-F238E27FC236}">
                <a16:creationId xmlns:a16="http://schemas.microsoft.com/office/drawing/2014/main" id="{285D9D7D-8D9A-473E-AF0D-EF1940D793C3}"/>
              </a:ext>
            </a:extLst>
          </p:cNvPr>
          <p:cNvSpPr>
            <a:spLocks noGrp="1"/>
          </p:cNvSpPr>
          <p:nvPr>
            <p:ph type="sldNum" sz="quarter" idx="12"/>
          </p:nvPr>
        </p:nvSpPr>
        <p:spPr>
          <a:xfrm>
            <a:off x="4038600" y="6006546"/>
            <a:ext cx="4114800" cy="851453"/>
          </a:xfrm>
          <a:prstGeom prst="rect">
            <a:avLst/>
          </a:prstGeom>
        </p:spPr>
        <p:txBody>
          <a:bodyPr rtlCol="0"/>
          <a:lstStyle>
            <a:defPPr>
              <a:defRPr lang="vi-VN"/>
            </a:defPPr>
          </a:lstStyle>
          <a:p>
            <a:pPr rtl="0"/>
            <a:fld id="{294A09A9-5501-47C1-A89A-A340965A2BE2}" type="slidenum">
              <a:rPr lang="vi-VN" smtClean="0"/>
              <a:t>‹#›</a:t>
            </a:fld>
            <a:endParaRPr lang="vi-VN" dirty="0"/>
          </a:p>
        </p:txBody>
      </p:sp>
      <p:cxnSp>
        <p:nvCxnSpPr>
          <p:cNvPr id="10" name="Đường nối Thẳng 9">
            <a:extLst>
              <a:ext uri="{FF2B5EF4-FFF2-40B4-BE49-F238E27FC236}">
                <a16:creationId xmlns:a16="http://schemas.microsoft.com/office/drawing/2014/main" id="{B7AC635D-0E01-2452-CC44-1DAE0F96DF63}"/>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Đường nối Thẳng 10">
            <a:extLst>
              <a:ext uri="{FF2B5EF4-FFF2-40B4-BE49-F238E27FC236}">
                <a16:creationId xmlns:a16="http://schemas.microsoft.com/office/drawing/2014/main" id="{A4ED63FD-A76F-FB56-8D44-31BD432133C5}"/>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221201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Hai nội dung">
    <p:spTree>
      <p:nvGrpSpPr>
        <p:cNvPr id="1" name=""/>
        <p:cNvGrpSpPr/>
        <p:nvPr/>
      </p:nvGrpSpPr>
      <p:grpSpPr>
        <a:xfrm>
          <a:off x="0" y="0"/>
          <a:ext cx="0" cy="0"/>
          <a:chOff x="0" y="0"/>
          <a:chExt cx="0" cy="0"/>
        </a:xfrm>
      </p:grpSpPr>
      <p:pic>
        <p:nvPicPr>
          <p:cNvPr id="13" name="Hình ảnh 12">
            <a:extLst>
              <a:ext uri="{FF2B5EF4-FFF2-40B4-BE49-F238E27FC236}">
                <a16:creationId xmlns:a16="http://schemas.microsoft.com/office/drawing/2014/main" id="{9070F102-837A-486A-0CD4-E957B66B872C}"/>
              </a:ext>
            </a:extLst>
          </p:cNvPr>
          <p:cNvPicPr>
            <a:picLocks noChangeAspect="1"/>
          </p:cNvPicPr>
          <p:nvPr userDrawn="1"/>
        </p:nvPicPr>
        <p:blipFill>
          <a:blip r:embed="rId2"/>
          <a:stretch>
            <a:fillRect/>
          </a:stretch>
        </p:blipFill>
        <p:spPr>
          <a:xfrm>
            <a:off x="0" y="3931920"/>
            <a:ext cx="5470497" cy="2926080"/>
          </a:xfrm>
          <a:prstGeom prst="rect">
            <a:avLst/>
          </a:prstGeom>
        </p:spPr>
      </p:pic>
      <p:pic>
        <p:nvPicPr>
          <p:cNvPr id="16" name="Hình ảnh 15">
            <a:extLst>
              <a:ext uri="{FF2B5EF4-FFF2-40B4-BE49-F238E27FC236}">
                <a16:creationId xmlns:a16="http://schemas.microsoft.com/office/drawing/2014/main" id="{519FAF77-1797-C11F-A1A9-B351E30B37C2}"/>
              </a:ext>
            </a:extLst>
          </p:cNvPr>
          <p:cNvPicPr>
            <a:picLocks noChangeAspect="1"/>
          </p:cNvPicPr>
          <p:nvPr userDrawn="1"/>
        </p:nvPicPr>
        <p:blipFill>
          <a:blip r:embed="rId3"/>
          <a:stretch>
            <a:fillRect/>
          </a:stretch>
        </p:blipFill>
        <p:spPr>
          <a:xfrm>
            <a:off x="7208215" y="0"/>
            <a:ext cx="4983785" cy="2276856"/>
          </a:xfrm>
          <a:prstGeom prst="rect">
            <a:avLst/>
          </a:prstGeom>
        </p:spPr>
      </p:pic>
      <p:sp>
        <p:nvSpPr>
          <p:cNvPr id="2" name="Tiêu đề 1">
            <a:extLst>
              <a:ext uri="{FF2B5EF4-FFF2-40B4-BE49-F238E27FC236}">
                <a16:creationId xmlns:a16="http://schemas.microsoft.com/office/drawing/2014/main" id="{5A0D1FF5-7EF8-4250-A259-43050ABBD3B6}"/>
              </a:ext>
            </a:extLst>
          </p:cNvPr>
          <p:cNvSpPr>
            <a:spLocks noGrp="1"/>
          </p:cNvSpPr>
          <p:nvPr>
            <p:ph type="title"/>
          </p:nvPr>
        </p:nvSpPr>
        <p:spPr>
          <a:xfrm>
            <a:off x="612648" y="868679"/>
            <a:ext cx="10972800" cy="1572768"/>
          </a:xfrm>
        </p:spPr>
        <p:txBody>
          <a:bodyPr lIns="91440" tIns="182880" rIns="91440" bIns="0" rtlCol="0"/>
          <a:lstStyle>
            <a:lvl1pPr algn="ctr">
              <a:lnSpc>
                <a:spcPct val="90000"/>
              </a:lnSpc>
              <a:defRPr lang="vi-VN" sz="4800" spc="400" baseline="0"/>
            </a:lvl1pPr>
          </a:lstStyle>
          <a:p>
            <a:pPr rtl="0"/>
            <a:r>
              <a:rPr lang="vi-VN"/>
              <a:t>Bấm để chỉnh sửa kiểu tiêu đề Bản cái</a:t>
            </a:r>
          </a:p>
        </p:txBody>
      </p:sp>
      <p:sp>
        <p:nvSpPr>
          <p:cNvPr id="3" name="Chỗ dành sẵn cho Văn bản 2">
            <a:extLst>
              <a:ext uri="{FF2B5EF4-FFF2-40B4-BE49-F238E27FC236}">
                <a16:creationId xmlns:a16="http://schemas.microsoft.com/office/drawing/2014/main" id="{673DC3A9-D4E6-42CF-91A8-F267C7C66CCB}"/>
              </a:ext>
            </a:extLst>
          </p:cNvPr>
          <p:cNvSpPr>
            <a:spLocks noGrp="1"/>
          </p:cNvSpPr>
          <p:nvPr>
            <p:ph type="body" idx="1"/>
          </p:nvPr>
        </p:nvSpPr>
        <p:spPr>
          <a:xfrm>
            <a:off x="612648" y="2438400"/>
            <a:ext cx="5157787" cy="365760"/>
          </a:xfrm>
        </p:spPr>
        <p:txBody>
          <a:bodyPr rtlCol="0" anchor="t"/>
          <a:lstStyle>
            <a:lvl1pPr marL="0" indent="0">
              <a:lnSpc>
                <a:spcPct val="100000"/>
              </a:lnSpc>
              <a:spcBef>
                <a:spcPts val="1000"/>
              </a:spcBef>
              <a:buNone/>
              <a:defRPr lang="vi-VN" sz="2000" b="1" cap="all" spc="200" baseline="0">
                <a:latin typeface="+mj-lt"/>
              </a:defRPr>
            </a:lvl1pPr>
            <a:lvl2pPr marL="457200" indent="0">
              <a:buNone/>
              <a:defRPr lang="vi-VN" sz="2000" b="1"/>
            </a:lvl2pPr>
            <a:lvl3pPr marL="914400" indent="0">
              <a:buNone/>
              <a:defRPr lang="vi-VN" sz="1800" b="1"/>
            </a:lvl3pPr>
            <a:lvl4pPr marL="1371600" indent="0">
              <a:buNone/>
              <a:defRPr lang="vi-VN" sz="1600" b="1"/>
            </a:lvl4pPr>
            <a:lvl5pPr marL="1828800" indent="0">
              <a:buNone/>
              <a:defRPr lang="vi-VN" sz="1600" b="1"/>
            </a:lvl5pPr>
            <a:lvl6pPr marL="2286000" indent="0">
              <a:buNone/>
              <a:defRPr lang="vi-VN" sz="1600" b="1"/>
            </a:lvl6pPr>
            <a:lvl7pPr marL="2743200" indent="0">
              <a:buNone/>
              <a:defRPr lang="vi-VN" sz="1600" b="1"/>
            </a:lvl7pPr>
            <a:lvl8pPr marL="3200400" indent="0">
              <a:buNone/>
              <a:defRPr lang="vi-VN" sz="1600" b="1"/>
            </a:lvl8pPr>
            <a:lvl9pPr marL="3657600" indent="0">
              <a:buNone/>
              <a:defRPr lang="vi-VN" sz="1600" b="1"/>
            </a:lvl9pPr>
          </a:lstStyle>
          <a:p>
            <a:pPr lvl="0" rtl="0"/>
            <a:r>
              <a:rPr lang="vi-VN"/>
              <a:t>Bấm để chỉnh sửa kiểu văn bản Bản cái</a:t>
            </a:r>
          </a:p>
        </p:txBody>
      </p:sp>
      <p:sp>
        <p:nvSpPr>
          <p:cNvPr id="4" name="Chỗ dành sẵn cho Nội dung 3">
            <a:extLst>
              <a:ext uri="{FF2B5EF4-FFF2-40B4-BE49-F238E27FC236}">
                <a16:creationId xmlns:a16="http://schemas.microsoft.com/office/drawing/2014/main" id="{C752CCA9-53A3-4DA5-AD45-C2A2C12A3A6A}"/>
              </a:ext>
            </a:extLst>
          </p:cNvPr>
          <p:cNvSpPr>
            <a:spLocks noGrp="1"/>
          </p:cNvSpPr>
          <p:nvPr>
            <p:ph sz="half" idx="2"/>
          </p:nvPr>
        </p:nvSpPr>
        <p:spPr>
          <a:xfrm>
            <a:off x="612648" y="2871216"/>
            <a:ext cx="5157787" cy="3247462"/>
          </a:xfrm>
        </p:spPr>
        <p:txBody>
          <a:bodyPr rtlCol="0"/>
          <a:lstStyle>
            <a:lvl1pPr>
              <a:lnSpc>
                <a:spcPct val="100000"/>
              </a:lnSpc>
              <a:spcBef>
                <a:spcPts val="1000"/>
              </a:spcBef>
              <a:defRPr lang="vi-VN" sz="1600" spc="100" baseline="0"/>
            </a:lvl1pPr>
            <a:lvl2pPr>
              <a:lnSpc>
                <a:spcPct val="100000"/>
              </a:lnSpc>
              <a:spcBef>
                <a:spcPts val="1000"/>
              </a:spcBef>
              <a:defRPr lang="vi-VN" sz="1400" spc="100" baseline="0"/>
            </a:lvl2pPr>
            <a:lvl3pPr>
              <a:lnSpc>
                <a:spcPct val="100000"/>
              </a:lnSpc>
              <a:spcBef>
                <a:spcPts val="1000"/>
              </a:spcBef>
              <a:defRPr lang="vi-VN" sz="1200" spc="100" baseline="0"/>
            </a:lvl3pPr>
            <a:lvl4pPr>
              <a:lnSpc>
                <a:spcPct val="100000"/>
              </a:lnSpc>
              <a:spcBef>
                <a:spcPts val="1000"/>
              </a:spcBef>
              <a:defRPr lang="vi-VN" sz="1100" spc="100" baseline="0"/>
            </a:lvl4pPr>
            <a:lvl5pPr>
              <a:lnSpc>
                <a:spcPct val="100000"/>
              </a:lnSpc>
              <a:spcBef>
                <a:spcPts val="1000"/>
              </a:spcBef>
              <a:defRPr lang="vi-VN" sz="1100" spc="100" baseline="0"/>
            </a:lvl5pPr>
          </a:lstStyle>
          <a:p>
            <a:pPr lvl="0" rtl="0"/>
            <a:r>
              <a:rPr lang="vi-VN"/>
              <a:t>Bấm để chỉnh sửa kiểu văn bản Bản cái</a:t>
            </a:r>
          </a:p>
          <a:p>
            <a:pPr lvl="1" rtl="0"/>
            <a:r>
              <a:rPr lang="vi-VN"/>
              <a:t>Mức hai</a:t>
            </a:r>
          </a:p>
          <a:p>
            <a:pPr lvl="2" rtl="0"/>
            <a:r>
              <a:rPr lang="vi-VN"/>
              <a:t>Mức ba</a:t>
            </a:r>
          </a:p>
          <a:p>
            <a:pPr lvl="3" rtl="0"/>
            <a:r>
              <a:rPr lang="vi-VN"/>
              <a:t>Mức bốn</a:t>
            </a:r>
          </a:p>
          <a:p>
            <a:pPr lvl="4" rtl="0"/>
            <a:r>
              <a:rPr lang="vi-VN"/>
              <a:t>Mức năm</a:t>
            </a:r>
          </a:p>
        </p:txBody>
      </p:sp>
      <p:sp>
        <p:nvSpPr>
          <p:cNvPr id="5" name="Chỗ dành sẵn cho Văn bản 4">
            <a:extLst>
              <a:ext uri="{FF2B5EF4-FFF2-40B4-BE49-F238E27FC236}">
                <a16:creationId xmlns:a16="http://schemas.microsoft.com/office/drawing/2014/main" id="{2100C9C6-BD61-4D2C-9146-FB785BAE4FF3}"/>
              </a:ext>
            </a:extLst>
          </p:cNvPr>
          <p:cNvSpPr>
            <a:spLocks noGrp="1"/>
          </p:cNvSpPr>
          <p:nvPr>
            <p:ph type="body" sz="quarter" idx="3"/>
          </p:nvPr>
        </p:nvSpPr>
        <p:spPr>
          <a:xfrm>
            <a:off x="6400800" y="2438400"/>
            <a:ext cx="5183188" cy="365760"/>
          </a:xfrm>
        </p:spPr>
        <p:txBody>
          <a:bodyPr rtlCol="0" anchor="t"/>
          <a:lstStyle>
            <a:lvl1pPr marL="0" indent="0">
              <a:lnSpc>
                <a:spcPct val="100000"/>
              </a:lnSpc>
              <a:spcBef>
                <a:spcPts val="1000"/>
              </a:spcBef>
              <a:buNone/>
              <a:defRPr lang="vi-VN" sz="2000" b="1" cap="all" spc="200" baseline="0">
                <a:latin typeface="+mj-lt"/>
              </a:defRPr>
            </a:lvl1pPr>
            <a:lvl2pPr marL="457200" indent="0">
              <a:buNone/>
              <a:defRPr lang="vi-VN" sz="2000" b="1"/>
            </a:lvl2pPr>
            <a:lvl3pPr marL="914400" indent="0">
              <a:buNone/>
              <a:defRPr lang="vi-VN" sz="1800" b="1"/>
            </a:lvl3pPr>
            <a:lvl4pPr marL="1371600" indent="0">
              <a:buNone/>
              <a:defRPr lang="vi-VN" sz="1600" b="1"/>
            </a:lvl4pPr>
            <a:lvl5pPr marL="1828800" indent="0">
              <a:buNone/>
              <a:defRPr lang="vi-VN" sz="1600" b="1"/>
            </a:lvl5pPr>
            <a:lvl6pPr marL="2286000" indent="0">
              <a:buNone/>
              <a:defRPr lang="vi-VN" sz="1600" b="1"/>
            </a:lvl6pPr>
            <a:lvl7pPr marL="2743200" indent="0">
              <a:buNone/>
              <a:defRPr lang="vi-VN" sz="1600" b="1"/>
            </a:lvl7pPr>
            <a:lvl8pPr marL="3200400" indent="0">
              <a:buNone/>
              <a:defRPr lang="vi-VN" sz="1600" b="1"/>
            </a:lvl8pPr>
            <a:lvl9pPr marL="3657600" indent="0">
              <a:buNone/>
              <a:defRPr lang="vi-VN" sz="1600" b="1"/>
            </a:lvl9pPr>
          </a:lstStyle>
          <a:p>
            <a:pPr lvl="0" rtl="0"/>
            <a:r>
              <a:rPr lang="vi-VN"/>
              <a:t>Bấm để chỉnh sửa kiểu văn bản Bản cái</a:t>
            </a:r>
          </a:p>
        </p:txBody>
      </p:sp>
      <p:sp>
        <p:nvSpPr>
          <p:cNvPr id="6" name="Chỗ dành sẵn cho Nội dung 5">
            <a:extLst>
              <a:ext uri="{FF2B5EF4-FFF2-40B4-BE49-F238E27FC236}">
                <a16:creationId xmlns:a16="http://schemas.microsoft.com/office/drawing/2014/main" id="{E2E342EE-68BB-484D-98C3-48A7847549D4}"/>
              </a:ext>
            </a:extLst>
          </p:cNvPr>
          <p:cNvSpPr>
            <a:spLocks noGrp="1"/>
          </p:cNvSpPr>
          <p:nvPr>
            <p:ph sz="quarter" idx="4"/>
          </p:nvPr>
        </p:nvSpPr>
        <p:spPr>
          <a:xfrm>
            <a:off x="6400800" y="2871216"/>
            <a:ext cx="5183188" cy="3247462"/>
          </a:xfrm>
        </p:spPr>
        <p:txBody>
          <a:bodyPr rtlCol="0"/>
          <a:lstStyle>
            <a:lvl1pPr>
              <a:lnSpc>
                <a:spcPct val="100000"/>
              </a:lnSpc>
              <a:spcBef>
                <a:spcPts val="1000"/>
              </a:spcBef>
              <a:defRPr lang="vi-VN" sz="1600" spc="100" baseline="0"/>
            </a:lvl1pPr>
            <a:lvl2pPr>
              <a:lnSpc>
                <a:spcPct val="100000"/>
              </a:lnSpc>
              <a:spcBef>
                <a:spcPts val="1000"/>
              </a:spcBef>
              <a:defRPr lang="vi-VN" sz="1400" spc="100" baseline="0"/>
            </a:lvl2pPr>
            <a:lvl3pPr>
              <a:lnSpc>
                <a:spcPct val="100000"/>
              </a:lnSpc>
              <a:spcBef>
                <a:spcPts val="1000"/>
              </a:spcBef>
              <a:defRPr lang="vi-VN" sz="1200" spc="100" baseline="0"/>
            </a:lvl3pPr>
            <a:lvl4pPr>
              <a:lnSpc>
                <a:spcPct val="100000"/>
              </a:lnSpc>
              <a:spcBef>
                <a:spcPts val="1000"/>
              </a:spcBef>
              <a:defRPr lang="vi-VN" sz="1100" spc="100" baseline="0"/>
            </a:lvl4pPr>
            <a:lvl5pPr>
              <a:lnSpc>
                <a:spcPct val="100000"/>
              </a:lnSpc>
              <a:spcBef>
                <a:spcPts val="1000"/>
              </a:spcBef>
              <a:defRPr lang="vi-VN" sz="1100" spc="100" baseline="0"/>
            </a:lvl5pPr>
          </a:lstStyle>
          <a:p>
            <a:pPr lvl="0" rtl="0"/>
            <a:r>
              <a:rPr lang="vi-VN"/>
              <a:t>Bấm để chỉnh sửa kiểu văn bản Bản cái</a:t>
            </a:r>
          </a:p>
          <a:p>
            <a:pPr lvl="1" rtl="0"/>
            <a:r>
              <a:rPr lang="vi-VN"/>
              <a:t>Mức hai</a:t>
            </a:r>
          </a:p>
          <a:p>
            <a:pPr lvl="2" rtl="0"/>
            <a:r>
              <a:rPr lang="vi-VN"/>
              <a:t>Mức ba</a:t>
            </a:r>
          </a:p>
          <a:p>
            <a:pPr lvl="3" rtl="0"/>
            <a:r>
              <a:rPr lang="vi-VN"/>
              <a:t>Mức bốn</a:t>
            </a:r>
          </a:p>
          <a:p>
            <a:pPr lvl="4" rtl="0"/>
            <a:r>
              <a:rPr lang="vi-VN"/>
              <a:t>Mức năm</a:t>
            </a:r>
          </a:p>
        </p:txBody>
      </p:sp>
      <p:sp>
        <p:nvSpPr>
          <p:cNvPr id="8" name="Chỗ dành sẵn cho Chân trang 7">
            <a:extLst>
              <a:ext uri="{FF2B5EF4-FFF2-40B4-BE49-F238E27FC236}">
                <a16:creationId xmlns:a16="http://schemas.microsoft.com/office/drawing/2014/main" id="{3A51CCCC-1589-401D-AE98-FC28716301EF}"/>
              </a:ext>
            </a:extLst>
          </p:cNvPr>
          <p:cNvSpPr>
            <a:spLocks noGrp="1"/>
          </p:cNvSpPr>
          <p:nvPr>
            <p:ph type="ftr" sz="quarter" idx="11"/>
          </p:nvPr>
        </p:nvSpPr>
        <p:spPr>
          <a:xfrm>
            <a:off x="4038600" y="11575"/>
            <a:ext cx="4114800" cy="856526"/>
          </a:xfrm>
          <a:prstGeom prst="rect">
            <a:avLst/>
          </a:prstGeom>
        </p:spPr>
        <p:txBody>
          <a:bodyPr rtlCol="0"/>
          <a:lstStyle>
            <a:defPPr>
              <a:defRPr lang="vi-VN"/>
            </a:defPPr>
          </a:lstStyle>
          <a:p>
            <a:pPr rtl="0"/>
            <a:r>
              <a:rPr lang="vi-VN"/>
              <a:t>TIÊU ĐỀ BẢN TRÌNH BÀY</a:t>
            </a:r>
          </a:p>
        </p:txBody>
      </p:sp>
      <p:sp>
        <p:nvSpPr>
          <p:cNvPr id="9" name="Chỗ dành sẵn cho Số hiệu Bản chiếu 8">
            <a:extLst>
              <a:ext uri="{FF2B5EF4-FFF2-40B4-BE49-F238E27FC236}">
                <a16:creationId xmlns:a16="http://schemas.microsoft.com/office/drawing/2014/main" id="{285D9D7D-8D9A-473E-AF0D-EF1940D793C3}"/>
              </a:ext>
            </a:extLst>
          </p:cNvPr>
          <p:cNvSpPr>
            <a:spLocks noGrp="1"/>
          </p:cNvSpPr>
          <p:nvPr>
            <p:ph type="sldNum" sz="quarter" idx="12"/>
          </p:nvPr>
        </p:nvSpPr>
        <p:spPr>
          <a:xfrm>
            <a:off x="4038600" y="6006546"/>
            <a:ext cx="4114800" cy="851453"/>
          </a:xfrm>
          <a:prstGeom prst="rect">
            <a:avLst/>
          </a:prstGeom>
        </p:spPr>
        <p:txBody>
          <a:bodyPr rtlCol="0"/>
          <a:lstStyle>
            <a:defPPr>
              <a:defRPr lang="vi-VN"/>
            </a:defPPr>
          </a:lstStyle>
          <a:p>
            <a:pPr rtl="0"/>
            <a:fld id="{294A09A9-5501-47C1-A89A-A340965A2BE2}" type="slidenum">
              <a:rPr lang="vi-VN" smtClean="0"/>
              <a:t>‹#›</a:t>
            </a:fld>
            <a:endParaRPr lang="vi-VN" dirty="0"/>
          </a:p>
        </p:txBody>
      </p:sp>
      <p:cxnSp>
        <p:nvCxnSpPr>
          <p:cNvPr id="10" name="Đường nối Thẳng 9">
            <a:extLst>
              <a:ext uri="{FF2B5EF4-FFF2-40B4-BE49-F238E27FC236}">
                <a16:creationId xmlns:a16="http://schemas.microsoft.com/office/drawing/2014/main" id="{B7AC635D-0E01-2452-CC44-1DAE0F96DF63}"/>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Đường nối Thẳng 10">
            <a:extLst>
              <a:ext uri="{FF2B5EF4-FFF2-40B4-BE49-F238E27FC236}">
                <a16:creationId xmlns:a16="http://schemas.microsoft.com/office/drawing/2014/main" id="{A4ED63FD-A76F-FB56-8D44-31BD432133C5}"/>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62460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Ba nội dung">
    <p:spTree>
      <p:nvGrpSpPr>
        <p:cNvPr id="1" name=""/>
        <p:cNvGrpSpPr/>
        <p:nvPr/>
      </p:nvGrpSpPr>
      <p:grpSpPr>
        <a:xfrm>
          <a:off x="0" y="0"/>
          <a:ext cx="0" cy="0"/>
          <a:chOff x="0" y="0"/>
          <a:chExt cx="0" cy="0"/>
        </a:xfrm>
      </p:grpSpPr>
      <p:pic>
        <p:nvPicPr>
          <p:cNvPr id="16" name="Hình ảnh 15">
            <a:extLst>
              <a:ext uri="{FF2B5EF4-FFF2-40B4-BE49-F238E27FC236}">
                <a16:creationId xmlns:a16="http://schemas.microsoft.com/office/drawing/2014/main" id="{AE1E66A3-7FD1-08A5-8B20-36C5331DCF69}"/>
              </a:ext>
            </a:extLst>
          </p:cNvPr>
          <p:cNvPicPr>
            <a:picLocks noChangeAspect="1"/>
          </p:cNvPicPr>
          <p:nvPr userDrawn="1"/>
        </p:nvPicPr>
        <p:blipFill>
          <a:blip r:embed="rId2"/>
          <a:stretch>
            <a:fillRect/>
          </a:stretch>
        </p:blipFill>
        <p:spPr>
          <a:xfrm>
            <a:off x="6453650" y="4014216"/>
            <a:ext cx="5738350" cy="2843784"/>
          </a:xfrm>
          <a:prstGeom prst="rect">
            <a:avLst/>
          </a:prstGeom>
        </p:spPr>
      </p:pic>
      <p:pic>
        <p:nvPicPr>
          <p:cNvPr id="14" name="Hình ảnh 13">
            <a:extLst>
              <a:ext uri="{FF2B5EF4-FFF2-40B4-BE49-F238E27FC236}">
                <a16:creationId xmlns:a16="http://schemas.microsoft.com/office/drawing/2014/main" id="{4464B067-71A6-CB30-BD46-5499FAAE00F9}"/>
              </a:ext>
            </a:extLst>
          </p:cNvPr>
          <p:cNvPicPr>
            <a:picLocks noChangeAspect="1"/>
          </p:cNvPicPr>
          <p:nvPr userDrawn="1"/>
        </p:nvPicPr>
        <p:blipFill>
          <a:blip r:embed="rId3"/>
          <a:stretch>
            <a:fillRect/>
          </a:stretch>
        </p:blipFill>
        <p:spPr>
          <a:xfrm>
            <a:off x="0" y="0"/>
            <a:ext cx="5458968" cy="2919913"/>
          </a:xfrm>
          <a:prstGeom prst="rect">
            <a:avLst/>
          </a:prstGeom>
        </p:spPr>
      </p:pic>
      <p:sp>
        <p:nvSpPr>
          <p:cNvPr id="2" name="Tiêu đề 1">
            <a:extLst>
              <a:ext uri="{FF2B5EF4-FFF2-40B4-BE49-F238E27FC236}">
                <a16:creationId xmlns:a16="http://schemas.microsoft.com/office/drawing/2014/main" id="{5A0D1FF5-7EF8-4250-A259-43050ABBD3B6}"/>
              </a:ext>
            </a:extLst>
          </p:cNvPr>
          <p:cNvSpPr>
            <a:spLocks noGrp="1"/>
          </p:cNvSpPr>
          <p:nvPr>
            <p:ph type="title"/>
          </p:nvPr>
        </p:nvSpPr>
        <p:spPr>
          <a:xfrm>
            <a:off x="612648" y="868679"/>
            <a:ext cx="10972800" cy="1572768"/>
          </a:xfrm>
        </p:spPr>
        <p:txBody>
          <a:bodyPr lIns="91440" tIns="182880" rIns="91440" bIns="0" rtlCol="0"/>
          <a:lstStyle>
            <a:lvl1pPr algn="ctr">
              <a:lnSpc>
                <a:spcPct val="90000"/>
              </a:lnSpc>
              <a:defRPr lang="vi-VN" sz="4800" spc="400" baseline="0"/>
            </a:lvl1pPr>
          </a:lstStyle>
          <a:p>
            <a:pPr rtl="0"/>
            <a:r>
              <a:rPr lang="vi-VN"/>
              <a:t>Bấm để chỉnh sửa kiểu tiêu đề Bản cái</a:t>
            </a:r>
          </a:p>
        </p:txBody>
      </p:sp>
      <p:sp>
        <p:nvSpPr>
          <p:cNvPr id="3" name="Chỗ dành sẵn cho Văn bản 2">
            <a:extLst>
              <a:ext uri="{FF2B5EF4-FFF2-40B4-BE49-F238E27FC236}">
                <a16:creationId xmlns:a16="http://schemas.microsoft.com/office/drawing/2014/main" id="{673DC3A9-D4E6-42CF-91A8-F267C7C66CCB}"/>
              </a:ext>
            </a:extLst>
          </p:cNvPr>
          <p:cNvSpPr>
            <a:spLocks noGrp="1"/>
          </p:cNvSpPr>
          <p:nvPr>
            <p:ph type="body" idx="1"/>
          </p:nvPr>
        </p:nvSpPr>
        <p:spPr>
          <a:xfrm>
            <a:off x="612648" y="2438400"/>
            <a:ext cx="3419856" cy="365760"/>
          </a:xfrm>
        </p:spPr>
        <p:txBody>
          <a:bodyPr rtlCol="0" anchor="t"/>
          <a:lstStyle>
            <a:lvl1pPr marL="0" indent="0">
              <a:lnSpc>
                <a:spcPct val="100000"/>
              </a:lnSpc>
              <a:spcBef>
                <a:spcPts val="1000"/>
              </a:spcBef>
              <a:buNone/>
              <a:defRPr lang="vi-VN" sz="2000" b="1" cap="all" spc="200" baseline="0">
                <a:latin typeface="+mj-lt"/>
              </a:defRPr>
            </a:lvl1pPr>
            <a:lvl2pPr marL="457200" indent="0">
              <a:buNone/>
              <a:defRPr lang="vi-VN" sz="2000" b="1"/>
            </a:lvl2pPr>
            <a:lvl3pPr marL="914400" indent="0">
              <a:buNone/>
              <a:defRPr lang="vi-VN" sz="1800" b="1"/>
            </a:lvl3pPr>
            <a:lvl4pPr marL="1371600" indent="0">
              <a:buNone/>
              <a:defRPr lang="vi-VN" sz="1600" b="1"/>
            </a:lvl4pPr>
            <a:lvl5pPr marL="1828800" indent="0">
              <a:buNone/>
              <a:defRPr lang="vi-VN" sz="1600" b="1"/>
            </a:lvl5pPr>
            <a:lvl6pPr marL="2286000" indent="0">
              <a:buNone/>
              <a:defRPr lang="vi-VN" sz="1600" b="1"/>
            </a:lvl6pPr>
            <a:lvl7pPr marL="2743200" indent="0">
              <a:buNone/>
              <a:defRPr lang="vi-VN" sz="1600" b="1"/>
            </a:lvl7pPr>
            <a:lvl8pPr marL="3200400" indent="0">
              <a:buNone/>
              <a:defRPr lang="vi-VN" sz="1600" b="1"/>
            </a:lvl8pPr>
            <a:lvl9pPr marL="3657600" indent="0">
              <a:buNone/>
              <a:defRPr lang="vi-VN" sz="1600" b="1"/>
            </a:lvl9pPr>
          </a:lstStyle>
          <a:p>
            <a:pPr lvl="0" rtl="0"/>
            <a:r>
              <a:rPr lang="vi-VN"/>
              <a:t>Bấm để chỉnh sửa kiểu văn bản Bản cái</a:t>
            </a:r>
          </a:p>
        </p:txBody>
      </p:sp>
      <p:sp>
        <p:nvSpPr>
          <p:cNvPr id="4" name="Chỗ dành sẵn cho Nội dung 3">
            <a:extLst>
              <a:ext uri="{FF2B5EF4-FFF2-40B4-BE49-F238E27FC236}">
                <a16:creationId xmlns:a16="http://schemas.microsoft.com/office/drawing/2014/main" id="{C752CCA9-53A3-4DA5-AD45-C2A2C12A3A6A}"/>
              </a:ext>
            </a:extLst>
          </p:cNvPr>
          <p:cNvSpPr>
            <a:spLocks noGrp="1"/>
          </p:cNvSpPr>
          <p:nvPr>
            <p:ph sz="half" idx="2"/>
          </p:nvPr>
        </p:nvSpPr>
        <p:spPr>
          <a:xfrm>
            <a:off x="612648" y="2871216"/>
            <a:ext cx="3419856" cy="2925554"/>
          </a:xfrm>
        </p:spPr>
        <p:txBody>
          <a:bodyPr rtlCol="0"/>
          <a:lstStyle>
            <a:lvl1pPr>
              <a:lnSpc>
                <a:spcPct val="100000"/>
              </a:lnSpc>
              <a:spcBef>
                <a:spcPts val="1000"/>
              </a:spcBef>
              <a:defRPr lang="vi-VN" sz="1600" spc="100" baseline="0"/>
            </a:lvl1pPr>
            <a:lvl2pPr>
              <a:lnSpc>
                <a:spcPct val="100000"/>
              </a:lnSpc>
              <a:spcBef>
                <a:spcPts val="1000"/>
              </a:spcBef>
              <a:defRPr lang="vi-VN" sz="1400" spc="100" baseline="0"/>
            </a:lvl2pPr>
            <a:lvl3pPr>
              <a:lnSpc>
                <a:spcPct val="100000"/>
              </a:lnSpc>
              <a:spcBef>
                <a:spcPts val="1000"/>
              </a:spcBef>
              <a:defRPr lang="vi-VN" sz="1200" spc="100" baseline="0"/>
            </a:lvl3pPr>
            <a:lvl4pPr>
              <a:lnSpc>
                <a:spcPct val="100000"/>
              </a:lnSpc>
              <a:spcBef>
                <a:spcPts val="1000"/>
              </a:spcBef>
              <a:defRPr lang="vi-VN" sz="1100" spc="100" baseline="0"/>
            </a:lvl4pPr>
            <a:lvl5pPr>
              <a:lnSpc>
                <a:spcPct val="100000"/>
              </a:lnSpc>
              <a:spcBef>
                <a:spcPts val="1000"/>
              </a:spcBef>
              <a:defRPr lang="vi-VN" sz="1100" spc="100" baseline="0"/>
            </a:lvl5pPr>
          </a:lstStyle>
          <a:p>
            <a:pPr lvl="0" rtl="0"/>
            <a:r>
              <a:rPr lang="vi-VN"/>
              <a:t>Bấm để chỉnh sửa kiểu văn bản Bản cái</a:t>
            </a:r>
          </a:p>
          <a:p>
            <a:pPr lvl="1" rtl="0"/>
            <a:r>
              <a:rPr lang="vi-VN"/>
              <a:t>Mức hai</a:t>
            </a:r>
          </a:p>
          <a:p>
            <a:pPr lvl="2" rtl="0"/>
            <a:r>
              <a:rPr lang="vi-VN"/>
              <a:t>Mức ba</a:t>
            </a:r>
          </a:p>
          <a:p>
            <a:pPr lvl="3" rtl="0"/>
            <a:r>
              <a:rPr lang="vi-VN"/>
              <a:t>Mức bốn</a:t>
            </a:r>
          </a:p>
          <a:p>
            <a:pPr lvl="4" rtl="0"/>
            <a:r>
              <a:rPr lang="vi-VN"/>
              <a:t>Mức năm</a:t>
            </a:r>
          </a:p>
        </p:txBody>
      </p:sp>
      <p:sp>
        <p:nvSpPr>
          <p:cNvPr id="5" name="Chỗ dành sẵn cho Văn bản 4">
            <a:extLst>
              <a:ext uri="{FF2B5EF4-FFF2-40B4-BE49-F238E27FC236}">
                <a16:creationId xmlns:a16="http://schemas.microsoft.com/office/drawing/2014/main" id="{2100C9C6-BD61-4D2C-9146-FB785BAE4FF3}"/>
              </a:ext>
            </a:extLst>
          </p:cNvPr>
          <p:cNvSpPr>
            <a:spLocks noGrp="1"/>
          </p:cNvSpPr>
          <p:nvPr>
            <p:ph type="body" sz="quarter" idx="3"/>
          </p:nvPr>
        </p:nvSpPr>
        <p:spPr>
          <a:xfrm>
            <a:off x="4407408" y="2438400"/>
            <a:ext cx="3419856" cy="365760"/>
          </a:xfrm>
        </p:spPr>
        <p:txBody>
          <a:bodyPr rtlCol="0" anchor="t"/>
          <a:lstStyle>
            <a:lvl1pPr marL="0" indent="0">
              <a:lnSpc>
                <a:spcPct val="100000"/>
              </a:lnSpc>
              <a:spcBef>
                <a:spcPts val="1000"/>
              </a:spcBef>
              <a:buNone/>
              <a:defRPr lang="vi-VN" sz="2000" b="1" cap="all" spc="200" baseline="0">
                <a:latin typeface="+mj-lt"/>
              </a:defRPr>
            </a:lvl1pPr>
            <a:lvl2pPr marL="457200" indent="0">
              <a:buNone/>
              <a:defRPr lang="vi-VN" sz="2000" b="1"/>
            </a:lvl2pPr>
            <a:lvl3pPr marL="914400" indent="0">
              <a:buNone/>
              <a:defRPr lang="vi-VN" sz="1800" b="1"/>
            </a:lvl3pPr>
            <a:lvl4pPr marL="1371600" indent="0">
              <a:buNone/>
              <a:defRPr lang="vi-VN" sz="1600" b="1"/>
            </a:lvl4pPr>
            <a:lvl5pPr marL="1828800" indent="0">
              <a:buNone/>
              <a:defRPr lang="vi-VN" sz="1600" b="1"/>
            </a:lvl5pPr>
            <a:lvl6pPr marL="2286000" indent="0">
              <a:buNone/>
              <a:defRPr lang="vi-VN" sz="1600" b="1"/>
            </a:lvl6pPr>
            <a:lvl7pPr marL="2743200" indent="0">
              <a:buNone/>
              <a:defRPr lang="vi-VN" sz="1600" b="1"/>
            </a:lvl7pPr>
            <a:lvl8pPr marL="3200400" indent="0">
              <a:buNone/>
              <a:defRPr lang="vi-VN" sz="1600" b="1"/>
            </a:lvl8pPr>
            <a:lvl9pPr marL="3657600" indent="0">
              <a:buNone/>
              <a:defRPr lang="vi-VN" sz="1600" b="1"/>
            </a:lvl9pPr>
          </a:lstStyle>
          <a:p>
            <a:pPr lvl="0" rtl="0"/>
            <a:r>
              <a:rPr lang="vi-VN"/>
              <a:t>Bấm để chỉnh sửa kiểu văn bản Bản cái</a:t>
            </a:r>
          </a:p>
        </p:txBody>
      </p:sp>
      <p:sp>
        <p:nvSpPr>
          <p:cNvPr id="6" name="Chỗ dành sẵn cho Nội dung 5">
            <a:extLst>
              <a:ext uri="{FF2B5EF4-FFF2-40B4-BE49-F238E27FC236}">
                <a16:creationId xmlns:a16="http://schemas.microsoft.com/office/drawing/2014/main" id="{E2E342EE-68BB-484D-98C3-48A7847549D4}"/>
              </a:ext>
            </a:extLst>
          </p:cNvPr>
          <p:cNvSpPr>
            <a:spLocks noGrp="1"/>
          </p:cNvSpPr>
          <p:nvPr>
            <p:ph sz="quarter" idx="4"/>
          </p:nvPr>
        </p:nvSpPr>
        <p:spPr>
          <a:xfrm>
            <a:off x="4407408" y="2871216"/>
            <a:ext cx="3419856" cy="2925554"/>
          </a:xfrm>
        </p:spPr>
        <p:txBody>
          <a:bodyPr rtlCol="0"/>
          <a:lstStyle>
            <a:lvl1pPr>
              <a:lnSpc>
                <a:spcPct val="100000"/>
              </a:lnSpc>
              <a:spcBef>
                <a:spcPts val="1000"/>
              </a:spcBef>
              <a:defRPr lang="vi-VN" sz="1600" spc="100" baseline="0"/>
            </a:lvl1pPr>
            <a:lvl2pPr>
              <a:lnSpc>
                <a:spcPct val="100000"/>
              </a:lnSpc>
              <a:spcBef>
                <a:spcPts val="1000"/>
              </a:spcBef>
              <a:defRPr lang="vi-VN" sz="1400" spc="100" baseline="0"/>
            </a:lvl2pPr>
            <a:lvl3pPr>
              <a:lnSpc>
                <a:spcPct val="100000"/>
              </a:lnSpc>
              <a:spcBef>
                <a:spcPts val="1000"/>
              </a:spcBef>
              <a:defRPr lang="vi-VN" sz="1200" spc="100" baseline="0"/>
            </a:lvl3pPr>
            <a:lvl4pPr>
              <a:lnSpc>
                <a:spcPct val="100000"/>
              </a:lnSpc>
              <a:spcBef>
                <a:spcPts val="1000"/>
              </a:spcBef>
              <a:defRPr lang="vi-VN" sz="1100" spc="100" baseline="0"/>
            </a:lvl4pPr>
            <a:lvl5pPr>
              <a:lnSpc>
                <a:spcPct val="100000"/>
              </a:lnSpc>
              <a:spcBef>
                <a:spcPts val="1000"/>
              </a:spcBef>
              <a:defRPr lang="vi-VN" sz="1100" spc="100" baseline="0"/>
            </a:lvl5pPr>
          </a:lstStyle>
          <a:p>
            <a:pPr lvl="0" rtl="0"/>
            <a:r>
              <a:rPr lang="vi-VN"/>
              <a:t>Bấm để chỉnh sửa kiểu văn bản Bản cái</a:t>
            </a:r>
          </a:p>
          <a:p>
            <a:pPr lvl="1" rtl="0"/>
            <a:r>
              <a:rPr lang="vi-VN"/>
              <a:t>Mức hai</a:t>
            </a:r>
          </a:p>
          <a:p>
            <a:pPr lvl="2" rtl="0"/>
            <a:r>
              <a:rPr lang="vi-VN"/>
              <a:t>Mức ba</a:t>
            </a:r>
          </a:p>
          <a:p>
            <a:pPr lvl="3" rtl="0"/>
            <a:r>
              <a:rPr lang="vi-VN"/>
              <a:t>Mức bốn</a:t>
            </a:r>
          </a:p>
          <a:p>
            <a:pPr lvl="4" rtl="0"/>
            <a:r>
              <a:rPr lang="vi-VN"/>
              <a:t>Mức năm</a:t>
            </a:r>
          </a:p>
        </p:txBody>
      </p:sp>
      <p:sp>
        <p:nvSpPr>
          <p:cNvPr id="7" name="Chỗ dành sẵn cho Văn bản 4">
            <a:extLst>
              <a:ext uri="{FF2B5EF4-FFF2-40B4-BE49-F238E27FC236}">
                <a16:creationId xmlns:a16="http://schemas.microsoft.com/office/drawing/2014/main" id="{9A48939F-0CF9-9CBD-F606-7A4850B910A1}"/>
              </a:ext>
            </a:extLst>
          </p:cNvPr>
          <p:cNvSpPr>
            <a:spLocks noGrp="1"/>
          </p:cNvSpPr>
          <p:nvPr>
            <p:ph type="body" sz="quarter" idx="13"/>
          </p:nvPr>
        </p:nvSpPr>
        <p:spPr>
          <a:xfrm>
            <a:off x="8183880" y="2438400"/>
            <a:ext cx="3419856" cy="365760"/>
          </a:xfrm>
        </p:spPr>
        <p:txBody>
          <a:bodyPr rtlCol="0" anchor="t"/>
          <a:lstStyle>
            <a:lvl1pPr marL="0" indent="0">
              <a:lnSpc>
                <a:spcPct val="100000"/>
              </a:lnSpc>
              <a:spcBef>
                <a:spcPts val="1000"/>
              </a:spcBef>
              <a:buNone/>
              <a:defRPr lang="vi-VN" sz="2000" b="1" cap="all" spc="200" baseline="0">
                <a:latin typeface="+mj-lt"/>
              </a:defRPr>
            </a:lvl1pPr>
            <a:lvl2pPr marL="457200" indent="0">
              <a:buNone/>
              <a:defRPr lang="vi-VN" sz="2000" b="1"/>
            </a:lvl2pPr>
            <a:lvl3pPr marL="914400" indent="0">
              <a:buNone/>
              <a:defRPr lang="vi-VN" sz="1800" b="1"/>
            </a:lvl3pPr>
            <a:lvl4pPr marL="1371600" indent="0">
              <a:buNone/>
              <a:defRPr lang="vi-VN" sz="1600" b="1"/>
            </a:lvl4pPr>
            <a:lvl5pPr marL="1828800" indent="0">
              <a:buNone/>
              <a:defRPr lang="vi-VN" sz="1600" b="1"/>
            </a:lvl5pPr>
            <a:lvl6pPr marL="2286000" indent="0">
              <a:buNone/>
              <a:defRPr lang="vi-VN" sz="1600" b="1"/>
            </a:lvl6pPr>
            <a:lvl7pPr marL="2743200" indent="0">
              <a:buNone/>
              <a:defRPr lang="vi-VN" sz="1600" b="1"/>
            </a:lvl7pPr>
            <a:lvl8pPr marL="3200400" indent="0">
              <a:buNone/>
              <a:defRPr lang="vi-VN" sz="1600" b="1"/>
            </a:lvl8pPr>
            <a:lvl9pPr marL="3657600" indent="0">
              <a:buNone/>
              <a:defRPr lang="vi-VN" sz="1600" b="1"/>
            </a:lvl9pPr>
          </a:lstStyle>
          <a:p>
            <a:pPr lvl="0" rtl="0"/>
            <a:r>
              <a:rPr lang="vi-VN"/>
              <a:t>Bấm để chỉnh sửa kiểu văn bản Bản cái</a:t>
            </a:r>
          </a:p>
        </p:txBody>
      </p:sp>
      <p:sp>
        <p:nvSpPr>
          <p:cNvPr id="13" name="Chỗ dành sẵn cho Nội dung 5">
            <a:extLst>
              <a:ext uri="{FF2B5EF4-FFF2-40B4-BE49-F238E27FC236}">
                <a16:creationId xmlns:a16="http://schemas.microsoft.com/office/drawing/2014/main" id="{693BC756-2B97-9751-B879-03B6F1C405C3}"/>
              </a:ext>
            </a:extLst>
          </p:cNvPr>
          <p:cNvSpPr>
            <a:spLocks noGrp="1"/>
          </p:cNvSpPr>
          <p:nvPr>
            <p:ph sz="quarter" idx="14"/>
          </p:nvPr>
        </p:nvSpPr>
        <p:spPr>
          <a:xfrm>
            <a:off x="8183880" y="2871216"/>
            <a:ext cx="3419856" cy="2925554"/>
          </a:xfrm>
        </p:spPr>
        <p:txBody>
          <a:bodyPr rtlCol="0"/>
          <a:lstStyle>
            <a:lvl1pPr>
              <a:lnSpc>
                <a:spcPct val="100000"/>
              </a:lnSpc>
              <a:spcBef>
                <a:spcPts val="1000"/>
              </a:spcBef>
              <a:defRPr lang="vi-VN" sz="1600" spc="100" baseline="0"/>
            </a:lvl1pPr>
            <a:lvl2pPr>
              <a:lnSpc>
                <a:spcPct val="100000"/>
              </a:lnSpc>
              <a:spcBef>
                <a:spcPts val="1000"/>
              </a:spcBef>
              <a:defRPr lang="vi-VN" sz="1400" spc="100" baseline="0"/>
            </a:lvl2pPr>
            <a:lvl3pPr>
              <a:lnSpc>
                <a:spcPct val="100000"/>
              </a:lnSpc>
              <a:spcBef>
                <a:spcPts val="1000"/>
              </a:spcBef>
              <a:defRPr lang="vi-VN" sz="1200" spc="100" baseline="0"/>
            </a:lvl3pPr>
            <a:lvl4pPr>
              <a:lnSpc>
                <a:spcPct val="100000"/>
              </a:lnSpc>
              <a:spcBef>
                <a:spcPts val="1000"/>
              </a:spcBef>
              <a:defRPr lang="vi-VN" sz="1100" spc="100" baseline="0"/>
            </a:lvl4pPr>
            <a:lvl5pPr>
              <a:lnSpc>
                <a:spcPct val="100000"/>
              </a:lnSpc>
              <a:spcBef>
                <a:spcPts val="1000"/>
              </a:spcBef>
              <a:defRPr lang="vi-VN" sz="1100" spc="100" baseline="0"/>
            </a:lvl5pPr>
          </a:lstStyle>
          <a:p>
            <a:pPr lvl="0" rtl="0"/>
            <a:r>
              <a:rPr lang="vi-VN"/>
              <a:t>Bấm để chỉnh sửa kiểu văn bản Bản cái</a:t>
            </a:r>
          </a:p>
          <a:p>
            <a:pPr lvl="1" rtl="0"/>
            <a:r>
              <a:rPr lang="vi-VN"/>
              <a:t>Mức hai</a:t>
            </a:r>
          </a:p>
          <a:p>
            <a:pPr lvl="2" rtl="0"/>
            <a:r>
              <a:rPr lang="vi-VN"/>
              <a:t>Mức ba</a:t>
            </a:r>
          </a:p>
          <a:p>
            <a:pPr lvl="3" rtl="0"/>
            <a:r>
              <a:rPr lang="vi-VN"/>
              <a:t>Mức bốn</a:t>
            </a:r>
          </a:p>
          <a:p>
            <a:pPr lvl="4" rtl="0"/>
            <a:r>
              <a:rPr lang="vi-VN"/>
              <a:t>Mức năm</a:t>
            </a:r>
          </a:p>
        </p:txBody>
      </p:sp>
      <p:sp>
        <p:nvSpPr>
          <p:cNvPr id="8" name="Chỗ dành sẵn cho Chân trang 7">
            <a:extLst>
              <a:ext uri="{FF2B5EF4-FFF2-40B4-BE49-F238E27FC236}">
                <a16:creationId xmlns:a16="http://schemas.microsoft.com/office/drawing/2014/main" id="{3A51CCCC-1589-401D-AE98-FC28716301EF}"/>
              </a:ext>
            </a:extLst>
          </p:cNvPr>
          <p:cNvSpPr>
            <a:spLocks noGrp="1"/>
          </p:cNvSpPr>
          <p:nvPr>
            <p:ph type="ftr" sz="quarter" idx="11"/>
          </p:nvPr>
        </p:nvSpPr>
        <p:spPr>
          <a:xfrm>
            <a:off x="4038600" y="11575"/>
            <a:ext cx="4114800" cy="856526"/>
          </a:xfrm>
          <a:prstGeom prst="rect">
            <a:avLst/>
          </a:prstGeom>
        </p:spPr>
        <p:txBody>
          <a:bodyPr rtlCol="0"/>
          <a:lstStyle>
            <a:defPPr>
              <a:defRPr lang="vi-VN"/>
            </a:defPPr>
          </a:lstStyle>
          <a:p>
            <a:pPr rtl="0"/>
            <a:r>
              <a:rPr lang="vi-VN"/>
              <a:t>TIÊU ĐỀ BẢN TRÌNH BÀY</a:t>
            </a:r>
          </a:p>
        </p:txBody>
      </p:sp>
      <p:sp>
        <p:nvSpPr>
          <p:cNvPr id="9" name="Chỗ dành sẵn cho Số hiệu Bản chiếu 8">
            <a:extLst>
              <a:ext uri="{FF2B5EF4-FFF2-40B4-BE49-F238E27FC236}">
                <a16:creationId xmlns:a16="http://schemas.microsoft.com/office/drawing/2014/main" id="{285D9D7D-8D9A-473E-AF0D-EF1940D793C3}"/>
              </a:ext>
            </a:extLst>
          </p:cNvPr>
          <p:cNvSpPr>
            <a:spLocks noGrp="1"/>
          </p:cNvSpPr>
          <p:nvPr>
            <p:ph type="sldNum" sz="quarter" idx="12"/>
          </p:nvPr>
        </p:nvSpPr>
        <p:spPr>
          <a:xfrm>
            <a:off x="4038600" y="6006546"/>
            <a:ext cx="4114800" cy="851453"/>
          </a:xfrm>
          <a:prstGeom prst="rect">
            <a:avLst/>
          </a:prstGeom>
        </p:spPr>
        <p:txBody>
          <a:bodyPr rtlCol="0"/>
          <a:lstStyle>
            <a:defPPr>
              <a:defRPr lang="vi-VN"/>
            </a:defPPr>
          </a:lstStyle>
          <a:p>
            <a:pPr rtl="0"/>
            <a:fld id="{294A09A9-5501-47C1-A89A-A340965A2BE2}" type="slidenum">
              <a:rPr lang="vi-VN" smtClean="0"/>
              <a:t>‹#›</a:t>
            </a:fld>
            <a:endParaRPr lang="vi-VN" dirty="0"/>
          </a:p>
        </p:txBody>
      </p:sp>
      <p:cxnSp>
        <p:nvCxnSpPr>
          <p:cNvPr id="10" name="Đường nối Thẳng 9">
            <a:extLst>
              <a:ext uri="{FF2B5EF4-FFF2-40B4-BE49-F238E27FC236}">
                <a16:creationId xmlns:a16="http://schemas.microsoft.com/office/drawing/2014/main" id="{B7AC635D-0E01-2452-CC44-1DAE0F96DF63}"/>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Đường nối Thẳng 10">
            <a:extLst>
              <a:ext uri="{FF2B5EF4-FFF2-40B4-BE49-F238E27FC236}">
                <a16:creationId xmlns:a16="http://schemas.microsoft.com/office/drawing/2014/main" id="{A4ED63FD-A76F-FB56-8D44-31BD432133C5}"/>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492877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o sánh">
    <p:spTree>
      <p:nvGrpSpPr>
        <p:cNvPr id="1" name=""/>
        <p:cNvGrpSpPr/>
        <p:nvPr/>
      </p:nvGrpSpPr>
      <p:grpSpPr>
        <a:xfrm>
          <a:off x="0" y="0"/>
          <a:ext cx="0" cy="0"/>
          <a:chOff x="0" y="0"/>
          <a:chExt cx="0" cy="0"/>
        </a:xfrm>
      </p:grpSpPr>
      <p:pic>
        <p:nvPicPr>
          <p:cNvPr id="10" name="Hình ảnh 9">
            <a:extLst>
              <a:ext uri="{FF2B5EF4-FFF2-40B4-BE49-F238E27FC236}">
                <a16:creationId xmlns:a16="http://schemas.microsoft.com/office/drawing/2014/main" id="{F5F45936-2436-D9FD-A05D-F3C70F90FDCC}"/>
              </a:ext>
            </a:extLst>
          </p:cNvPr>
          <p:cNvPicPr>
            <a:picLocks noChangeAspect="1"/>
          </p:cNvPicPr>
          <p:nvPr userDrawn="1"/>
        </p:nvPicPr>
        <p:blipFill>
          <a:blip r:embed="rId2"/>
          <a:stretch>
            <a:fillRect/>
          </a:stretch>
        </p:blipFill>
        <p:spPr>
          <a:xfrm>
            <a:off x="0" y="3758530"/>
            <a:ext cx="4700016" cy="3099470"/>
          </a:xfrm>
          <a:prstGeom prst="rect">
            <a:avLst/>
          </a:prstGeom>
        </p:spPr>
      </p:pic>
      <p:pic>
        <p:nvPicPr>
          <p:cNvPr id="8" name="Hình ảnh 7">
            <a:extLst>
              <a:ext uri="{FF2B5EF4-FFF2-40B4-BE49-F238E27FC236}">
                <a16:creationId xmlns:a16="http://schemas.microsoft.com/office/drawing/2014/main" id="{0DF862D5-CF3B-E45B-934F-ACEF42B35BB4}"/>
              </a:ext>
            </a:extLst>
          </p:cNvPr>
          <p:cNvPicPr>
            <a:picLocks noChangeAspect="1"/>
          </p:cNvPicPr>
          <p:nvPr userDrawn="1"/>
        </p:nvPicPr>
        <p:blipFill>
          <a:blip r:embed="rId3"/>
          <a:stretch>
            <a:fillRect/>
          </a:stretch>
        </p:blipFill>
        <p:spPr>
          <a:xfrm>
            <a:off x="0" y="0"/>
            <a:ext cx="5148072" cy="3436275"/>
          </a:xfrm>
          <a:prstGeom prst="rect">
            <a:avLst/>
          </a:prstGeom>
        </p:spPr>
      </p:pic>
      <p:sp>
        <p:nvSpPr>
          <p:cNvPr id="12" name="Tiêu đề 11">
            <a:extLst>
              <a:ext uri="{FF2B5EF4-FFF2-40B4-BE49-F238E27FC236}">
                <a16:creationId xmlns:a16="http://schemas.microsoft.com/office/drawing/2014/main" id="{3392E024-DB0F-45F6-7A0A-359A57817906}"/>
              </a:ext>
            </a:extLst>
          </p:cNvPr>
          <p:cNvSpPr>
            <a:spLocks noGrp="1"/>
          </p:cNvSpPr>
          <p:nvPr>
            <p:ph type="title"/>
          </p:nvPr>
        </p:nvSpPr>
        <p:spPr>
          <a:xfrm>
            <a:off x="612648" y="1216152"/>
            <a:ext cx="5184648" cy="4416552"/>
          </a:xfrm>
        </p:spPr>
        <p:txBody>
          <a:bodyPr lIns="0" rIns="0" rtlCol="0"/>
          <a:lstStyle>
            <a:lvl1pPr algn="r">
              <a:defRPr lang="vi-VN" sz="4800" cap="all" spc="400" baseline="0"/>
            </a:lvl1pPr>
          </a:lstStyle>
          <a:p>
            <a:pPr rtl="0"/>
            <a:r>
              <a:rPr lang="vi-VN"/>
              <a:t>Bấm để chỉnh sửa kiểu tiêu đề Bản cái</a:t>
            </a:r>
          </a:p>
        </p:txBody>
      </p:sp>
      <p:sp>
        <p:nvSpPr>
          <p:cNvPr id="14" name="Chỗ dành sẵn cho Nội dung 13">
            <a:extLst>
              <a:ext uri="{FF2B5EF4-FFF2-40B4-BE49-F238E27FC236}">
                <a16:creationId xmlns:a16="http://schemas.microsoft.com/office/drawing/2014/main" id="{59AC38BE-9C76-A3FA-7823-F4A4B43AB754}"/>
              </a:ext>
            </a:extLst>
          </p:cNvPr>
          <p:cNvSpPr>
            <a:spLocks noGrp="1"/>
          </p:cNvSpPr>
          <p:nvPr>
            <p:ph sz="quarter" idx="13"/>
          </p:nvPr>
        </p:nvSpPr>
        <p:spPr>
          <a:xfrm>
            <a:off x="6400800" y="1216025"/>
            <a:ext cx="5184648" cy="4416425"/>
          </a:xfrm>
        </p:spPr>
        <p:txBody>
          <a:bodyPr rtlCol="0" anchor="ctr"/>
          <a:lstStyle>
            <a:lvl1pPr marL="0" indent="0">
              <a:lnSpc>
                <a:spcPct val="150000"/>
              </a:lnSpc>
              <a:spcBef>
                <a:spcPts val="1000"/>
              </a:spcBef>
              <a:buNone/>
              <a:defRPr lang="vi-VN" sz="1600" spc="100" baseline="0"/>
            </a:lvl1pPr>
            <a:lvl2pPr marL="228600">
              <a:lnSpc>
                <a:spcPct val="150000"/>
              </a:lnSpc>
              <a:spcBef>
                <a:spcPts val="1000"/>
              </a:spcBef>
              <a:defRPr lang="vi-VN" sz="1600" spc="100" baseline="0"/>
            </a:lvl2pPr>
            <a:lvl3pPr marL="457200">
              <a:lnSpc>
                <a:spcPct val="150000"/>
              </a:lnSpc>
              <a:spcBef>
                <a:spcPts val="1000"/>
              </a:spcBef>
              <a:defRPr lang="vi-VN" sz="1600" spc="100" baseline="0"/>
            </a:lvl3pPr>
            <a:lvl4pPr marL="685800">
              <a:lnSpc>
                <a:spcPct val="150000"/>
              </a:lnSpc>
              <a:spcBef>
                <a:spcPts val="1000"/>
              </a:spcBef>
              <a:defRPr lang="vi-VN" sz="1600" spc="100" baseline="0"/>
            </a:lvl4pPr>
            <a:lvl5pPr marL="914400">
              <a:lnSpc>
                <a:spcPct val="150000"/>
              </a:lnSpc>
              <a:spcBef>
                <a:spcPts val="1000"/>
              </a:spcBef>
              <a:defRPr lang="vi-VN" sz="1600" spc="100" baseline="0"/>
            </a:lvl5pPr>
          </a:lstStyle>
          <a:p>
            <a:pPr lvl="0" rtl="0"/>
            <a:r>
              <a:rPr lang="vi-VN"/>
              <a:t>Bấm để chỉnh sửa kiểu văn bản Bản cái</a:t>
            </a:r>
          </a:p>
          <a:p>
            <a:pPr lvl="1" rtl="0"/>
            <a:r>
              <a:rPr lang="vi-VN"/>
              <a:t>Mức hai</a:t>
            </a:r>
          </a:p>
          <a:p>
            <a:pPr lvl="2" rtl="0"/>
            <a:r>
              <a:rPr lang="vi-VN"/>
              <a:t>Mức ba</a:t>
            </a:r>
          </a:p>
          <a:p>
            <a:pPr lvl="3" rtl="0"/>
            <a:r>
              <a:rPr lang="vi-VN"/>
              <a:t>Mức bốn</a:t>
            </a:r>
          </a:p>
          <a:p>
            <a:pPr lvl="4" rtl="0"/>
            <a:r>
              <a:rPr lang="vi-VN"/>
              <a:t>Mức năm</a:t>
            </a:r>
          </a:p>
        </p:txBody>
      </p:sp>
      <p:sp>
        <p:nvSpPr>
          <p:cNvPr id="3" name="Chỗ dành sẵn cho Chân trang 2">
            <a:extLst>
              <a:ext uri="{FF2B5EF4-FFF2-40B4-BE49-F238E27FC236}">
                <a16:creationId xmlns:a16="http://schemas.microsoft.com/office/drawing/2014/main" id="{7AC6CA6E-C1AB-4B24-80C7-A4B12640BE6F}"/>
              </a:ext>
            </a:extLst>
          </p:cNvPr>
          <p:cNvSpPr>
            <a:spLocks noGrp="1"/>
          </p:cNvSpPr>
          <p:nvPr>
            <p:ph type="ftr" sz="quarter" idx="11"/>
          </p:nvPr>
        </p:nvSpPr>
        <p:spPr>
          <a:xfrm>
            <a:off x="4038600" y="11575"/>
            <a:ext cx="4114800" cy="856526"/>
          </a:xfrm>
          <a:prstGeom prst="rect">
            <a:avLst/>
          </a:prstGeom>
        </p:spPr>
        <p:txBody>
          <a:bodyPr rtlCol="0"/>
          <a:lstStyle>
            <a:defPPr>
              <a:defRPr lang="vi-VN"/>
            </a:defPPr>
          </a:lstStyle>
          <a:p>
            <a:pPr rtl="0"/>
            <a:r>
              <a:rPr lang="vi-VN"/>
              <a:t>TIÊU ĐỀ BẢN TRÌNH BÀY</a:t>
            </a:r>
          </a:p>
        </p:txBody>
      </p:sp>
      <p:sp>
        <p:nvSpPr>
          <p:cNvPr id="4" name="Chỗ dành sẵn cho Số hiệu Bản chiếu 3">
            <a:extLst>
              <a:ext uri="{FF2B5EF4-FFF2-40B4-BE49-F238E27FC236}">
                <a16:creationId xmlns:a16="http://schemas.microsoft.com/office/drawing/2014/main" id="{4F5EFB41-7AD3-4519-95E7-416BFA1AECAB}"/>
              </a:ext>
            </a:extLst>
          </p:cNvPr>
          <p:cNvSpPr>
            <a:spLocks noGrp="1"/>
          </p:cNvSpPr>
          <p:nvPr>
            <p:ph type="sldNum" sz="quarter" idx="12"/>
          </p:nvPr>
        </p:nvSpPr>
        <p:spPr>
          <a:xfrm>
            <a:off x="4038600" y="6006546"/>
            <a:ext cx="4114800" cy="851453"/>
          </a:xfrm>
          <a:prstGeom prst="rect">
            <a:avLst/>
          </a:prstGeom>
        </p:spPr>
        <p:txBody>
          <a:bodyPr rtlCol="0"/>
          <a:lstStyle>
            <a:defPPr>
              <a:defRPr lang="vi-VN"/>
            </a:defPPr>
          </a:lstStyle>
          <a:p>
            <a:pPr rtl="0"/>
            <a:fld id="{294A09A9-5501-47C1-A89A-A340965A2BE2}" type="slidenum">
              <a:rPr lang="vi-VN" smtClean="0"/>
              <a:t>‹#›</a:t>
            </a:fld>
            <a:endParaRPr lang="vi-VN" dirty="0"/>
          </a:p>
        </p:txBody>
      </p:sp>
      <p:cxnSp>
        <p:nvCxnSpPr>
          <p:cNvPr id="5" name="Đường nối Thẳng 4">
            <a:extLst>
              <a:ext uri="{FF2B5EF4-FFF2-40B4-BE49-F238E27FC236}">
                <a16:creationId xmlns:a16="http://schemas.microsoft.com/office/drawing/2014/main" id="{C35C8AF3-79E7-17ED-9EB4-3006B31E422C}"/>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 name="Đường nối Thẳng 5">
            <a:extLst>
              <a:ext uri="{FF2B5EF4-FFF2-40B4-BE49-F238E27FC236}">
                <a16:creationId xmlns:a16="http://schemas.microsoft.com/office/drawing/2014/main" id="{875A76CC-ED26-C4F7-5AB6-59D1A4C4A7F2}"/>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8889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ời kết">
    <p:spTree>
      <p:nvGrpSpPr>
        <p:cNvPr id="1" name=""/>
        <p:cNvGrpSpPr/>
        <p:nvPr/>
      </p:nvGrpSpPr>
      <p:grpSpPr>
        <a:xfrm>
          <a:off x="0" y="0"/>
          <a:ext cx="0" cy="0"/>
          <a:chOff x="0" y="0"/>
          <a:chExt cx="0" cy="0"/>
        </a:xfrm>
      </p:grpSpPr>
      <p:pic>
        <p:nvPicPr>
          <p:cNvPr id="3" name="Hình ảnh 2">
            <a:extLst>
              <a:ext uri="{FF2B5EF4-FFF2-40B4-BE49-F238E27FC236}">
                <a16:creationId xmlns:a16="http://schemas.microsoft.com/office/drawing/2014/main" id="{B79AFB71-7F33-280E-7877-06F4AFFF063A}"/>
              </a:ext>
            </a:extLst>
          </p:cNvPr>
          <p:cNvPicPr>
            <a:picLocks noChangeAspect="1"/>
          </p:cNvPicPr>
          <p:nvPr userDrawn="1"/>
        </p:nvPicPr>
        <p:blipFill>
          <a:blip r:embed="rId2"/>
          <a:srcRect/>
          <a:stretch/>
        </p:blipFill>
        <p:spPr>
          <a:xfrm>
            <a:off x="0" y="0"/>
            <a:ext cx="12192000" cy="6858000"/>
          </a:xfrm>
          <a:prstGeom prst="rect">
            <a:avLst/>
          </a:prstGeom>
        </p:spPr>
      </p:pic>
      <p:sp>
        <p:nvSpPr>
          <p:cNvPr id="6" name="Tiêu đề 1">
            <a:extLst>
              <a:ext uri="{FF2B5EF4-FFF2-40B4-BE49-F238E27FC236}">
                <a16:creationId xmlns:a16="http://schemas.microsoft.com/office/drawing/2014/main" id="{10B0FF2F-3458-EA78-83DC-46FB2E5CE154}"/>
              </a:ext>
            </a:extLst>
          </p:cNvPr>
          <p:cNvSpPr>
            <a:spLocks noGrp="1"/>
          </p:cNvSpPr>
          <p:nvPr>
            <p:ph type="ctrTitle" hasCustomPrompt="1"/>
          </p:nvPr>
        </p:nvSpPr>
        <p:spPr>
          <a:xfrm>
            <a:off x="1078992" y="1956816"/>
            <a:ext cx="10040112" cy="2387600"/>
          </a:xfrm>
        </p:spPr>
        <p:txBody>
          <a:bodyPr rtlCol="0" anchor="t">
            <a:noAutofit/>
          </a:bodyPr>
          <a:lstStyle>
            <a:lvl1pPr algn="l">
              <a:defRPr lang="vi-VN" sz="9600" spc="300" baseline="0">
                <a:ln w="28575">
                  <a:solidFill>
                    <a:schemeClr val="tx1"/>
                  </a:solidFill>
                </a:ln>
                <a:noFill/>
              </a:defRPr>
            </a:lvl1pPr>
          </a:lstStyle>
          <a:p>
            <a:pPr rtl="0"/>
            <a:r>
              <a:rPr lang="vi-VN"/>
              <a:t>BẤM ĐỂ CHỈNH SỬA KIỂU TIÊU ĐỀ BẢN CÁI</a:t>
            </a:r>
          </a:p>
        </p:txBody>
      </p:sp>
      <p:sp>
        <p:nvSpPr>
          <p:cNvPr id="10" name="Tiêu đề phụ 2">
            <a:extLst>
              <a:ext uri="{FF2B5EF4-FFF2-40B4-BE49-F238E27FC236}">
                <a16:creationId xmlns:a16="http://schemas.microsoft.com/office/drawing/2014/main" id="{DC93615E-193E-5253-6EE0-EC01791E3A3A}"/>
              </a:ext>
            </a:extLst>
          </p:cNvPr>
          <p:cNvSpPr>
            <a:spLocks noGrp="1"/>
          </p:cNvSpPr>
          <p:nvPr>
            <p:ph type="subTitle" idx="1"/>
          </p:nvPr>
        </p:nvSpPr>
        <p:spPr>
          <a:xfrm>
            <a:off x="1078992" y="3483864"/>
            <a:ext cx="10040112" cy="1280160"/>
          </a:xfrm>
        </p:spPr>
        <p:txBody>
          <a:bodyPr rtlCol="0"/>
          <a:lstStyle>
            <a:lvl1pPr marL="0" indent="0" algn="l">
              <a:buNone/>
              <a:defRPr lang="vi-VN" sz="2400" b="1" baseline="0">
                <a:latin typeface="+mn-lt"/>
              </a:defRPr>
            </a:lvl1pPr>
            <a:lvl2pPr marL="457200" indent="0" algn="ctr">
              <a:buNone/>
              <a:defRPr lang="vi-VN" sz="2000"/>
            </a:lvl2pPr>
            <a:lvl3pPr marL="914400" indent="0" algn="ctr">
              <a:buNone/>
              <a:defRPr lang="vi-VN" sz="1800"/>
            </a:lvl3pPr>
            <a:lvl4pPr marL="1371600" indent="0" algn="ctr">
              <a:buNone/>
              <a:defRPr lang="vi-VN" sz="1600"/>
            </a:lvl4pPr>
            <a:lvl5pPr marL="1828800" indent="0" algn="ctr">
              <a:buNone/>
              <a:defRPr lang="vi-VN" sz="1600"/>
            </a:lvl5pPr>
            <a:lvl6pPr marL="2286000" indent="0" algn="ctr">
              <a:buNone/>
              <a:defRPr lang="vi-VN" sz="1600"/>
            </a:lvl6pPr>
            <a:lvl7pPr marL="2743200" indent="0" algn="ctr">
              <a:buNone/>
              <a:defRPr lang="vi-VN" sz="1600"/>
            </a:lvl7pPr>
            <a:lvl8pPr marL="3200400" indent="0" algn="ctr">
              <a:buNone/>
              <a:defRPr lang="vi-VN" sz="1600"/>
            </a:lvl8pPr>
            <a:lvl9pPr marL="3657600" indent="0" algn="ctr">
              <a:buNone/>
              <a:defRPr lang="vi-VN" sz="1600"/>
            </a:lvl9pPr>
          </a:lstStyle>
          <a:p>
            <a:pPr rtl="0"/>
            <a:r>
              <a:rPr lang="vi-VN"/>
              <a:t>Bấm để chỉnh sửa kiểu phụ đề của Bản cái</a:t>
            </a:r>
          </a:p>
        </p:txBody>
      </p:sp>
    </p:spTree>
    <p:extLst>
      <p:ext uri="{BB962C8B-B14F-4D97-AF65-F5344CB8AC3E}">
        <p14:creationId xmlns:p14="http://schemas.microsoft.com/office/powerpoint/2010/main" val="23403559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ỉ Tiêu đề">
    <p:spTree>
      <p:nvGrpSpPr>
        <p:cNvPr id="1" name=""/>
        <p:cNvGrpSpPr/>
        <p:nvPr/>
      </p:nvGrpSpPr>
      <p:grpSpPr>
        <a:xfrm>
          <a:off x="0" y="0"/>
          <a:ext cx="0" cy="0"/>
          <a:chOff x="0" y="0"/>
          <a:chExt cx="0" cy="0"/>
        </a:xfrm>
      </p:grpSpPr>
      <p:sp>
        <p:nvSpPr>
          <p:cNvPr id="3" name="Chỗ dành sẵn cho Chân trang 2">
            <a:extLst>
              <a:ext uri="{FF2B5EF4-FFF2-40B4-BE49-F238E27FC236}">
                <a16:creationId xmlns:a16="http://schemas.microsoft.com/office/drawing/2014/main" id="{7AC6CA6E-C1AB-4B24-80C7-A4B12640BE6F}"/>
              </a:ext>
            </a:extLst>
          </p:cNvPr>
          <p:cNvSpPr>
            <a:spLocks noGrp="1"/>
          </p:cNvSpPr>
          <p:nvPr>
            <p:ph type="ftr" sz="quarter" idx="11"/>
          </p:nvPr>
        </p:nvSpPr>
        <p:spPr>
          <a:xfrm>
            <a:off x="4038600" y="11575"/>
            <a:ext cx="4114800" cy="856526"/>
          </a:xfrm>
          <a:prstGeom prst="rect">
            <a:avLst/>
          </a:prstGeom>
        </p:spPr>
        <p:txBody>
          <a:bodyPr rtlCol="0"/>
          <a:lstStyle>
            <a:defPPr>
              <a:defRPr lang="vi-VN"/>
            </a:defPPr>
          </a:lstStyle>
          <a:p>
            <a:pPr rtl="0"/>
            <a:r>
              <a:rPr lang="vi-VN"/>
              <a:t>TIÊU ĐỀ BẢN TRÌNH BÀY</a:t>
            </a:r>
          </a:p>
        </p:txBody>
      </p:sp>
      <p:sp>
        <p:nvSpPr>
          <p:cNvPr id="4" name="Chỗ dành sẵn cho Số hiệu Bản chiếu 3">
            <a:extLst>
              <a:ext uri="{FF2B5EF4-FFF2-40B4-BE49-F238E27FC236}">
                <a16:creationId xmlns:a16="http://schemas.microsoft.com/office/drawing/2014/main" id="{4F5EFB41-7AD3-4519-95E7-416BFA1AECAB}"/>
              </a:ext>
            </a:extLst>
          </p:cNvPr>
          <p:cNvSpPr>
            <a:spLocks noGrp="1"/>
          </p:cNvSpPr>
          <p:nvPr>
            <p:ph type="sldNum" sz="quarter" idx="12"/>
          </p:nvPr>
        </p:nvSpPr>
        <p:spPr>
          <a:xfrm>
            <a:off x="4038600" y="6006546"/>
            <a:ext cx="4114800" cy="851453"/>
          </a:xfrm>
          <a:prstGeom prst="rect">
            <a:avLst/>
          </a:prstGeom>
        </p:spPr>
        <p:txBody>
          <a:bodyPr rtlCol="0"/>
          <a:lstStyle>
            <a:defPPr>
              <a:defRPr lang="vi-VN"/>
            </a:defPPr>
          </a:lstStyle>
          <a:p>
            <a:pPr rtl="0"/>
            <a:fld id="{294A09A9-5501-47C1-A89A-A340965A2BE2}" type="slidenum">
              <a:rPr lang="vi-VN" smtClean="0"/>
              <a:t>‹#›</a:t>
            </a:fld>
            <a:endParaRPr lang="vi-VN" dirty="0"/>
          </a:p>
        </p:txBody>
      </p:sp>
      <p:cxnSp>
        <p:nvCxnSpPr>
          <p:cNvPr id="5" name="Đường nối Thẳng 4">
            <a:extLst>
              <a:ext uri="{FF2B5EF4-FFF2-40B4-BE49-F238E27FC236}">
                <a16:creationId xmlns:a16="http://schemas.microsoft.com/office/drawing/2014/main" id="{C35C8AF3-79E7-17ED-9EB4-3006B31E422C}"/>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 name="Đường nối Thẳng 5">
            <a:extLst>
              <a:ext uri="{FF2B5EF4-FFF2-40B4-BE49-F238E27FC236}">
                <a16:creationId xmlns:a16="http://schemas.microsoft.com/office/drawing/2014/main" id="{875A76CC-ED26-C4F7-5AB6-59D1A4C4A7F2}"/>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
        <p:nvSpPr>
          <p:cNvPr id="2" name="Tiêu đề 1">
            <a:extLst>
              <a:ext uri="{FF2B5EF4-FFF2-40B4-BE49-F238E27FC236}">
                <a16:creationId xmlns:a16="http://schemas.microsoft.com/office/drawing/2014/main" id="{3BDEDC48-AA67-6FC9-FF0E-CD3CB49A502F}"/>
              </a:ext>
            </a:extLst>
          </p:cNvPr>
          <p:cNvSpPr>
            <a:spLocks noGrp="1"/>
          </p:cNvSpPr>
          <p:nvPr>
            <p:ph type="title"/>
          </p:nvPr>
        </p:nvSpPr>
        <p:spPr>
          <a:xfrm>
            <a:off x="612648" y="868679"/>
            <a:ext cx="10972800" cy="1572768"/>
          </a:xfrm>
        </p:spPr>
        <p:txBody>
          <a:bodyPr lIns="91440" tIns="182880" rIns="91440" bIns="0" rtlCol="0"/>
          <a:lstStyle>
            <a:lvl1pPr algn="ctr">
              <a:lnSpc>
                <a:spcPct val="90000"/>
              </a:lnSpc>
              <a:defRPr lang="vi-VN" sz="4800" spc="400" baseline="0"/>
            </a:lvl1pPr>
          </a:lstStyle>
          <a:p>
            <a:pPr rtl="0"/>
            <a:r>
              <a:rPr lang="vi-VN"/>
              <a:t>Bấm để chỉnh sửa kiểu tiêu đề Bản cái</a:t>
            </a:r>
          </a:p>
        </p:txBody>
      </p:sp>
    </p:spTree>
    <p:extLst>
      <p:ext uri="{BB962C8B-B14F-4D97-AF65-F5344CB8AC3E}">
        <p14:creationId xmlns:p14="http://schemas.microsoft.com/office/powerpoint/2010/main" val="28751072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Trốn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54185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Nội dung có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305BD6A3-F987-4FCC-A6EF-2EF0D33C0888}"/>
              </a:ext>
            </a:extLst>
          </p:cNvPr>
          <p:cNvSpPr>
            <a:spLocks noGrp="1"/>
          </p:cNvSpPr>
          <p:nvPr>
            <p:ph type="title"/>
          </p:nvPr>
        </p:nvSpPr>
        <p:spPr>
          <a:xfrm>
            <a:off x="839788" y="457200"/>
            <a:ext cx="3932237" cy="1600200"/>
          </a:xfrm>
        </p:spPr>
        <p:txBody>
          <a:bodyPr rtlCol="0" anchor="b"/>
          <a:lstStyle>
            <a:lvl1pPr>
              <a:defRPr lang="vi-VN" sz="3200">
                <a:latin typeface="+mj-lt"/>
              </a:defRPr>
            </a:lvl1pPr>
          </a:lstStyle>
          <a:p>
            <a:pPr rtl="0"/>
            <a:r>
              <a:rPr lang="vi-VN"/>
              <a:t>Bấm để chỉnh sửa kiểu tiêu đề Bản cái</a:t>
            </a:r>
          </a:p>
        </p:txBody>
      </p:sp>
      <p:sp>
        <p:nvSpPr>
          <p:cNvPr id="3" name="Chỗ dành sẵn cho Nội dung 2">
            <a:extLst>
              <a:ext uri="{FF2B5EF4-FFF2-40B4-BE49-F238E27FC236}">
                <a16:creationId xmlns:a16="http://schemas.microsoft.com/office/drawing/2014/main" id="{4C3F06A0-63CE-4272-B90E-4F20296BFBEB}"/>
              </a:ext>
            </a:extLst>
          </p:cNvPr>
          <p:cNvSpPr>
            <a:spLocks noGrp="1"/>
          </p:cNvSpPr>
          <p:nvPr>
            <p:ph idx="1"/>
          </p:nvPr>
        </p:nvSpPr>
        <p:spPr>
          <a:xfrm>
            <a:off x="5183188" y="987425"/>
            <a:ext cx="6172200" cy="4873625"/>
          </a:xfrm>
        </p:spPr>
        <p:txBody>
          <a:bodyPr rtlCol="0"/>
          <a:lstStyle>
            <a:lvl1pPr>
              <a:defRPr lang="vi-VN" sz="3200"/>
            </a:lvl1pPr>
            <a:lvl2pPr>
              <a:defRPr lang="vi-VN" sz="2800"/>
            </a:lvl2pPr>
            <a:lvl3pPr>
              <a:defRPr lang="vi-VN" sz="2400"/>
            </a:lvl3pPr>
            <a:lvl4pPr>
              <a:defRPr lang="vi-VN" sz="2000"/>
            </a:lvl4pPr>
            <a:lvl5pPr>
              <a:defRPr lang="vi-VN" sz="2000"/>
            </a:lvl5pPr>
            <a:lvl6pPr>
              <a:defRPr lang="vi-VN" sz="2000"/>
            </a:lvl6pPr>
            <a:lvl7pPr>
              <a:defRPr lang="vi-VN" sz="2000"/>
            </a:lvl7pPr>
            <a:lvl8pPr>
              <a:defRPr lang="vi-VN" sz="2000"/>
            </a:lvl8pPr>
            <a:lvl9pPr>
              <a:defRPr lang="vi-VN" sz="2000"/>
            </a:lvl9pPr>
          </a:lstStyle>
          <a:p>
            <a:pPr lvl="0" rtl="0"/>
            <a:r>
              <a:rPr lang="vi-VN"/>
              <a:t>Bấm để chỉnh sửa kiểu văn bản Bản cái</a:t>
            </a:r>
          </a:p>
          <a:p>
            <a:pPr lvl="1" rtl="0"/>
            <a:r>
              <a:rPr lang="vi-VN"/>
              <a:t>Mức hai</a:t>
            </a:r>
          </a:p>
          <a:p>
            <a:pPr lvl="2" rtl="0"/>
            <a:r>
              <a:rPr lang="vi-VN"/>
              <a:t>Mức ba</a:t>
            </a:r>
          </a:p>
          <a:p>
            <a:pPr lvl="3" rtl="0"/>
            <a:r>
              <a:rPr lang="vi-VN"/>
              <a:t>Mức bốn</a:t>
            </a:r>
          </a:p>
          <a:p>
            <a:pPr lvl="4" rtl="0"/>
            <a:r>
              <a:rPr lang="vi-VN"/>
              <a:t>Mức năm</a:t>
            </a:r>
          </a:p>
        </p:txBody>
      </p:sp>
      <p:sp>
        <p:nvSpPr>
          <p:cNvPr id="4" name="Chỗ dành sẵn cho Văn bản 3">
            <a:extLst>
              <a:ext uri="{FF2B5EF4-FFF2-40B4-BE49-F238E27FC236}">
                <a16:creationId xmlns:a16="http://schemas.microsoft.com/office/drawing/2014/main" id="{08467220-06E3-427A-B4D3-9B0030E09DBB}"/>
              </a:ext>
            </a:extLst>
          </p:cNvPr>
          <p:cNvSpPr>
            <a:spLocks noGrp="1"/>
          </p:cNvSpPr>
          <p:nvPr>
            <p:ph type="body" sz="half" idx="2"/>
          </p:nvPr>
        </p:nvSpPr>
        <p:spPr>
          <a:xfrm>
            <a:off x="839788" y="2057400"/>
            <a:ext cx="3932237" cy="3811588"/>
          </a:xfrm>
        </p:spPr>
        <p:txBody>
          <a:bodyPr rtlCol="0"/>
          <a:lstStyle>
            <a:lvl1pPr marL="0" indent="0">
              <a:buNone/>
              <a:defRPr lang="vi-VN" sz="1600"/>
            </a:lvl1pPr>
            <a:lvl2pPr marL="457200" indent="0">
              <a:buNone/>
              <a:defRPr lang="vi-VN" sz="1400"/>
            </a:lvl2pPr>
            <a:lvl3pPr marL="914400" indent="0">
              <a:buNone/>
              <a:defRPr lang="vi-VN" sz="1200"/>
            </a:lvl3pPr>
            <a:lvl4pPr marL="1371600" indent="0">
              <a:buNone/>
              <a:defRPr lang="vi-VN" sz="1000"/>
            </a:lvl4pPr>
            <a:lvl5pPr marL="1828800" indent="0">
              <a:buNone/>
              <a:defRPr lang="vi-VN" sz="1000"/>
            </a:lvl5pPr>
            <a:lvl6pPr marL="2286000" indent="0">
              <a:buNone/>
              <a:defRPr lang="vi-VN" sz="1000"/>
            </a:lvl6pPr>
            <a:lvl7pPr marL="2743200" indent="0">
              <a:buNone/>
              <a:defRPr lang="vi-VN" sz="1000"/>
            </a:lvl7pPr>
            <a:lvl8pPr marL="3200400" indent="0">
              <a:buNone/>
              <a:defRPr lang="vi-VN" sz="1000"/>
            </a:lvl8pPr>
            <a:lvl9pPr marL="3657600" indent="0">
              <a:buNone/>
              <a:defRPr lang="vi-VN" sz="1000"/>
            </a:lvl9pPr>
          </a:lstStyle>
          <a:p>
            <a:pPr lvl="0" rtl="0"/>
            <a:r>
              <a:rPr lang="vi-VN"/>
              <a:t>Bấm để chỉnh sửa kiểu văn bản Bản cái</a:t>
            </a:r>
          </a:p>
        </p:txBody>
      </p:sp>
      <p:sp>
        <p:nvSpPr>
          <p:cNvPr id="6" name="Chỗ dành sẵn cho Chân trang 5">
            <a:extLst>
              <a:ext uri="{FF2B5EF4-FFF2-40B4-BE49-F238E27FC236}">
                <a16:creationId xmlns:a16="http://schemas.microsoft.com/office/drawing/2014/main" id="{F5AEF53B-C85C-47DB-ADE4-C1D9FA682945}"/>
              </a:ext>
            </a:extLst>
          </p:cNvPr>
          <p:cNvSpPr>
            <a:spLocks noGrp="1"/>
          </p:cNvSpPr>
          <p:nvPr>
            <p:ph type="ftr" sz="quarter" idx="11"/>
          </p:nvPr>
        </p:nvSpPr>
        <p:spPr>
          <a:xfrm>
            <a:off x="4038600" y="11575"/>
            <a:ext cx="4114800" cy="856526"/>
          </a:xfrm>
          <a:prstGeom prst="rect">
            <a:avLst/>
          </a:prstGeom>
        </p:spPr>
        <p:txBody>
          <a:bodyPr rtlCol="0"/>
          <a:lstStyle>
            <a:defPPr>
              <a:defRPr lang="vi-VN"/>
            </a:defPPr>
          </a:lstStyle>
          <a:p>
            <a:pPr rtl="0"/>
            <a:r>
              <a:rPr lang="vi-VN"/>
              <a:t>TIÊU ĐỀ BẢN TRÌNH BÀY</a:t>
            </a:r>
          </a:p>
        </p:txBody>
      </p:sp>
      <p:sp>
        <p:nvSpPr>
          <p:cNvPr id="7" name="Chỗ dành sẵn cho Số hiệu Bản chiếu 6">
            <a:extLst>
              <a:ext uri="{FF2B5EF4-FFF2-40B4-BE49-F238E27FC236}">
                <a16:creationId xmlns:a16="http://schemas.microsoft.com/office/drawing/2014/main" id="{DFD4FD38-14E5-4C36-B948-8BF3F794ED8C}"/>
              </a:ext>
            </a:extLst>
          </p:cNvPr>
          <p:cNvSpPr>
            <a:spLocks noGrp="1"/>
          </p:cNvSpPr>
          <p:nvPr>
            <p:ph type="sldNum" sz="quarter" idx="12"/>
          </p:nvPr>
        </p:nvSpPr>
        <p:spPr>
          <a:xfrm>
            <a:off x="4038600" y="6006546"/>
            <a:ext cx="4114800" cy="851453"/>
          </a:xfrm>
          <a:prstGeom prst="rect">
            <a:avLst/>
          </a:prstGeom>
        </p:spPr>
        <p:txBody>
          <a:bodyPr rtlCol="0"/>
          <a:lstStyle>
            <a:defPPr>
              <a:defRPr lang="vi-VN"/>
            </a:defPPr>
          </a:lstStyle>
          <a:p>
            <a:pPr rtl="0"/>
            <a:fld id="{294A09A9-5501-47C1-A89A-A340965A2BE2}" type="slidenum">
              <a:rPr lang="vi-VN" smtClean="0"/>
              <a:t>‹#›</a:t>
            </a:fld>
            <a:endParaRPr lang="vi-VN" dirty="0"/>
          </a:p>
        </p:txBody>
      </p:sp>
      <p:cxnSp>
        <p:nvCxnSpPr>
          <p:cNvPr id="8" name="Đường nối Thẳng 7">
            <a:extLst>
              <a:ext uri="{FF2B5EF4-FFF2-40B4-BE49-F238E27FC236}">
                <a16:creationId xmlns:a16="http://schemas.microsoft.com/office/drawing/2014/main" id="{5754AE8D-13E4-BDDA-7C36-A9E08FD0A0E8}"/>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Đường nối Thẳng 8">
            <a:extLst>
              <a:ext uri="{FF2B5EF4-FFF2-40B4-BE49-F238E27FC236}">
                <a16:creationId xmlns:a16="http://schemas.microsoft.com/office/drawing/2014/main" id="{6CE37136-8479-8CDC-7EEB-030C1A8151EF}"/>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9920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Ảnh có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DF308F2A-1C19-4116-80DF-E24EDDF283FF}"/>
              </a:ext>
            </a:extLst>
          </p:cNvPr>
          <p:cNvSpPr>
            <a:spLocks noGrp="1"/>
          </p:cNvSpPr>
          <p:nvPr>
            <p:ph type="title"/>
          </p:nvPr>
        </p:nvSpPr>
        <p:spPr>
          <a:xfrm>
            <a:off x="839788" y="457200"/>
            <a:ext cx="3932237" cy="1600200"/>
          </a:xfrm>
        </p:spPr>
        <p:txBody>
          <a:bodyPr rtlCol="0" anchor="b"/>
          <a:lstStyle>
            <a:lvl1pPr>
              <a:defRPr lang="vi-VN" sz="3200">
                <a:latin typeface="+mj-lt"/>
              </a:defRPr>
            </a:lvl1pPr>
          </a:lstStyle>
          <a:p>
            <a:pPr rtl="0"/>
            <a:r>
              <a:rPr lang="vi-VN"/>
              <a:t>Bấm để chỉnh sửa kiểu tiêu đề Bản cái</a:t>
            </a:r>
          </a:p>
        </p:txBody>
      </p:sp>
      <p:sp>
        <p:nvSpPr>
          <p:cNvPr id="3" name="Chỗ dành sẵn cho Hình ảnh 2">
            <a:extLst>
              <a:ext uri="{FF2B5EF4-FFF2-40B4-BE49-F238E27FC236}">
                <a16:creationId xmlns:a16="http://schemas.microsoft.com/office/drawing/2014/main" id="{08A489A7-7CA6-4CC9-B634-FCB2E102C6B9}"/>
              </a:ext>
            </a:extLst>
          </p:cNvPr>
          <p:cNvSpPr>
            <a:spLocks noGrp="1"/>
          </p:cNvSpPr>
          <p:nvPr>
            <p:ph type="pic" idx="1"/>
          </p:nvPr>
        </p:nvSpPr>
        <p:spPr>
          <a:xfrm>
            <a:off x="5183188" y="987425"/>
            <a:ext cx="6172200" cy="4873625"/>
          </a:xfrm>
        </p:spPr>
        <p:txBody>
          <a:bodyPr rtlCol="0"/>
          <a:lstStyle>
            <a:lvl1pPr marL="0" indent="0">
              <a:buNone/>
              <a:defRPr lang="vi-VN" sz="3200"/>
            </a:lvl1pPr>
            <a:lvl2pPr marL="457200" indent="0">
              <a:buNone/>
              <a:defRPr lang="vi-VN" sz="2800"/>
            </a:lvl2pPr>
            <a:lvl3pPr marL="914400" indent="0">
              <a:buNone/>
              <a:defRPr lang="vi-VN" sz="2400"/>
            </a:lvl3pPr>
            <a:lvl4pPr marL="1371600" indent="0">
              <a:buNone/>
              <a:defRPr lang="vi-VN" sz="2000"/>
            </a:lvl4pPr>
            <a:lvl5pPr marL="1828800" indent="0">
              <a:buNone/>
              <a:defRPr lang="vi-VN" sz="2000"/>
            </a:lvl5pPr>
            <a:lvl6pPr marL="2286000" indent="0">
              <a:buNone/>
              <a:defRPr lang="vi-VN" sz="2000"/>
            </a:lvl6pPr>
            <a:lvl7pPr marL="2743200" indent="0">
              <a:buNone/>
              <a:defRPr lang="vi-VN" sz="2000"/>
            </a:lvl7pPr>
            <a:lvl8pPr marL="3200400" indent="0">
              <a:buNone/>
              <a:defRPr lang="vi-VN" sz="2000"/>
            </a:lvl8pPr>
            <a:lvl9pPr marL="3657600" indent="0">
              <a:buNone/>
              <a:defRPr lang="vi-VN" sz="2000"/>
            </a:lvl9pPr>
          </a:lstStyle>
          <a:p>
            <a:pPr rtl="0"/>
            <a:endParaRPr lang="vi-VN" dirty="0"/>
          </a:p>
        </p:txBody>
      </p:sp>
      <p:sp>
        <p:nvSpPr>
          <p:cNvPr id="4" name="Chỗ dành sẵn cho Văn bản 3">
            <a:extLst>
              <a:ext uri="{FF2B5EF4-FFF2-40B4-BE49-F238E27FC236}">
                <a16:creationId xmlns:a16="http://schemas.microsoft.com/office/drawing/2014/main" id="{7DF5F80D-1DB9-4E0A-8F68-924FC1C9C3BA}"/>
              </a:ext>
            </a:extLst>
          </p:cNvPr>
          <p:cNvSpPr>
            <a:spLocks noGrp="1"/>
          </p:cNvSpPr>
          <p:nvPr>
            <p:ph type="body" sz="half" idx="2"/>
          </p:nvPr>
        </p:nvSpPr>
        <p:spPr>
          <a:xfrm>
            <a:off x="839788" y="2057400"/>
            <a:ext cx="3932237" cy="3811588"/>
          </a:xfrm>
        </p:spPr>
        <p:txBody>
          <a:bodyPr rtlCol="0"/>
          <a:lstStyle>
            <a:lvl1pPr marL="0" indent="0">
              <a:buNone/>
              <a:defRPr lang="vi-VN" sz="1600"/>
            </a:lvl1pPr>
            <a:lvl2pPr marL="457200" indent="0">
              <a:buNone/>
              <a:defRPr lang="vi-VN" sz="1400"/>
            </a:lvl2pPr>
            <a:lvl3pPr marL="914400" indent="0">
              <a:buNone/>
              <a:defRPr lang="vi-VN" sz="1200"/>
            </a:lvl3pPr>
            <a:lvl4pPr marL="1371600" indent="0">
              <a:buNone/>
              <a:defRPr lang="vi-VN" sz="1000"/>
            </a:lvl4pPr>
            <a:lvl5pPr marL="1828800" indent="0">
              <a:buNone/>
              <a:defRPr lang="vi-VN" sz="1000"/>
            </a:lvl5pPr>
            <a:lvl6pPr marL="2286000" indent="0">
              <a:buNone/>
              <a:defRPr lang="vi-VN" sz="1000"/>
            </a:lvl6pPr>
            <a:lvl7pPr marL="2743200" indent="0">
              <a:buNone/>
              <a:defRPr lang="vi-VN" sz="1000"/>
            </a:lvl7pPr>
            <a:lvl8pPr marL="3200400" indent="0">
              <a:buNone/>
              <a:defRPr lang="vi-VN" sz="1000"/>
            </a:lvl8pPr>
            <a:lvl9pPr marL="3657600" indent="0">
              <a:buNone/>
              <a:defRPr lang="vi-VN" sz="1000"/>
            </a:lvl9pPr>
          </a:lstStyle>
          <a:p>
            <a:pPr lvl="0" rtl="0"/>
            <a:r>
              <a:rPr lang="vi-VN"/>
              <a:t>Bấm để chỉnh sửa kiểu văn bản Bản cái</a:t>
            </a:r>
          </a:p>
        </p:txBody>
      </p:sp>
      <p:sp>
        <p:nvSpPr>
          <p:cNvPr id="6" name="Chỗ dành sẵn cho Chân trang 5">
            <a:extLst>
              <a:ext uri="{FF2B5EF4-FFF2-40B4-BE49-F238E27FC236}">
                <a16:creationId xmlns:a16="http://schemas.microsoft.com/office/drawing/2014/main" id="{08DA4DA3-10C7-48A6-9B15-38222B8CAD42}"/>
              </a:ext>
            </a:extLst>
          </p:cNvPr>
          <p:cNvSpPr>
            <a:spLocks noGrp="1"/>
          </p:cNvSpPr>
          <p:nvPr>
            <p:ph type="ftr" sz="quarter" idx="11"/>
          </p:nvPr>
        </p:nvSpPr>
        <p:spPr>
          <a:xfrm>
            <a:off x="4038600" y="11575"/>
            <a:ext cx="4114800" cy="856526"/>
          </a:xfrm>
          <a:prstGeom prst="rect">
            <a:avLst/>
          </a:prstGeom>
        </p:spPr>
        <p:txBody>
          <a:bodyPr rtlCol="0"/>
          <a:lstStyle>
            <a:defPPr>
              <a:defRPr lang="vi-VN"/>
            </a:defPPr>
          </a:lstStyle>
          <a:p>
            <a:pPr rtl="0"/>
            <a:r>
              <a:rPr lang="vi-VN"/>
              <a:t>TIÊU ĐỀ BẢN TRÌNH BÀY</a:t>
            </a:r>
          </a:p>
        </p:txBody>
      </p:sp>
      <p:sp>
        <p:nvSpPr>
          <p:cNvPr id="7" name="Chỗ dành sẵn cho Số hiệu Bản chiếu 6">
            <a:extLst>
              <a:ext uri="{FF2B5EF4-FFF2-40B4-BE49-F238E27FC236}">
                <a16:creationId xmlns:a16="http://schemas.microsoft.com/office/drawing/2014/main" id="{E584E7EE-5B3B-427E-9807-020AEF8C7662}"/>
              </a:ext>
            </a:extLst>
          </p:cNvPr>
          <p:cNvSpPr>
            <a:spLocks noGrp="1"/>
          </p:cNvSpPr>
          <p:nvPr>
            <p:ph type="sldNum" sz="quarter" idx="12"/>
          </p:nvPr>
        </p:nvSpPr>
        <p:spPr>
          <a:xfrm>
            <a:off x="4038600" y="6006546"/>
            <a:ext cx="4114800" cy="851453"/>
          </a:xfrm>
          <a:prstGeom prst="rect">
            <a:avLst/>
          </a:prstGeom>
        </p:spPr>
        <p:txBody>
          <a:bodyPr rtlCol="0"/>
          <a:lstStyle>
            <a:defPPr>
              <a:defRPr lang="vi-VN"/>
            </a:defPPr>
          </a:lstStyle>
          <a:p>
            <a:pPr rtl="0"/>
            <a:fld id="{294A09A9-5501-47C1-A89A-A340965A2BE2}" type="slidenum">
              <a:rPr lang="vi-VN" smtClean="0"/>
              <a:t>‹#›</a:t>
            </a:fld>
            <a:endParaRPr lang="vi-VN" dirty="0"/>
          </a:p>
        </p:txBody>
      </p:sp>
      <p:cxnSp>
        <p:nvCxnSpPr>
          <p:cNvPr id="8" name="Đường nối Thẳng 7">
            <a:extLst>
              <a:ext uri="{FF2B5EF4-FFF2-40B4-BE49-F238E27FC236}">
                <a16:creationId xmlns:a16="http://schemas.microsoft.com/office/drawing/2014/main" id="{1DC6EFE9-BD9C-6124-823A-BD1C488321D2}"/>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Đường nối Thẳng 8">
            <a:extLst>
              <a:ext uri="{FF2B5EF4-FFF2-40B4-BE49-F238E27FC236}">
                <a16:creationId xmlns:a16="http://schemas.microsoft.com/office/drawing/2014/main" id="{21B53473-DF27-C657-627F-ED66976E076B}"/>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Hình ảnh 6" descr="Mẫu nền&#10;&#10;Mô tả được tạo tự động">
            <a:extLst>
              <a:ext uri="{FF2B5EF4-FFF2-40B4-BE49-F238E27FC236}">
                <a16:creationId xmlns:a16="http://schemas.microsoft.com/office/drawing/2014/main" id="{E020D11E-3FF2-1E7F-038B-4F9534916FEB}"/>
              </a:ext>
            </a:extLst>
          </p:cNvPr>
          <p:cNvPicPr>
            <a:picLocks noChangeAspect="1"/>
          </p:cNvPicPr>
          <p:nvPr userDrawn="1"/>
        </p:nvPicPr>
        <p:blipFill>
          <a:blip r:embed="rId2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Chỗ dành sẵn cho Tiêu đề 1">
            <a:extLst>
              <a:ext uri="{FF2B5EF4-FFF2-40B4-BE49-F238E27FC236}">
                <a16:creationId xmlns:a16="http://schemas.microsoft.com/office/drawing/2014/main" id="{9198F9AA-2C87-421D-97C1-B4248DFDC2C2}"/>
              </a:ext>
            </a:extLst>
          </p:cNvPr>
          <p:cNvSpPr>
            <a:spLocks noGrp="1"/>
          </p:cNvSpPr>
          <p:nvPr>
            <p:ph type="title"/>
          </p:nvPr>
        </p:nvSpPr>
        <p:spPr>
          <a:xfrm>
            <a:off x="381000" y="1660127"/>
            <a:ext cx="11430000" cy="1325563"/>
          </a:xfrm>
          <a:prstGeom prst="rect">
            <a:avLst/>
          </a:prstGeom>
        </p:spPr>
        <p:txBody>
          <a:bodyPr vert="horz" lIns="91440" tIns="45720" rIns="91440" bIns="45720" rtlCol="0" anchor="ctr">
            <a:noAutofit/>
          </a:bodyPr>
          <a:lstStyle>
            <a:defPPr>
              <a:defRPr lang="vi-VN"/>
            </a:defPPr>
          </a:lstStyle>
          <a:p>
            <a:pPr rtl="0"/>
            <a:r>
              <a:rPr lang="vi-VN" dirty="0"/>
              <a:t>BẤM ĐỂ CHỈNH SỬA KIỂU TIÊU ĐỀ CỦA BẢN CÁI</a:t>
            </a:r>
          </a:p>
        </p:txBody>
      </p:sp>
      <p:sp>
        <p:nvSpPr>
          <p:cNvPr id="3" name="Chỗ dành sẵn cho Văn bản 2">
            <a:extLst>
              <a:ext uri="{FF2B5EF4-FFF2-40B4-BE49-F238E27FC236}">
                <a16:creationId xmlns:a16="http://schemas.microsoft.com/office/drawing/2014/main" id="{AE98FC63-C8D2-4CE6-A3F1-EE8ED24590C4}"/>
              </a:ext>
            </a:extLst>
          </p:cNvPr>
          <p:cNvSpPr>
            <a:spLocks noGrp="1"/>
          </p:cNvSpPr>
          <p:nvPr>
            <p:ph type="body" idx="1"/>
          </p:nvPr>
        </p:nvSpPr>
        <p:spPr>
          <a:xfrm>
            <a:off x="381000" y="3104752"/>
            <a:ext cx="11430000" cy="2092281"/>
          </a:xfrm>
          <a:prstGeom prst="rect">
            <a:avLst/>
          </a:prstGeom>
        </p:spPr>
        <p:txBody>
          <a:bodyPr vert="horz" lIns="91440" tIns="45720" rIns="91440" bIns="45720" rtlCol="0">
            <a:noAutofit/>
          </a:bodyPr>
          <a:lstStyle>
            <a:defPPr>
              <a:defRPr lang="vi-VN"/>
            </a:defPPr>
          </a:lstStyle>
          <a:p>
            <a:pPr lvl="0" rtl="0"/>
            <a:r>
              <a:rPr lang="vi-VN" dirty="0"/>
              <a:t>Bấm để chỉnh sửa kiểu văn bản </a:t>
            </a:r>
            <a:r>
              <a:rPr lang="vi-VN" dirty="0" err="1"/>
              <a:t>Bản</a:t>
            </a:r>
            <a:r>
              <a:rPr lang="vi-VN" dirty="0"/>
              <a:t> cái</a:t>
            </a:r>
          </a:p>
          <a:p>
            <a:pPr lvl="1" rtl="0"/>
            <a:r>
              <a:rPr lang="vi-VN" dirty="0"/>
              <a:t>Mức hai</a:t>
            </a:r>
          </a:p>
          <a:p>
            <a:pPr lvl="2" rtl="0"/>
            <a:r>
              <a:rPr lang="vi-VN" dirty="0"/>
              <a:t>Mức ba</a:t>
            </a:r>
          </a:p>
          <a:p>
            <a:pPr lvl="3" rtl="0"/>
            <a:r>
              <a:rPr lang="vi-VN" dirty="0"/>
              <a:t>Mức bốn</a:t>
            </a:r>
          </a:p>
          <a:p>
            <a:pPr lvl="4" rtl="0"/>
            <a:r>
              <a:rPr lang="vi-VN" dirty="0"/>
              <a:t>Mức năm</a:t>
            </a:r>
          </a:p>
        </p:txBody>
      </p:sp>
      <p:sp>
        <p:nvSpPr>
          <p:cNvPr id="5" name="Chỗ dành sẵn cho Chân trang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11575"/>
            <a:ext cx="4114800" cy="856526"/>
          </a:xfrm>
          <a:prstGeom prst="rect">
            <a:avLst/>
          </a:prstGeom>
        </p:spPr>
        <p:txBody>
          <a:bodyPr vert="horz" lIns="91440" tIns="45720" rIns="91440" bIns="45720" rtlCol="0" anchor="ctr">
            <a:noAutofit/>
          </a:bodyPr>
          <a:lstStyle>
            <a:lvl1pPr algn="ctr">
              <a:defRPr lang="vi-VN" sz="1200" b="1" i="0" spc="200" baseline="0">
                <a:solidFill>
                  <a:schemeClr val="tx1"/>
                </a:solidFill>
                <a:latin typeface="+mn-lt"/>
                <a:cs typeface="Arial" panose="020B0604020202020204" pitchFamily="34" charset="0"/>
              </a:defRPr>
            </a:lvl1pPr>
          </a:lstStyle>
          <a:p>
            <a:pPr rtl="0"/>
            <a:r>
              <a:rPr lang="vi-VN"/>
              <a:t>TIÊU ĐỀ BẢN TRÌNH BÀY</a:t>
            </a:r>
          </a:p>
        </p:txBody>
      </p:sp>
      <p:sp>
        <p:nvSpPr>
          <p:cNvPr id="6" name="Chỗ dành sẵn cho Số hiệu Bản chiếu 5">
            <a:extLst>
              <a:ext uri="{FF2B5EF4-FFF2-40B4-BE49-F238E27FC236}">
                <a16:creationId xmlns:a16="http://schemas.microsoft.com/office/drawing/2014/main" id="{CDC57CF0-034F-450D-937C-718D5AF1A059}"/>
              </a:ext>
            </a:extLst>
          </p:cNvPr>
          <p:cNvSpPr>
            <a:spLocks noGrp="1"/>
          </p:cNvSpPr>
          <p:nvPr>
            <p:ph type="sldNum" sz="quarter" idx="4"/>
          </p:nvPr>
        </p:nvSpPr>
        <p:spPr>
          <a:xfrm>
            <a:off x="4038600" y="6006546"/>
            <a:ext cx="4114800" cy="851453"/>
          </a:xfrm>
          <a:prstGeom prst="rect">
            <a:avLst/>
          </a:prstGeom>
        </p:spPr>
        <p:txBody>
          <a:bodyPr vert="horz" lIns="91440" tIns="45720" rIns="91440" bIns="45720" rtlCol="0" anchor="ctr">
            <a:noAutofit/>
          </a:bodyPr>
          <a:lstStyle>
            <a:lvl1pPr algn="ctr">
              <a:defRPr lang="vi-VN" sz="1200" b="1" i="0" spc="200" baseline="0">
                <a:solidFill>
                  <a:schemeClr val="tx1"/>
                </a:solidFill>
                <a:latin typeface="+mn-lt"/>
                <a:cs typeface="Arial" panose="020B0604020202020204" pitchFamily="34" charset="0"/>
              </a:defRPr>
            </a:lvl1pPr>
          </a:lstStyle>
          <a:p>
            <a:pPr rtl="0"/>
            <a:r>
              <a:rPr lang="vi-VN"/>
              <a:t>&lt;##&gt;</a:t>
            </a:r>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63" r:id="rId2"/>
    <p:sldLayoutId id="2147483664" r:id="rId3"/>
    <p:sldLayoutId id="2147483651" r:id="rId4"/>
    <p:sldLayoutId id="2147483662" r:id="rId5"/>
    <p:sldLayoutId id="2147483665" r:id="rId6"/>
    <p:sldLayoutId id="2147483669" r:id="rId7"/>
    <p:sldLayoutId id="2147483658" r:id="rId8"/>
    <p:sldLayoutId id="2147483666" r:id="rId9"/>
    <p:sldLayoutId id="2147483668" r:id="rId10"/>
    <p:sldLayoutId id="2147483670" r:id="rId11"/>
    <p:sldLayoutId id="2147483653" r:id="rId12"/>
    <p:sldLayoutId id="2147483667" r:id="rId13"/>
    <p:sldLayoutId id="2147483661" r:id="rId14"/>
    <p:sldLayoutId id="2147483660" r:id="rId15"/>
    <p:sldLayoutId id="2147483655" r:id="rId16"/>
    <p:sldLayoutId id="2147483659" r:id="rId17"/>
    <p:sldLayoutId id="2147483656" r:id="rId18"/>
    <p:sldLayoutId id="2147483657" r:id="rId19"/>
  </p:sldLayoutIdLst>
  <p:hf hdr="0" dt="0"/>
  <p:txStyles>
    <p:titleStyle>
      <a:lvl1pPr algn="l" defTabSz="914400" rtl="0" eaLnBrk="1" latinLnBrk="0" hangingPunct="1">
        <a:lnSpc>
          <a:spcPct val="90000"/>
        </a:lnSpc>
        <a:spcBef>
          <a:spcPct val="0"/>
        </a:spcBef>
        <a:buNone/>
        <a:defRPr lang="vi-VN" sz="4400" b="1" i="0" kern="1200" cap="all" spc="400" baseline="0">
          <a:solidFill>
            <a:schemeClr val="tx1"/>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vi-VN" sz="2800" b="0" i="0" kern="1200" spc="50" baseline="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vi-VN" sz="2400" b="0" i="0" kern="1200" spc="50" baseline="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vi-VN" sz="2000" b="0" i="0" kern="1200" spc="50" baseline="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vi-VN" sz="1800" b="0" i="0" kern="1200" spc="50" baseline="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vi-VN" sz="1800" b="0" i="0" kern="1200" spc="50" baseline="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lang="vi-VN"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vi-VN"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vi-VN"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vi-VN" sz="1800" kern="1200">
          <a:solidFill>
            <a:schemeClr val="tx1"/>
          </a:solidFill>
          <a:latin typeface="+mn-lt"/>
          <a:ea typeface="+mn-ea"/>
          <a:cs typeface="+mn-cs"/>
        </a:defRPr>
      </a:lvl9pPr>
    </p:bodyStyle>
    <p:otherStyle>
      <a:defPPr>
        <a:defRPr lang="vi-VN"/>
      </a:defPPr>
      <a:lvl1pPr marL="0" algn="l" defTabSz="914400" rtl="0" eaLnBrk="1" latinLnBrk="0" hangingPunct="1">
        <a:defRPr lang="vi-VN" sz="1800" kern="1200">
          <a:solidFill>
            <a:schemeClr val="tx1"/>
          </a:solidFill>
          <a:latin typeface="+mn-lt"/>
          <a:ea typeface="+mn-ea"/>
          <a:cs typeface="+mn-cs"/>
        </a:defRPr>
      </a:lvl1pPr>
      <a:lvl2pPr marL="457200" algn="l" defTabSz="914400" rtl="0" eaLnBrk="1" latinLnBrk="0" hangingPunct="1">
        <a:defRPr lang="vi-VN" sz="1800" kern="1200">
          <a:solidFill>
            <a:schemeClr val="tx1"/>
          </a:solidFill>
          <a:latin typeface="+mn-lt"/>
          <a:ea typeface="+mn-ea"/>
          <a:cs typeface="+mn-cs"/>
        </a:defRPr>
      </a:lvl2pPr>
      <a:lvl3pPr marL="914400" algn="l" defTabSz="914400" rtl="0" eaLnBrk="1" latinLnBrk="0" hangingPunct="1">
        <a:defRPr lang="vi-VN" sz="1800" kern="1200">
          <a:solidFill>
            <a:schemeClr val="tx1"/>
          </a:solidFill>
          <a:latin typeface="+mn-lt"/>
          <a:ea typeface="+mn-ea"/>
          <a:cs typeface="+mn-cs"/>
        </a:defRPr>
      </a:lvl3pPr>
      <a:lvl4pPr marL="1371600" algn="l" defTabSz="914400" rtl="0" eaLnBrk="1" latinLnBrk="0" hangingPunct="1">
        <a:defRPr lang="vi-VN" sz="1800" kern="1200">
          <a:solidFill>
            <a:schemeClr val="tx1"/>
          </a:solidFill>
          <a:latin typeface="+mn-lt"/>
          <a:ea typeface="+mn-ea"/>
          <a:cs typeface="+mn-cs"/>
        </a:defRPr>
      </a:lvl4pPr>
      <a:lvl5pPr marL="1828800" algn="l" defTabSz="914400" rtl="0" eaLnBrk="1" latinLnBrk="0" hangingPunct="1">
        <a:defRPr lang="vi-VN" sz="1800" kern="1200">
          <a:solidFill>
            <a:schemeClr val="tx1"/>
          </a:solidFill>
          <a:latin typeface="+mn-lt"/>
          <a:ea typeface="+mn-ea"/>
          <a:cs typeface="+mn-cs"/>
        </a:defRPr>
      </a:lvl5pPr>
      <a:lvl6pPr marL="2286000" algn="l" defTabSz="914400" rtl="0" eaLnBrk="1" latinLnBrk="0" hangingPunct="1">
        <a:defRPr lang="vi-VN" sz="1800" kern="1200">
          <a:solidFill>
            <a:schemeClr val="tx1"/>
          </a:solidFill>
          <a:latin typeface="+mn-lt"/>
          <a:ea typeface="+mn-ea"/>
          <a:cs typeface="+mn-cs"/>
        </a:defRPr>
      </a:lvl6pPr>
      <a:lvl7pPr marL="2743200" algn="l" defTabSz="914400" rtl="0" eaLnBrk="1" latinLnBrk="0" hangingPunct="1">
        <a:defRPr lang="vi-VN" sz="1800" kern="1200">
          <a:solidFill>
            <a:schemeClr val="tx1"/>
          </a:solidFill>
          <a:latin typeface="+mn-lt"/>
          <a:ea typeface="+mn-ea"/>
          <a:cs typeface="+mn-cs"/>
        </a:defRPr>
      </a:lvl7pPr>
      <a:lvl8pPr marL="3200400" algn="l" defTabSz="914400" rtl="0" eaLnBrk="1" latinLnBrk="0" hangingPunct="1">
        <a:defRPr lang="vi-VN" sz="1800" kern="1200">
          <a:solidFill>
            <a:schemeClr val="tx1"/>
          </a:solidFill>
          <a:latin typeface="+mn-lt"/>
          <a:ea typeface="+mn-ea"/>
          <a:cs typeface="+mn-cs"/>
        </a:defRPr>
      </a:lvl8pPr>
      <a:lvl9pPr marL="3657600" algn="l" defTabSz="914400" rtl="0" eaLnBrk="1" latinLnBrk="0" hangingPunct="1">
        <a:defRPr lang="vi-VN"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33.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1DF3D98-3C30-4CFC-8643-C81E829C8C25}"/>
              </a:ext>
            </a:extLst>
          </p:cNvPr>
          <p:cNvSpPr>
            <a:spLocks noGrp="1"/>
          </p:cNvSpPr>
          <p:nvPr>
            <p:ph type="ctrTitle"/>
          </p:nvPr>
        </p:nvSpPr>
        <p:spPr/>
        <p:txBody>
          <a:bodyPr rtlCol="0"/>
          <a:lstStyle>
            <a:defPPr>
              <a:defRPr lang="vi-VN"/>
            </a:defPPr>
          </a:lstStyle>
          <a:p>
            <a:pPr rtl="0"/>
            <a:r>
              <a:rPr lang="vi-VN"/>
              <a:t>TIÊU ĐỀ BẢN TRÌNH BÀY</a:t>
            </a:r>
          </a:p>
        </p:txBody>
      </p:sp>
      <p:sp>
        <p:nvSpPr>
          <p:cNvPr id="3" name="Tiêu đề phụ 2">
            <a:extLst>
              <a:ext uri="{FF2B5EF4-FFF2-40B4-BE49-F238E27FC236}">
                <a16:creationId xmlns:a16="http://schemas.microsoft.com/office/drawing/2014/main" id="{A068D447-28D3-4F5F-B2DC-FD67E9015868}"/>
              </a:ext>
            </a:extLst>
          </p:cNvPr>
          <p:cNvSpPr>
            <a:spLocks noGrp="1"/>
          </p:cNvSpPr>
          <p:nvPr>
            <p:ph type="subTitle" idx="1"/>
          </p:nvPr>
        </p:nvSpPr>
        <p:spPr/>
        <p:txBody>
          <a:bodyPr rtlCol="0"/>
          <a:lstStyle>
            <a:defPPr>
              <a:defRPr lang="vi-VN"/>
            </a:defPPr>
          </a:lstStyle>
          <a:p>
            <a:pPr rtl="0"/>
            <a:r>
              <a:rPr lang="vi-VN"/>
              <a:t>Mirjam Nilsson​</a:t>
            </a: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êu đề 3">
            <a:extLst>
              <a:ext uri="{FF2B5EF4-FFF2-40B4-BE49-F238E27FC236}">
                <a16:creationId xmlns:a16="http://schemas.microsoft.com/office/drawing/2014/main" id="{25F4EFB8-B32B-E305-CA40-1BDEF9E3C5D6}"/>
              </a:ext>
            </a:extLst>
          </p:cNvPr>
          <p:cNvSpPr>
            <a:spLocks noGrp="1"/>
          </p:cNvSpPr>
          <p:nvPr>
            <p:ph type="title"/>
          </p:nvPr>
        </p:nvSpPr>
        <p:spPr/>
        <p:txBody>
          <a:bodyPr rtlCol="0"/>
          <a:lstStyle>
            <a:defPPr>
              <a:defRPr lang="vi-VN"/>
            </a:defPPr>
          </a:lstStyle>
          <a:p>
            <a:pPr rtl="0"/>
            <a:r>
              <a:rPr lang="vi-VN"/>
              <a:t>CHƯƠNG TRÌNH LÀM VIỆC</a:t>
            </a:r>
          </a:p>
        </p:txBody>
      </p:sp>
      <p:sp>
        <p:nvSpPr>
          <p:cNvPr id="2" name="Chỗ dành sẵn cho Chân trang 1">
            <a:extLst>
              <a:ext uri="{FF2B5EF4-FFF2-40B4-BE49-F238E27FC236}">
                <a16:creationId xmlns:a16="http://schemas.microsoft.com/office/drawing/2014/main" id="{70640A05-A075-B6F7-8485-592305845518}"/>
              </a:ext>
            </a:extLst>
          </p:cNvPr>
          <p:cNvSpPr>
            <a:spLocks noGrp="1"/>
          </p:cNvSpPr>
          <p:nvPr>
            <p:ph type="ftr" sz="quarter" idx="11"/>
          </p:nvPr>
        </p:nvSpPr>
        <p:spPr/>
        <p:txBody>
          <a:bodyPr rtlCol="0"/>
          <a:lstStyle>
            <a:defPPr>
              <a:defRPr lang="vi-VN"/>
            </a:defPPr>
          </a:lstStyle>
          <a:p>
            <a:pPr rtl="0"/>
            <a:r>
              <a:rPr lang="vi-VN"/>
              <a:t>TIÊU ĐỀ BẢN TRÌNH BÀY</a:t>
            </a:r>
          </a:p>
        </p:txBody>
      </p:sp>
      <p:sp>
        <p:nvSpPr>
          <p:cNvPr id="5" name="Chỗ dành sẵn cho Nội dung 4">
            <a:extLst>
              <a:ext uri="{FF2B5EF4-FFF2-40B4-BE49-F238E27FC236}">
                <a16:creationId xmlns:a16="http://schemas.microsoft.com/office/drawing/2014/main" id="{3602EF04-C343-BFD2-AB41-A62063075783}"/>
              </a:ext>
            </a:extLst>
          </p:cNvPr>
          <p:cNvSpPr>
            <a:spLocks noGrp="1"/>
          </p:cNvSpPr>
          <p:nvPr>
            <p:ph sz="quarter" idx="13"/>
          </p:nvPr>
        </p:nvSpPr>
        <p:spPr/>
        <p:txBody>
          <a:bodyPr rtlCol="0"/>
          <a:lstStyle>
            <a:defPPr>
              <a:defRPr lang="vi-VN"/>
            </a:defPPr>
          </a:lstStyle>
          <a:p>
            <a:pPr rtl="0"/>
            <a:r>
              <a:rPr lang="vi-VN"/>
              <a:t>Giới thiệu</a:t>
            </a:r>
          </a:p>
          <a:p>
            <a:pPr rtl="0"/>
            <a:r>
              <a:rPr lang="vi-VN"/>
              <a:t>Mục tiêu chính</a:t>
            </a:r>
          </a:p>
          <a:p>
            <a:pPr rtl="0"/>
            <a:r>
              <a:rPr lang="vi-VN"/>
              <a:t>Các lĩnh vực phát triển</a:t>
            </a:r>
          </a:p>
          <a:p>
            <a:pPr rtl="0"/>
            <a:r>
              <a:rPr lang="vi-VN"/>
              <a:t>Dòng thời gian</a:t>
            </a:r>
          </a:p>
          <a:p>
            <a:pPr rtl="0"/>
            <a:r>
              <a:rPr lang="vi-VN"/>
              <a:t>Tóm tắt</a:t>
            </a:r>
          </a:p>
        </p:txBody>
      </p:sp>
      <p:sp>
        <p:nvSpPr>
          <p:cNvPr id="3" name="Chỗ dành sẵn cho Số hiệu Bản chiếu 2">
            <a:extLst>
              <a:ext uri="{FF2B5EF4-FFF2-40B4-BE49-F238E27FC236}">
                <a16:creationId xmlns:a16="http://schemas.microsoft.com/office/drawing/2014/main" id="{4A003396-B624-401E-50C6-C0BB01AF161D}"/>
              </a:ext>
            </a:extLst>
          </p:cNvPr>
          <p:cNvSpPr>
            <a:spLocks noGrp="1"/>
          </p:cNvSpPr>
          <p:nvPr>
            <p:ph type="sldNum" sz="quarter" idx="12"/>
          </p:nvPr>
        </p:nvSpPr>
        <p:spPr/>
        <p:txBody>
          <a:bodyPr rtlCol="0"/>
          <a:lstStyle>
            <a:defPPr>
              <a:defRPr lang="vi-VN"/>
            </a:defPPr>
          </a:lstStyle>
          <a:p>
            <a:pPr rtl="0"/>
            <a:fld id="{294A09A9-5501-47C1-A89A-A340965A2BE2}" type="slidenum">
              <a:rPr lang="vi-VN" smtClean="0"/>
              <a:pPr/>
              <a:t>2</a:t>
            </a:fld>
            <a:endParaRPr lang="vi-VN" dirty="0"/>
          </a:p>
        </p:txBody>
      </p:sp>
    </p:spTree>
    <p:extLst>
      <p:ext uri="{BB962C8B-B14F-4D97-AF65-F5344CB8AC3E}">
        <p14:creationId xmlns:p14="http://schemas.microsoft.com/office/powerpoint/2010/main" val="33071625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êu đề 3">
            <a:extLst>
              <a:ext uri="{FF2B5EF4-FFF2-40B4-BE49-F238E27FC236}">
                <a16:creationId xmlns:a16="http://schemas.microsoft.com/office/drawing/2014/main" id="{07775003-C8C2-57FA-C8D5-99577C44F58A}"/>
              </a:ext>
            </a:extLst>
          </p:cNvPr>
          <p:cNvSpPr>
            <a:spLocks noGrp="1"/>
          </p:cNvSpPr>
          <p:nvPr>
            <p:ph type="title"/>
          </p:nvPr>
        </p:nvSpPr>
        <p:spPr/>
        <p:txBody>
          <a:bodyPr rtlCol="0"/>
          <a:lstStyle>
            <a:defPPr>
              <a:defRPr lang="vi-VN"/>
            </a:defPPr>
          </a:lstStyle>
          <a:p>
            <a:pPr rtl="0"/>
            <a:r>
              <a:rPr lang="vi-VN"/>
              <a:t>GIỚI-THIỆU</a:t>
            </a:r>
          </a:p>
        </p:txBody>
      </p:sp>
      <p:sp>
        <p:nvSpPr>
          <p:cNvPr id="2" name="Chỗ dành sẵn cho Chân trang 1">
            <a:extLst>
              <a:ext uri="{FF2B5EF4-FFF2-40B4-BE49-F238E27FC236}">
                <a16:creationId xmlns:a16="http://schemas.microsoft.com/office/drawing/2014/main" id="{6B4F370C-18BC-A752-2980-6309F5D7DC43}"/>
              </a:ext>
            </a:extLst>
          </p:cNvPr>
          <p:cNvSpPr>
            <a:spLocks noGrp="1"/>
          </p:cNvSpPr>
          <p:nvPr>
            <p:ph type="ftr" sz="quarter" idx="11"/>
          </p:nvPr>
        </p:nvSpPr>
        <p:spPr/>
        <p:txBody>
          <a:bodyPr rtlCol="0"/>
          <a:lstStyle>
            <a:defPPr>
              <a:defRPr lang="vi-VN"/>
            </a:defPPr>
          </a:lstStyle>
          <a:p>
            <a:pPr rtl="0"/>
            <a:r>
              <a:rPr lang="vi-VN"/>
              <a:t>TIÊU ĐỀ BẢN TRÌNH BÀY</a:t>
            </a:r>
          </a:p>
        </p:txBody>
      </p:sp>
      <p:sp>
        <p:nvSpPr>
          <p:cNvPr id="5" name="Chỗ dành sẵn cho Nội dung 4">
            <a:extLst>
              <a:ext uri="{FF2B5EF4-FFF2-40B4-BE49-F238E27FC236}">
                <a16:creationId xmlns:a16="http://schemas.microsoft.com/office/drawing/2014/main" id="{95D67805-CCBD-8182-540F-93068A90C4E8}"/>
              </a:ext>
            </a:extLst>
          </p:cNvPr>
          <p:cNvSpPr>
            <a:spLocks noGrp="1"/>
          </p:cNvSpPr>
          <p:nvPr>
            <p:ph sz="quarter" idx="13"/>
          </p:nvPr>
        </p:nvSpPr>
        <p:spPr/>
        <p:txBody>
          <a:bodyPr rtlCol="0"/>
          <a:lstStyle>
            <a:defPPr>
              <a:defRPr lang="vi-VN"/>
            </a:defPPr>
          </a:lstStyle>
          <a:p>
            <a:pPr rtl="0"/>
            <a:r>
              <a:rPr lang="vi-VN"/>
              <a:t>Tại Contoso, chúng tôi trao quyền cho các tổ chức để thúc đẩy tư duy hợp tác để thúc đẩy hơn nữa sự đổi mới tại nơi làm việc. Bằng cách khép lại vòng lặp và tận dụng các khuôn khổ nhanh nhẹn, chúng tôi giúp doanh nghiệp phát triển một cách hữu cơ và nuôi dưỡng tư duy ưu tiên người tiêu dùng.</a:t>
            </a:r>
          </a:p>
        </p:txBody>
      </p:sp>
      <p:sp>
        <p:nvSpPr>
          <p:cNvPr id="3" name="Chỗ dành sẵn cho Số hiệu Bản chiếu 2">
            <a:extLst>
              <a:ext uri="{FF2B5EF4-FFF2-40B4-BE49-F238E27FC236}">
                <a16:creationId xmlns:a16="http://schemas.microsoft.com/office/drawing/2014/main" id="{F0986A75-51DF-087B-EE6E-0899D0826DFB}"/>
              </a:ext>
            </a:extLst>
          </p:cNvPr>
          <p:cNvSpPr>
            <a:spLocks noGrp="1"/>
          </p:cNvSpPr>
          <p:nvPr>
            <p:ph type="sldNum" sz="quarter" idx="12"/>
          </p:nvPr>
        </p:nvSpPr>
        <p:spPr/>
        <p:txBody>
          <a:bodyPr rtlCol="0"/>
          <a:lstStyle>
            <a:defPPr>
              <a:defRPr lang="vi-VN"/>
            </a:defPPr>
          </a:lstStyle>
          <a:p>
            <a:pPr rtl="0"/>
            <a:fld id="{294A09A9-5501-47C1-A89A-A340965A2BE2}" type="slidenum">
              <a:rPr lang="vi-VN" smtClean="0"/>
              <a:pPr/>
              <a:t>3</a:t>
            </a:fld>
            <a:endParaRPr lang="vi-VN" dirty="0"/>
          </a:p>
        </p:txBody>
      </p:sp>
    </p:spTree>
    <p:extLst>
      <p:ext uri="{BB962C8B-B14F-4D97-AF65-F5344CB8AC3E}">
        <p14:creationId xmlns:p14="http://schemas.microsoft.com/office/powerpoint/2010/main" val="42205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1DF3D98-3C30-4CFC-8643-C81E829C8C25}"/>
              </a:ext>
            </a:extLst>
          </p:cNvPr>
          <p:cNvSpPr>
            <a:spLocks noGrp="1"/>
          </p:cNvSpPr>
          <p:nvPr>
            <p:ph type="ctrTitle"/>
          </p:nvPr>
        </p:nvSpPr>
        <p:spPr/>
        <p:txBody>
          <a:bodyPr rtlCol="0" anchor="t">
            <a:noAutofit/>
          </a:bodyPr>
          <a:lstStyle>
            <a:defPPr>
              <a:defRPr lang="vi-VN"/>
            </a:defPPr>
          </a:lstStyle>
          <a:p>
            <a:pPr algn="l" rtl="0"/>
            <a:r>
              <a:rPr lang="vi-VN" sz="9600" spc="300">
                <a:ln w="28575">
                  <a:solidFill>
                    <a:schemeClr val="tx1"/>
                  </a:solidFill>
                </a:ln>
                <a:noFill/>
              </a:rPr>
              <a:t>MỤC TIÊU CHÍNH</a:t>
            </a:r>
          </a:p>
        </p:txBody>
      </p:sp>
      <p:sp>
        <p:nvSpPr>
          <p:cNvPr id="3" name="Tiêu đề phụ 2">
            <a:extLst>
              <a:ext uri="{FF2B5EF4-FFF2-40B4-BE49-F238E27FC236}">
                <a16:creationId xmlns:a16="http://schemas.microsoft.com/office/drawing/2014/main" id="{A068D447-28D3-4F5F-B2DC-FD67E9015868}"/>
              </a:ext>
            </a:extLst>
          </p:cNvPr>
          <p:cNvSpPr>
            <a:spLocks noGrp="1"/>
          </p:cNvSpPr>
          <p:nvPr>
            <p:ph type="subTitle" idx="1"/>
          </p:nvPr>
        </p:nvSpPr>
        <p:spPr/>
        <p:txBody>
          <a:bodyPr rtlCol="0" anchor="t"/>
          <a:lstStyle>
            <a:defPPr>
              <a:defRPr lang="vi-VN"/>
            </a:defPPr>
          </a:lstStyle>
          <a:p>
            <a:pPr marL="0" indent="0" algn="l" rtl="0">
              <a:buNone/>
            </a:pPr>
            <a:r>
              <a:rPr lang="vi-VN" b="1"/>
              <a:t>Tăng trưởng doanh thu hàng năm</a:t>
            </a:r>
          </a:p>
        </p:txBody>
      </p:sp>
    </p:spTree>
    <p:extLst>
      <p:ext uri="{BB962C8B-B14F-4D97-AF65-F5344CB8AC3E}">
        <p14:creationId xmlns:p14="http://schemas.microsoft.com/office/powerpoint/2010/main" val="33080719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3D441B7-60D7-2BA4-B058-7AB43FA49F72}"/>
              </a:ext>
            </a:extLst>
          </p:cNvPr>
          <p:cNvSpPr>
            <a:spLocks noGrp="1"/>
          </p:cNvSpPr>
          <p:nvPr>
            <p:ph type="title"/>
          </p:nvPr>
        </p:nvSpPr>
        <p:spPr/>
        <p:txBody>
          <a:bodyPr rtlCol="0"/>
          <a:lstStyle>
            <a:defPPr>
              <a:defRPr lang="vi-VN"/>
            </a:defPPr>
          </a:lstStyle>
          <a:p>
            <a:pPr rtl="0"/>
            <a:r>
              <a:rPr lang="vi-VN"/>
              <a:t>CÁC LĨNH VỰC PHÁT TRIỂN</a:t>
            </a:r>
          </a:p>
        </p:txBody>
      </p:sp>
      <p:sp>
        <p:nvSpPr>
          <p:cNvPr id="4" name="Chỗ dành sẵn cho Chân trang 3">
            <a:extLst>
              <a:ext uri="{FF2B5EF4-FFF2-40B4-BE49-F238E27FC236}">
                <a16:creationId xmlns:a16="http://schemas.microsoft.com/office/drawing/2014/main" id="{B071DF4C-EB67-6575-7791-C347DD98D341}"/>
              </a:ext>
            </a:extLst>
          </p:cNvPr>
          <p:cNvSpPr>
            <a:spLocks noGrp="1"/>
          </p:cNvSpPr>
          <p:nvPr>
            <p:ph type="ftr" sz="quarter" idx="11"/>
          </p:nvPr>
        </p:nvSpPr>
        <p:spPr/>
        <p:txBody>
          <a:bodyPr rtlCol="0"/>
          <a:lstStyle>
            <a:defPPr>
              <a:defRPr lang="vi-VN"/>
            </a:defPPr>
          </a:lstStyle>
          <a:p>
            <a:pPr rtl="0"/>
            <a:r>
              <a:rPr lang="vi-VN"/>
              <a:t>TIÊU ĐỀ BẢN TRÌNH BÀY</a:t>
            </a:r>
          </a:p>
        </p:txBody>
      </p:sp>
      <p:graphicFrame>
        <p:nvGraphicFramePr>
          <p:cNvPr id="7" name="Bảng 4">
            <a:extLst>
              <a:ext uri="{FF2B5EF4-FFF2-40B4-BE49-F238E27FC236}">
                <a16:creationId xmlns:a16="http://schemas.microsoft.com/office/drawing/2014/main" id="{A96CBE7A-D250-612F-A324-2A62727216D0}"/>
              </a:ext>
            </a:extLst>
          </p:cNvPr>
          <p:cNvGraphicFramePr>
            <a:graphicFrameLocks noGrp="1"/>
          </p:cNvGraphicFramePr>
          <p:nvPr>
            <p:ph sz="half" idx="2"/>
            <p:extLst>
              <p:ext uri="{D42A27DB-BD31-4B8C-83A1-F6EECF244321}">
                <p14:modId xmlns:p14="http://schemas.microsoft.com/office/powerpoint/2010/main" val="3065007266"/>
              </p:ext>
            </p:extLst>
          </p:nvPr>
        </p:nvGraphicFramePr>
        <p:xfrm>
          <a:off x="612775" y="2441575"/>
          <a:ext cx="10972796" cy="321564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1689330750"/>
                    </a:ext>
                  </a:extLst>
                </a:gridCol>
                <a:gridCol w="2438399">
                  <a:extLst>
                    <a:ext uri="{9D8B030D-6E8A-4147-A177-3AD203B41FA5}">
                      <a16:colId xmlns:a16="http://schemas.microsoft.com/office/drawing/2014/main" val="2660631934"/>
                    </a:ext>
                  </a:extLst>
                </a:gridCol>
                <a:gridCol w="2438399">
                  <a:extLst>
                    <a:ext uri="{9D8B030D-6E8A-4147-A177-3AD203B41FA5}">
                      <a16:colId xmlns:a16="http://schemas.microsoft.com/office/drawing/2014/main" val="3909717689"/>
                    </a:ext>
                  </a:extLst>
                </a:gridCol>
                <a:gridCol w="2438399">
                  <a:extLst>
                    <a:ext uri="{9D8B030D-6E8A-4147-A177-3AD203B41FA5}">
                      <a16:colId xmlns:a16="http://schemas.microsoft.com/office/drawing/2014/main" val="1603189107"/>
                    </a:ext>
                  </a:extLst>
                </a:gridCol>
                <a:gridCol w="2438399">
                  <a:extLst>
                    <a:ext uri="{9D8B030D-6E8A-4147-A177-3AD203B41FA5}">
                      <a16:colId xmlns:a16="http://schemas.microsoft.com/office/drawing/2014/main" val="2755691855"/>
                    </a:ext>
                  </a:extLst>
                </a:gridCol>
              </a:tblGrid>
              <a:tr h="533400">
                <a:tc>
                  <a:txBody>
                    <a:bodyPr/>
                    <a:lstStyle>
                      <a:defPPr>
                        <a:defRPr lang="vi-VN"/>
                      </a:defPPr>
                    </a:lstStyle>
                    <a:p>
                      <a:pPr algn="ctr" rtl="0"/>
                      <a:r>
                        <a:rPr lang="vi-VN" sz="2000" b="1" i="0" spc="200">
                          <a:solidFill>
                            <a:schemeClr val="bg1"/>
                          </a:solidFill>
                          <a:latin typeface="+mn-lt"/>
                          <a:cs typeface="Arial" panose="020B0604020202020204" pitchFamily="34" charset="0"/>
                        </a:rPr>
                        <a:t>Q</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defPPr>
                        <a:defRPr lang="vi-VN"/>
                      </a:defPPr>
                    </a:lstStyle>
                    <a:p>
                      <a:pPr algn="ctr" rtl="0"/>
                      <a:r>
                        <a:rPr lang="vi-VN" sz="2000" b="1" i="0" spc="200">
                          <a:solidFill>
                            <a:schemeClr val="bg1"/>
                          </a:solidFill>
                          <a:latin typeface="+mn-lt"/>
                          <a:cs typeface="Arial" panose="020B0604020202020204" pitchFamily="34" charset="0"/>
                        </a:rPr>
                        <a:t>B2B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defPPr>
                        <a:defRPr lang="vi-VN"/>
                      </a:defPPr>
                    </a:lstStyle>
                    <a:p>
                      <a:pPr algn="ctr" rtl="0"/>
                      <a:r>
                        <a:rPr lang="vi-VN" sz="2000" b="1" i="0" spc="200">
                          <a:solidFill>
                            <a:schemeClr val="bg1"/>
                          </a:solidFill>
                          <a:latin typeface="+mn-lt"/>
                          <a:cs typeface="Arial" panose="020B0604020202020204" pitchFamily="34" charset="0"/>
                        </a:rPr>
                        <a:t>CHUỖI CUNG ỨNG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defPPr>
                        <a:defRPr lang="vi-VN"/>
                      </a:defPPr>
                    </a:lstStyle>
                    <a:p>
                      <a:pPr algn="ctr" rtl="0"/>
                      <a:r>
                        <a:rPr lang="vi-VN" sz="2000" b="1" i="0" spc="200">
                          <a:solidFill>
                            <a:schemeClr val="bg1"/>
                          </a:solidFill>
                          <a:latin typeface="+mn-lt"/>
                          <a:cs typeface="Arial" panose="020B0604020202020204" pitchFamily="34" charset="0"/>
                        </a:rPr>
                        <a:t>ROI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defPPr>
                        <a:defRPr lang="vi-VN"/>
                      </a:defPPr>
                    </a:lstStyle>
                    <a:p>
                      <a:pPr algn="ctr" rtl="0"/>
                      <a:r>
                        <a:rPr lang="vi-VN" sz="2000" b="1" i="0" spc="200">
                          <a:solidFill>
                            <a:schemeClr val="bg1"/>
                          </a:solidFill>
                          <a:latin typeface="+mn-lt"/>
                          <a:cs typeface="Arial" panose="020B0604020202020204" pitchFamily="34" charset="0"/>
                        </a:rPr>
                        <a:t>THƯƠNG MẠI ĐIỆN TỬ</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479928716"/>
                  </a:ext>
                </a:extLst>
              </a:tr>
              <a:tr h="628650">
                <a:tc>
                  <a:txBody>
                    <a:bodyPr/>
                    <a:lstStyle>
                      <a:defPPr>
                        <a:defRPr lang="vi-VN"/>
                      </a:defPPr>
                    </a:lstStyle>
                    <a:p>
                      <a:pPr algn="ctr" rtl="0"/>
                      <a:r>
                        <a:rPr lang="vi-VN" sz="1600" b="1" i="0" spc="100">
                          <a:solidFill>
                            <a:schemeClr val="tx1"/>
                          </a:solidFill>
                          <a:latin typeface="+mn-lt"/>
                          <a:cs typeface="Arial" panose="020B0604020202020204" pitchFamily="34" charset="0"/>
                        </a:rPr>
                        <a:t>Q1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90000"/>
                        <a:alpha val="30000"/>
                      </a:schemeClr>
                    </a:solidFill>
                  </a:tcPr>
                </a:tc>
                <a:tc>
                  <a:txBody>
                    <a:bodyPr/>
                    <a:lstStyle>
                      <a:defPPr>
                        <a:defRPr lang="vi-VN"/>
                      </a:defPPr>
                    </a:lstStyle>
                    <a:p>
                      <a:pPr algn="ctr" rtl="0"/>
                      <a:r>
                        <a:rPr lang="vi-VN" sz="1600" b="1" i="0" spc="100">
                          <a:solidFill>
                            <a:schemeClr val="tx1"/>
                          </a:solidFill>
                          <a:latin typeface="+mn-lt"/>
                          <a:cs typeface="Arial" panose="020B0604020202020204" pitchFamily="34" charset="0"/>
                        </a:rPr>
                        <a:t>4,5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90000"/>
                        <a:alpha val="30000"/>
                      </a:schemeClr>
                    </a:solidFill>
                  </a:tcPr>
                </a:tc>
                <a:tc>
                  <a:txBody>
                    <a:bodyPr/>
                    <a:lstStyle>
                      <a:defPPr>
                        <a:defRPr lang="vi-VN"/>
                      </a:defPPr>
                    </a:lstStyle>
                    <a:p>
                      <a:pPr algn="ctr" rtl="0"/>
                      <a:r>
                        <a:rPr lang="vi-VN" sz="1600" b="1" i="0" spc="100">
                          <a:solidFill>
                            <a:schemeClr val="tx1"/>
                          </a:solidFill>
                          <a:latin typeface="+mn-lt"/>
                          <a:cs typeface="Arial" panose="020B0604020202020204" pitchFamily="34" charset="0"/>
                        </a:rPr>
                        <a:t>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90000"/>
                        <a:alpha val="30000"/>
                      </a:schemeClr>
                    </a:solidFill>
                  </a:tcPr>
                </a:tc>
                <a:tc>
                  <a:txBody>
                    <a:bodyPr/>
                    <a:lstStyle>
                      <a:defPPr>
                        <a:defRPr lang="vi-VN"/>
                      </a:defPPr>
                    </a:lstStyle>
                    <a:p>
                      <a:pPr algn="ctr" rtl="0"/>
                      <a:r>
                        <a:rPr lang="vi-VN" sz="1600" b="1" i="0" spc="100">
                          <a:solidFill>
                            <a:schemeClr val="tx1"/>
                          </a:solidFill>
                          <a:latin typeface="+mn-lt"/>
                          <a:cs typeface="Arial" panose="020B0604020202020204" pitchFamily="34"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90000"/>
                        <a:alpha val="30000"/>
                      </a:schemeClr>
                    </a:solidFill>
                  </a:tcPr>
                </a:tc>
                <a:tc>
                  <a:txBody>
                    <a:bodyPr/>
                    <a:lstStyle>
                      <a:defPPr>
                        <a:defRPr lang="vi-VN"/>
                      </a:defPPr>
                    </a:lstStyle>
                    <a:p>
                      <a:pPr algn="ctr" rtl="0"/>
                      <a:r>
                        <a:rPr lang="vi-VN" sz="1600" b="1" i="0" spc="100">
                          <a:solidFill>
                            <a:schemeClr val="tx1"/>
                          </a:solidFill>
                          <a:latin typeface="+mn-lt"/>
                          <a:cs typeface="Arial" panose="020B0604020202020204" pitchFamily="34" charset="0"/>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90000"/>
                        <a:alpha val="30000"/>
                      </a:schemeClr>
                    </a:solidFill>
                  </a:tcPr>
                </a:tc>
                <a:extLst>
                  <a:ext uri="{0D108BD9-81ED-4DB2-BD59-A6C34878D82A}">
                    <a16:rowId xmlns:a16="http://schemas.microsoft.com/office/drawing/2014/main" val="1760208656"/>
                  </a:ext>
                </a:extLst>
              </a:tr>
              <a:tr h="628650">
                <a:tc>
                  <a:txBody>
                    <a:bodyPr/>
                    <a:lstStyle>
                      <a:defPPr>
                        <a:defRPr lang="vi-VN"/>
                      </a:defPPr>
                    </a:lstStyle>
                    <a:p>
                      <a:pPr algn="ctr" rtl="0"/>
                      <a:r>
                        <a:rPr lang="vi-VN" sz="1600" b="1" i="0" spc="100">
                          <a:solidFill>
                            <a:schemeClr val="tx1"/>
                          </a:solidFill>
                          <a:latin typeface="+mn-lt"/>
                          <a:cs typeface="Arial" panose="020B0604020202020204" pitchFamily="34" charset="0"/>
                        </a:rPr>
                        <a:t>Q2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alpha val="50000"/>
                      </a:schemeClr>
                    </a:solidFill>
                  </a:tcPr>
                </a:tc>
                <a:tc>
                  <a:txBody>
                    <a:bodyPr/>
                    <a:lstStyle>
                      <a:defPPr>
                        <a:defRPr lang="vi-VN"/>
                      </a:defPPr>
                    </a:lstStyle>
                    <a:p>
                      <a:pPr algn="ctr" rtl="0"/>
                      <a:r>
                        <a:rPr lang="vi-VN" sz="1600" b="1" i="0" spc="100">
                          <a:solidFill>
                            <a:schemeClr val="tx1"/>
                          </a:solidFill>
                          <a:latin typeface="+mn-lt"/>
                          <a:cs typeface="Arial" panose="020B0604020202020204" pitchFamily="34" charset="0"/>
                        </a:rPr>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alpha val="50000"/>
                      </a:schemeClr>
                    </a:solidFill>
                  </a:tcPr>
                </a:tc>
                <a:tc>
                  <a:txBody>
                    <a:bodyPr/>
                    <a:lstStyle>
                      <a:defPPr>
                        <a:defRPr lang="vi-VN"/>
                      </a:defPPr>
                    </a:lstStyle>
                    <a:p>
                      <a:pPr algn="ctr" rtl="0"/>
                      <a:r>
                        <a:rPr lang="vi-VN" sz="1600" b="1" i="0" spc="100">
                          <a:solidFill>
                            <a:schemeClr val="tx1"/>
                          </a:solidFill>
                          <a:latin typeface="+mn-lt"/>
                          <a:cs typeface="Arial" panose="020B0604020202020204" pitchFamily="34" charset="0"/>
                        </a:rPr>
                        <a:t>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alpha val="50000"/>
                      </a:schemeClr>
                    </a:solidFill>
                  </a:tcPr>
                </a:tc>
                <a:tc>
                  <a:txBody>
                    <a:bodyPr/>
                    <a:lstStyle>
                      <a:defPPr>
                        <a:defRPr lang="vi-VN"/>
                      </a:defPPr>
                    </a:lstStyle>
                    <a:p>
                      <a:pPr algn="ctr" rtl="0"/>
                      <a:r>
                        <a:rPr lang="vi-VN" sz="1600" b="1" i="0" spc="100">
                          <a:solidFill>
                            <a:schemeClr val="tx1"/>
                          </a:solidFill>
                          <a:latin typeface="+mn-lt"/>
                          <a:cs typeface="Arial" panose="020B0604020202020204" pitchFamily="34" charset="0"/>
                        </a:rPr>
                        <a:t>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alpha val="50000"/>
                      </a:schemeClr>
                    </a:solidFill>
                  </a:tcPr>
                </a:tc>
                <a:tc>
                  <a:txBody>
                    <a:bodyPr/>
                    <a:lstStyle>
                      <a:defPPr>
                        <a:defRPr lang="vi-VN"/>
                      </a:defPPr>
                    </a:lstStyle>
                    <a:p>
                      <a:pPr algn="ctr" rtl="0"/>
                      <a:r>
                        <a:rPr lang="vi-VN" sz="1600" b="1" i="0" spc="100">
                          <a:solidFill>
                            <a:schemeClr val="tx1"/>
                          </a:solidFill>
                          <a:latin typeface="+mn-lt"/>
                          <a:cs typeface="Arial" panose="020B0604020202020204" pitchFamily="34" charset="0"/>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alpha val="50000"/>
                      </a:schemeClr>
                    </a:solidFill>
                  </a:tcPr>
                </a:tc>
                <a:extLst>
                  <a:ext uri="{0D108BD9-81ED-4DB2-BD59-A6C34878D82A}">
                    <a16:rowId xmlns:a16="http://schemas.microsoft.com/office/drawing/2014/main" val="3634243071"/>
                  </a:ext>
                </a:extLst>
              </a:tr>
              <a:tr h="628650">
                <a:tc>
                  <a:txBody>
                    <a:bodyPr/>
                    <a:lstStyle>
                      <a:defPPr>
                        <a:defRPr lang="vi-VN"/>
                      </a:defPPr>
                    </a:lstStyle>
                    <a:p>
                      <a:pPr algn="ctr" rtl="0"/>
                      <a:r>
                        <a:rPr lang="vi-VN" sz="1600" b="1" i="0" spc="100">
                          <a:solidFill>
                            <a:schemeClr val="tx1"/>
                          </a:solidFill>
                          <a:latin typeface="+mn-lt"/>
                          <a:cs typeface="Arial" panose="020B0604020202020204" pitchFamily="34" charset="0"/>
                        </a:rPr>
                        <a:t>Q3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alpha val="50000"/>
                      </a:schemeClr>
                    </a:solidFill>
                  </a:tcPr>
                </a:tc>
                <a:tc>
                  <a:txBody>
                    <a:bodyPr/>
                    <a:lstStyle>
                      <a:defPPr>
                        <a:defRPr lang="vi-VN"/>
                      </a:defPPr>
                    </a:lstStyle>
                    <a:p>
                      <a:pPr algn="ctr" rtl="0"/>
                      <a:r>
                        <a:rPr lang="vi-VN" sz="1600" b="1" i="0" spc="100">
                          <a:solidFill>
                            <a:schemeClr val="tx1"/>
                          </a:solidFill>
                          <a:latin typeface="+mn-lt"/>
                          <a:cs typeface="Arial" panose="020B0604020202020204" pitchFamily="34" charset="0"/>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alpha val="50000"/>
                      </a:schemeClr>
                    </a:solidFill>
                  </a:tcPr>
                </a:tc>
                <a:tc>
                  <a:txBody>
                    <a:bodyPr/>
                    <a:lstStyle>
                      <a:defPPr>
                        <a:defRPr lang="vi-VN"/>
                      </a:defPPr>
                    </a:lstStyle>
                    <a:p>
                      <a:pPr algn="ctr" rtl="0"/>
                      <a:r>
                        <a:rPr lang="vi-VN" sz="1600" b="1" i="0" spc="100">
                          <a:solidFill>
                            <a:schemeClr val="tx1"/>
                          </a:solidFill>
                          <a:latin typeface="+mn-lt"/>
                          <a:cs typeface="Arial" panose="020B0604020202020204" pitchFamily="34"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alpha val="50000"/>
                      </a:schemeClr>
                    </a:solidFill>
                  </a:tcPr>
                </a:tc>
                <a:tc>
                  <a:txBody>
                    <a:bodyPr/>
                    <a:lstStyle>
                      <a:defPPr>
                        <a:defRPr lang="vi-VN"/>
                      </a:defPPr>
                    </a:lstStyle>
                    <a:p>
                      <a:pPr algn="ctr" rtl="0"/>
                      <a:r>
                        <a:rPr lang="vi-VN" sz="1600" b="1" i="0" spc="100">
                          <a:solidFill>
                            <a:schemeClr val="tx1"/>
                          </a:solidFill>
                          <a:latin typeface="+mn-lt"/>
                          <a:cs typeface="Arial" panose="020B0604020202020204" pitchFamily="34"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alpha val="50000"/>
                      </a:schemeClr>
                    </a:solidFill>
                  </a:tcPr>
                </a:tc>
                <a:tc>
                  <a:txBody>
                    <a:bodyPr/>
                    <a:lstStyle>
                      <a:defPPr>
                        <a:defRPr lang="vi-VN"/>
                      </a:defPPr>
                    </a:lstStyle>
                    <a:p>
                      <a:pPr algn="ctr" rtl="0"/>
                      <a:r>
                        <a:rPr lang="vi-VN" sz="1600" b="1" i="0" spc="100">
                          <a:solidFill>
                            <a:schemeClr val="tx1"/>
                          </a:solidFill>
                          <a:latin typeface="+mn-lt"/>
                          <a:cs typeface="Arial" panose="020B0604020202020204" pitchFamily="34" charset="0"/>
                        </a:rPr>
                        <a:t>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alpha val="50000"/>
                      </a:schemeClr>
                    </a:solidFill>
                  </a:tcPr>
                </a:tc>
                <a:extLst>
                  <a:ext uri="{0D108BD9-81ED-4DB2-BD59-A6C34878D82A}">
                    <a16:rowId xmlns:a16="http://schemas.microsoft.com/office/drawing/2014/main" val="415808797"/>
                  </a:ext>
                </a:extLst>
              </a:tr>
              <a:tr h="628650">
                <a:tc>
                  <a:txBody>
                    <a:bodyPr/>
                    <a:lstStyle>
                      <a:defPPr>
                        <a:defRPr lang="vi-VN"/>
                      </a:defPPr>
                    </a:lstStyle>
                    <a:p>
                      <a:pPr algn="ctr" rtl="0"/>
                      <a:r>
                        <a:rPr lang="vi-VN" sz="1600" b="1" i="0" spc="100">
                          <a:solidFill>
                            <a:schemeClr val="tx1"/>
                          </a:solidFill>
                          <a:latin typeface="+mn-lt"/>
                          <a:cs typeface="Arial" panose="020B0604020202020204" pitchFamily="34" charset="0"/>
                        </a:rPr>
                        <a:t>Q4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50000"/>
                      </a:schemeClr>
                    </a:solidFill>
                  </a:tcPr>
                </a:tc>
                <a:tc>
                  <a:txBody>
                    <a:bodyPr/>
                    <a:lstStyle>
                      <a:defPPr>
                        <a:defRPr lang="vi-VN"/>
                      </a:defPPr>
                    </a:lstStyle>
                    <a:p>
                      <a:pPr algn="ctr" rtl="0"/>
                      <a:r>
                        <a:rPr lang="vi-VN" sz="1600" b="1" i="0" spc="100">
                          <a:solidFill>
                            <a:schemeClr val="tx1"/>
                          </a:solidFill>
                          <a:latin typeface="+mn-lt"/>
                          <a:cs typeface="Arial" panose="020B0604020202020204" pitchFamily="34" charset="0"/>
                        </a:rPr>
                        <a:t>4,5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50000"/>
                      </a:schemeClr>
                    </a:solidFill>
                  </a:tcPr>
                </a:tc>
                <a:tc>
                  <a:txBody>
                    <a:bodyPr/>
                    <a:lstStyle>
                      <a:defPPr>
                        <a:defRPr lang="vi-VN"/>
                      </a:defPPr>
                    </a:lstStyle>
                    <a:p>
                      <a:pPr algn="ctr" rtl="0"/>
                      <a:r>
                        <a:rPr lang="vi-VN" sz="1600" b="1" i="0" spc="100">
                          <a:solidFill>
                            <a:schemeClr val="tx1"/>
                          </a:solidFill>
                          <a:latin typeface="+mn-lt"/>
                          <a:cs typeface="Arial" panose="020B0604020202020204" pitchFamily="34"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50000"/>
                      </a:schemeClr>
                    </a:solidFill>
                  </a:tcPr>
                </a:tc>
                <a:tc>
                  <a:txBody>
                    <a:bodyPr/>
                    <a:lstStyle>
                      <a:defPPr>
                        <a:defRPr lang="vi-VN"/>
                      </a:defPPr>
                    </a:lstStyle>
                    <a:p>
                      <a:pPr algn="ctr" rtl="0"/>
                      <a:r>
                        <a:rPr lang="vi-VN" sz="1600" b="1" i="0" spc="100">
                          <a:solidFill>
                            <a:schemeClr val="tx1"/>
                          </a:solidFill>
                          <a:latin typeface="+mn-lt"/>
                          <a:cs typeface="Arial" panose="020B0604020202020204" pitchFamily="34" charset="0"/>
                        </a:rPr>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50000"/>
                      </a:schemeClr>
                    </a:solidFill>
                  </a:tcPr>
                </a:tc>
                <a:tc>
                  <a:txBody>
                    <a:bodyPr/>
                    <a:lstStyle>
                      <a:defPPr>
                        <a:defRPr lang="vi-VN"/>
                      </a:defPPr>
                    </a:lstStyle>
                    <a:p>
                      <a:pPr algn="ctr" rtl="0"/>
                      <a:r>
                        <a:rPr lang="vi-VN" sz="1600" b="1" i="0" spc="100">
                          <a:solidFill>
                            <a:schemeClr val="tx1"/>
                          </a:solidFill>
                          <a:latin typeface="+mn-lt"/>
                          <a:cs typeface="Arial" panose="020B0604020202020204" pitchFamily="34" charset="0"/>
                        </a:rPr>
                        <a:t>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380950325"/>
                  </a:ext>
                </a:extLst>
              </a:tr>
            </a:tbl>
          </a:graphicData>
        </a:graphic>
      </p:graphicFrame>
      <p:sp>
        <p:nvSpPr>
          <p:cNvPr id="5" name="Chỗ dành sẵn cho Số hiệu Bản chiếu 4">
            <a:extLst>
              <a:ext uri="{FF2B5EF4-FFF2-40B4-BE49-F238E27FC236}">
                <a16:creationId xmlns:a16="http://schemas.microsoft.com/office/drawing/2014/main" id="{FB6BA244-3A6A-5970-796B-08549B1203D3}"/>
              </a:ext>
            </a:extLst>
          </p:cNvPr>
          <p:cNvSpPr>
            <a:spLocks noGrp="1"/>
          </p:cNvSpPr>
          <p:nvPr>
            <p:ph type="sldNum" sz="quarter" idx="12"/>
          </p:nvPr>
        </p:nvSpPr>
        <p:spPr/>
        <p:txBody>
          <a:bodyPr rtlCol="0"/>
          <a:lstStyle>
            <a:defPPr>
              <a:defRPr lang="vi-VN"/>
            </a:defPPr>
          </a:lstStyle>
          <a:p>
            <a:pPr rtl="0"/>
            <a:fld id="{294A09A9-5501-47C1-A89A-A340965A2BE2}" type="slidenum">
              <a:rPr lang="vi-VN" smtClean="0"/>
              <a:pPr/>
              <a:t>5</a:t>
            </a:fld>
            <a:endParaRPr lang="vi-VN" dirty="0"/>
          </a:p>
        </p:txBody>
      </p:sp>
    </p:spTree>
    <p:extLst>
      <p:ext uri="{BB962C8B-B14F-4D97-AF65-F5344CB8AC3E}">
        <p14:creationId xmlns:p14="http://schemas.microsoft.com/office/powerpoint/2010/main" val="7722678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êu đề 5">
            <a:extLst>
              <a:ext uri="{FF2B5EF4-FFF2-40B4-BE49-F238E27FC236}">
                <a16:creationId xmlns:a16="http://schemas.microsoft.com/office/drawing/2014/main" id="{19B727DE-9C16-360C-F34F-96B63BA5504C}"/>
              </a:ext>
            </a:extLst>
          </p:cNvPr>
          <p:cNvSpPr>
            <a:spLocks noGrp="1"/>
          </p:cNvSpPr>
          <p:nvPr>
            <p:ph type="title"/>
          </p:nvPr>
        </p:nvSpPr>
        <p:spPr/>
        <p:txBody>
          <a:bodyPr rtlCol="0"/>
          <a:lstStyle>
            <a:defPPr>
              <a:defRPr lang="vi-VN"/>
            </a:defPPr>
          </a:lstStyle>
          <a:p>
            <a:pPr rtl="0"/>
            <a:r>
              <a:rPr lang="vi-VN"/>
              <a:t>Cơ hội kinh doanh giống như xe buýt. Luôn có một cái khác đến.</a:t>
            </a:r>
          </a:p>
        </p:txBody>
      </p:sp>
      <p:sp>
        <p:nvSpPr>
          <p:cNvPr id="7" name="Chỗ dành sẵn cho Văn bản 6">
            <a:extLst>
              <a:ext uri="{FF2B5EF4-FFF2-40B4-BE49-F238E27FC236}">
                <a16:creationId xmlns:a16="http://schemas.microsoft.com/office/drawing/2014/main" id="{4067AB90-919C-547C-EA0C-C5763E0BC234}"/>
              </a:ext>
            </a:extLst>
          </p:cNvPr>
          <p:cNvSpPr>
            <a:spLocks noGrp="1"/>
          </p:cNvSpPr>
          <p:nvPr>
            <p:ph type="body" sz="quarter" idx="13"/>
          </p:nvPr>
        </p:nvSpPr>
        <p:spPr/>
        <p:txBody>
          <a:bodyPr rtlCol="0"/>
          <a:lstStyle>
            <a:defPPr>
              <a:defRPr lang="vi-VN"/>
            </a:defPPr>
          </a:lstStyle>
          <a:p>
            <a:pPr rtl="0"/>
            <a:r>
              <a:rPr lang="vi-VN"/>
              <a:t>Richard Branson</a:t>
            </a:r>
          </a:p>
        </p:txBody>
      </p:sp>
      <p:sp>
        <p:nvSpPr>
          <p:cNvPr id="11" name="Chỗ dành sẵn cho Văn bản 10">
            <a:extLst>
              <a:ext uri="{FF2B5EF4-FFF2-40B4-BE49-F238E27FC236}">
                <a16:creationId xmlns:a16="http://schemas.microsoft.com/office/drawing/2014/main" id="{838F1D27-7C00-ADDA-3E62-FDBF008D5DDE}"/>
              </a:ext>
            </a:extLst>
          </p:cNvPr>
          <p:cNvSpPr>
            <a:spLocks noGrp="1"/>
          </p:cNvSpPr>
          <p:nvPr>
            <p:ph type="body" sz="quarter" idx="15"/>
          </p:nvPr>
        </p:nvSpPr>
        <p:spPr/>
        <p:txBody>
          <a:bodyPr rtlCol="0"/>
          <a:lstStyle>
            <a:defPPr>
              <a:defRPr lang="vi-VN"/>
            </a:defPPr>
          </a:lstStyle>
          <a:p>
            <a:pPr rtl="0"/>
            <a:r>
              <a:rPr lang="vi-VN"/>
              <a:t>”</a:t>
            </a:r>
          </a:p>
        </p:txBody>
      </p:sp>
      <p:sp>
        <p:nvSpPr>
          <p:cNvPr id="10" name="Chỗ dành sẵn cho Văn bản 9">
            <a:extLst>
              <a:ext uri="{FF2B5EF4-FFF2-40B4-BE49-F238E27FC236}">
                <a16:creationId xmlns:a16="http://schemas.microsoft.com/office/drawing/2014/main" id="{65E24183-EEFA-02B9-BFB3-2C57E0B5A3FD}"/>
              </a:ext>
            </a:extLst>
          </p:cNvPr>
          <p:cNvSpPr>
            <a:spLocks noGrp="1"/>
          </p:cNvSpPr>
          <p:nvPr>
            <p:ph type="body" sz="quarter" idx="14"/>
          </p:nvPr>
        </p:nvSpPr>
        <p:spPr/>
        <p:txBody>
          <a:bodyPr rtlCol="0"/>
          <a:lstStyle>
            <a:defPPr>
              <a:defRPr lang="vi-VN"/>
            </a:defPPr>
          </a:lstStyle>
          <a:p>
            <a:pPr rtl="0"/>
            <a:r>
              <a:rPr lang="vi-VN"/>
              <a:t>“</a:t>
            </a:r>
          </a:p>
        </p:txBody>
      </p:sp>
    </p:spTree>
    <p:extLst>
      <p:ext uri="{BB962C8B-B14F-4D97-AF65-F5344CB8AC3E}">
        <p14:creationId xmlns:p14="http://schemas.microsoft.com/office/powerpoint/2010/main" val="2113713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êu đề 15">
            <a:extLst>
              <a:ext uri="{FF2B5EF4-FFF2-40B4-BE49-F238E27FC236}">
                <a16:creationId xmlns:a16="http://schemas.microsoft.com/office/drawing/2014/main" id="{599B5F29-ED3B-9B44-DBBE-FD28EE7733A7}"/>
              </a:ext>
            </a:extLst>
          </p:cNvPr>
          <p:cNvSpPr>
            <a:spLocks noGrp="1"/>
          </p:cNvSpPr>
          <p:nvPr>
            <p:ph type="title"/>
          </p:nvPr>
        </p:nvSpPr>
        <p:spPr/>
        <p:txBody>
          <a:bodyPr rtlCol="0"/>
          <a:lstStyle>
            <a:defPPr>
              <a:defRPr lang="vi-VN"/>
            </a:defPPr>
          </a:lstStyle>
          <a:p>
            <a:pPr rtl="0"/>
            <a:r>
              <a:rPr lang="vi-VN"/>
              <a:t>GẶP NHÓM CHÚNG TÔI</a:t>
            </a:r>
          </a:p>
        </p:txBody>
      </p:sp>
      <p:sp>
        <p:nvSpPr>
          <p:cNvPr id="2" name="Chỗ dành sẵn cho Chân trang 1">
            <a:extLst>
              <a:ext uri="{FF2B5EF4-FFF2-40B4-BE49-F238E27FC236}">
                <a16:creationId xmlns:a16="http://schemas.microsoft.com/office/drawing/2014/main" id="{91A8AD5F-DCF2-F71C-E7E2-C2FD42878531}"/>
              </a:ext>
            </a:extLst>
          </p:cNvPr>
          <p:cNvSpPr>
            <a:spLocks noGrp="1"/>
          </p:cNvSpPr>
          <p:nvPr>
            <p:ph type="ftr" sz="quarter" idx="11"/>
          </p:nvPr>
        </p:nvSpPr>
        <p:spPr/>
        <p:txBody>
          <a:bodyPr rtlCol="0"/>
          <a:lstStyle>
            <a:defPPr>
              <a:defRPr lang="vi-VN"/>
            </a:defPPr>
          </a:lstStyle>
          <a:p>
            <a:pPr rtl="0"/>
            <a:r>
              <a:rPr lang="vi-VN"/>
              <a:t>TIÊU ĐỀ BẢN TRÌNH BÀY</a:t>
            </a:r>
          </a:p>
        </p:txBody>
      </p:sp>
      <p:pic>
        <p:nvPicPr>
          <p:cNvPr id="18" name="Chỗ dành sẵn cho Hình ảnh 17" descr="Ảnh chụp phần đầu của thành viên nhóm&#10;">
            <a:extLst>
              <a:ext uri="{FF2B5EF4-FFF2-40B4-BE49-F238E27FC236}">
                <a16:creationId xmlns:a16="http://schemas.microsoft.com/office/drawing/2014/main" id="{0ECDCC4E-4E7F-362D-521D-CE5203600261}"/>
              </a:ext>
            </a:extLst>
          </p:cNvPr>
          <p:cNvPicPr>
            <a:picLocks noGrp="1" noChangeAspect="1"/>
          </p:cNvPicPr>
          <p:nvPr>
            <p:ph type="pic" sz="quarter" idx="13"/>
          </p:nvPr>
        </p:nvPicPr>
        <p:blipFill rotWithShape="1">
          <a:blip r:embed="rId3" cstate="email">
            <a:extLst>
              <a:ext uri="{28A0092B-C50C-407E-A947-70E740481C1C}">
                <a14:useLocalDpi xmlns:a14="http://schemas.microsoft.com/office/drawing/2010/main"/>
              </a:ext>
            </a:extLst>
          </a:blip>
          <a:srcRect/>
          <a:stretch/>
        </p:blipFill>
        <p:spPr/>
      </p:pic>
      <p:sp>
        <p:nvSpPr>
          <p:cNvPr id="8" name="Chỗ dành sẵn cho Văn bản 7">
            <a:extLst>
              <a:ext uri="{FF2B5EF4-FFF2-40B4-BE49-F238E27FC236}">
                <a16:creationId xmlns:a16="http://schemas.microsoft.com/office/drawing/2014/main" id="{F07ACA27-076A-FAA7-417C-5BC0A85F36AF}"/>
              </a:ext>
            </a:extLst>
          </p:cNvPr>
          <p:cNvSpPr>
            <a:spLocks noGrp="1"/>
          </p:cNvSpPr>
          <p:nvPr>
            <p:ph type="body" sz="quarter" idx="17"/>
          </p:nvPr>
        </p:nvSpPr>
        <p:spPr/>
        <p:txBody>
          <a:bodyPr rtlCol="0"/>
          <a:lstStyle>
            <a:defPPr>
              <a:defRPr lang="vi-VN"/>
            </a:defPPr>
          </a:lstStyle>
          <a:p>
            <a:pPr rtl="0"/>
            <a:r>
              <a:rPr lang="vi-VN"/>
              <a:t>TAKUMA HAYASHI​</a:t>
            </a:r>
          </a:p>
        </p:txBody>
      </p:sp>
      <p:sp>
        <p:nvSpPr>
          <p:cNvPr id="9" name="Chỗ dành sẵn cho Văn bản 8">
            <a:extLst>
              <a:ext uri="{FF2B5EF4-FFF2-40B4-BE49-F238E27FC236}">
                <a16:creationId xmlns:a16="http://schemas.microsoft.com/office/drawing/2014/main" id="{D59ACCB8-2E44-8B01-9BCD-7AD37DA20F2E}"/>
              </a:ext>
            </a:extLst>
          </p:cNvPr>
          <p:cNvSpPr>
            <a:spLocks noGrp="1"/>
          </p:cNvSpPr>
          <p:nvPr>
            <p:ph type="body" sz="quarter" idx="18"/>
          </p:nvPr>
        </p:nvSpPr>
        <p:spPr/>
        <p:txBody>
          <a:bodyPr rtlCol="0"/>
          <a:lstStyle>
            <a:defPPr>
              <a:defRPr lang="vi-VN"/>
            </a:defPPr>
          </a:lstStyle>
          <a:p>
            <a:pPr rtl="0"/>
            <a:r>
              <a:rPr lang="vi-VN"/>
              <a:t>Chủ tịch</a:t>
            </a:r>
          </a:p>
        </p:txBody>
      </p:sp>
      <p:pic>
        <p:nvPicPr>
          <p:cNvPr id="20" name="Chỗ dành sẵn cho Hình ảnh 19" descr="Ảnh chụp phần đầu của thành viên nhóm&#10;">
            <a:extLst>
              <a:ext uri="{FF2B5EF4-FFF2-40B4-BE49-F238E27FC236}">
                <a16:creationId xmlns:a16="http://schemas.microsoft.com/office/drawing/2014/main" id="{FB9E1045-489B-E8C3-F476-6AF4ED23D929}"/>
              </a:ext>
            </a:extLst>
          </p:cNvPr>
          <p:cNvPicPr>
            <a:picLocks noGrp="1" noChangeAspect="1"/>
          </p:cNvPicPr>
          <p:nvPr>
            <p:ph type="pic" sz="quarter" idx="14"/>
          </p:nvPr>
        </p:nvPicPr>
        <p:blipFill rotWithShape="1">
          <a:blip r:embed="rId4" cstate="email">
            <a:extLst>
              <a:ext uri="{28A0092B-C50C-407E-A947-70E740481C1C}">
                <a14:useLocalDpi xmlns:a14="http://schemas.microsoft.com/office/drawing/2010/main"/>
              </a:ext>
            </a:extLst>
          </a:blip>
          <a:srcRect/>
          <a:stretch/>
        </p:blipFill>
        <p:spPr/>
      </p:pic>
      <p:sp>
        <p:nvSpPr>
          <p:cNvPr id="10" name="Chỗ dành sẵn cho Văn bản 9">
            <a:extLst>
              <a:ext uri="{FF2B5EF4-FFF2-40B4-BE49-F238E27FC236}">
                <a16:creationId xmlns:a16="http://schemas.microsoft.com/office/drawing/2014/main" id="{5670C16D-9661-482A-986D-0D6CB98AB869}"/>
              </a:ext>
            </a:extLst>
          </p:cNvPr>
          <p:cNvSpPr>
            <a:spLocks noGrp="1"/>
          </p:cNvSpPr>
          <p:nvPr>
            <p:ph type="body" sz="quarter" idx="19"/>
          </p:nvPr>
        </p:nvSpPr>
        <p:spPr/>
        <p:txBody>
          <a:bodyPr rtlCol="0"/>
          <a:lstStyle>
            <a:defPPr>
              <a:defRPr lang="vi-VN"/>
            </a:defPPr>
          </a:lstStyle>
          <a:p>
            <a:pPr rtl="0"/>
            <a:r>
              <a:rPr lang="vi-VN"/>
              <a:t>MIRJAM NILSSON</a:t>
            </a:r>
          </a:p>
        </p:txBody>
      </p:sp>
      <p:sp>
        <p:nvSpPr>
          <p:cNvPr id="11" name="Chỗ dành sẵn cho Văn bản 10">
            <a:extLst>
              <a:ext uri="{FF2B5EF4-FFF2-40B4-BE49-F238E27FC236}">
                <a16:creationId xmlns:a16="http://schemas.microsoft.com/office/drawing/2014/main" id="{22115526-AEC6-C024-712E-E6CC8FB60E4D}"/>
              </a:ext>
            </a:extLst>
          </p:cNvPr>
          <p:cNvSpPr>
            <a:spLocks noGrp="1"/>
          </p:cNvSpPr>
          <p:nvPr>
            <p:ph type="body" sz="quarter" idx="20"/>
          </p:nvPr>
        </p:nvSpPr>
        <p:spPr/>
        <p:txBody>
          <a:bodyPr rtlCol="0"/>
          <a:lstStyle>
            <a:defPPr>
              <a:defRPr lang="vi-VN"/>
            </a:defPPr>
          </a:lstStyle>
          <a:p>
            <a:pPr rtl="0"/>
            <a:r>
              <a:rPr lang="vi-VN"/>
              <a:t>Giám đốc Điều hành</a:t>
            </a:r>
          </a:p>
        </p:txBody>
      </p:sp>
      <p:pic>
        <p:nvPicPr>
          <p:cNvPr id="22" name="Chỗ dành sẵn cho Hình ảnh 21" descr="Ảnh chụp phần đầu của thành viên nhóm&#10;">
            <a:extLst>
              <a:ext uri="{FF2B5EF4-FFF2-40B4-BE49-F238E27FC236}">
                <a16:creationId xmlns:a16="http://schemas.microsoft.com/office/drawing/2014/main" id="{9517044C-59DB-C2E9-E5E2-0D8D29929762}"/>
              </a:ext>
            </a:extLst>
          </p:cNvPr>
          <p:cNvPicPr>
            <a:picLocks noGrp="1" noChangeAspect="1"/>
          </p:cNvPicPr>
          <p:nvPr>
            <p:ph type="pic" sz="quarter" idx="15"/>
          </p:nvPr>
        </p:nvPicPr>
        <p:blipFill rotWithShape="1">
          <a:blip r:embed="rId5" cstate="email">
            <a:extLst>
              <a:ext uri="{28A0092B-C50C-407E-A947-70E740481C1C}">
                <a14:useLocalDpi xmlns:a14="http://schemas.microsoft.com/office/drawing/2010/main"/>
              </a:ext>
            </a:extLst>
          </a:blip>
          <a:srcRect/>
          <a:stretch/>
        </p:blipFill>
        <p:spPr/>
      </p:pic>
      <p:sp>
        <p:nvSpPr>
          <p:cNvPr id="12" name="Chỗ dành sẵn cho Văn bản 11">
            <a:extLst>
              <a:ext uri="{FF2B5EF4-FFF2-40B4-BE49-F238E27FC236}">
                <a16:creationId xmlns:a16="http://schemas.microsoft.com/office/drawing/2014/main" id="{E26CB388-D0E5-9548-A57B-8A5352089E15}"/>
              </a:ext>
            </a:extLst>
          </p:cNvPr>
          <p:cNvSpPr>
            <a:spLocks noGrp="1"/>
          </p:cNvSpPr>
          <p:nvPr>
            <p:ph type="body" sz="quarter" idx="21"/>
          </p:nvPr>
        </p:nvSpPr>
        <p:spPr/>
        <p:txBody>
          <a:bodyPr rtlCol="0"/>
          <a:lstStyle>
            <a:defPPr>
              <a:defRPr lang="vi-VN"/>
            </a:defPPr>
          </a:lstStyle>
          <a:p>
            <a:pPr rtl="0"/>
            <a:r>
              <a:rPr lang="vi-VN"/>
              <a:t>FLORA BERGGREN</a:t>
            </a:r>
          </a:p>
        </p:txBody>
      </p:sp>
      <p:sp>
        <p:nvSpPr>
          <p:cNvPr id="13" name="Chỗ dành sẵn cho Văn bản 12">
            <a:extLst>
              <a:ext uri="{FF2B5EF4-FFF2-40B4-BE49-F238E27FC236}">
                <a16:creationId xmlns:a16="http://schemas.microsoft.com/office/drawing/2014/main" id="{7DA1EEF4-1C46-B9FD-302F-61FC0265F748}"/>
              </a:ext>
            </a:extLst>
          </p:cNvPr>
          <p:cNvSpPr>
            <a:spLocks noGrp="1"/>
          </p:cNvSpPr>
          <p:nvPr>
            <p:ph type="body" sz="quarter" idx="22"/>
          </p:nvPr>
        </p:nvSpPr>
        <p:spPr/>
        <p:txBody>
          <a:bodyPr rtlCol="0"/>
          <a:lstStyle>
            <a:defPPr>
              <a:defRPr lang="vi-VN"/>
            </a:defPPr>
          </a:lstStyle>
          <a:p>
            <a:pPr rtl="0"/>
            <a:r>
              <a:rPr lang="vi-VN"/>
              <a:t>Giám đốc Hoạt động</a:t>
            </a:r>
          </a:p>
        </p:txBody>
      </p:sp>
      <p:pic>
        <p:nvPicPr>
          <p:cNvPr id="24" name="Chỗ dành sẵn cho Hình ảnh 23" descr="Ảnh chụp phần đầu của thành viên nhóm&#10;">
            <a:extLst>
              <a:ext uri="{FF2B5EF4-FFF2-40B4-BE49-F238E27FC236}">
                <a16:creationId xmlns:a16="http://schemas.microsoft.com/office/drawing/2014/main" id="{6112D1C1-243D-95D0-B45D-1BF79DC7E3B3}"/>
              </a:ext>
            </a:extLst>
          </p:cNvPr>
          <p:cNvPicPr>
            <a:picLocks noGrp="1" noChangeAspect="1"/>
          </p:cNvPicPr>
          <p:nvPr>
            <p:ph type="pic" sz="quarter" idx="16"/>
          </p:nvPr>
        </p:nvPicPr>
        <p:blipFill rotWithShape="1">
          <a:blip r:embed="rId6" cstate="email">
            <a:extLst>
              <a:ext uri="{28A0092B-C50C-407E-A947-70E740481C1C}">
                <a14:useLocalDpi xmlns:a14="http://schemas.microsoft.com/office/drawing/2010/main"/>
              </a:ext>
            </a:extLst>
          </a:blip>
          <a:srcRect/>
          <a:stretch/>
        </p:blipFill>
        <p:spPr/>
      </p:pic>
      <p:sp>
        <p:nvSpPr>
          <p:cNvPr id="14" name="Chỗ dành sẵn cho Văn bản 13">
            <a:extLst>
              <a:ext uri="{FF2B5EF4-FFF2-40B4-BE49-F238E27FC236}">
                <a16:creationId xmlns:a16="http://schemas.microsoft.com/office/drawing/2014/main" id="{519D9E81-2623-349E-904D-8BF6ECE353BA}"/>
              </a:ext>
            </a:extLst>
          </p:cNvPr>
          <p:cNvSpPr>
            <a:spLocks noGrp="1"/>
          </p:cNvSpPr>
          <p:nvPr>
            <p:ph type="body" sz="quarter" idx="23"/>
          </p:nvPr>
        </p:nvSpPr>
        <p:spPr/>
        <p:txBody>
          <a:bodyPr rtlCol="0"/>
          <a:lstStyle>
            <a:defPPr>
              <a:defRPr lang="vi-VN"/>
            </a:defPPr>
          </a:lstStyle>
          <a:p>
            <a:pPr rtl="0"/>
            <a:r>
              <a:rPr lang="vi-VN"/>
              <a:t>RAJESH SANTOSHI</a:t>
            </a:r>
          </a:p>
        </p:txBody>
      </p:sp>
      <p:sp>
        <p:nvSpPr>
          <p:cNvPr id="15" name="Chỗ dành sẵn cho Văn bản 14">
            <a:extLst>
              <a:ext uri="{FF2B5EF4-FFF2-40B4-BE49-F238E27FC236}">
                <a16:creationId xmlns:a16="http://schemas.microsoft.com/office/drawing/2014/main" id="{2FC00352-D201-B54A-FE76-985161F19FEC}"/>
              </a:ext>
            </a:extLst>
          </p:cNvPr>
          <p:cNvSpPr>
            <a:spLocks noGrp="1"/>
          </p:cNvSpPr>
          <p:nvPr>
            <p:ph type="body" sz="quarter" idx="24"/>
          </p:nvPr>
        </p:nvSpPr>
        <p:spPr/>
        <p:txBody>
          <a:bodyPr rtlCol="0"/>
          <a:lstStyle>
            <a:defPPr>
              <a:defRPr lang="vi-VN"/>
            </a:defPPr>
          </a:lstStyle>
          <a:p>
            <a:pPr rtl="0"/>
            <a:r>
              <a:rPr lang="vi-VN"/>
              <a:t>Phó Chủ tịch Tiếp thị</a:t>
            </a:r>
          </a:p>
        </p:txBody>
      </p:sp>
      <p:sp>
        <p:nvSpPr>
          <p:cNvPr id="3" name="Chỗ dành sẵn cho Số hiệu Bản chiếu 2">
            <a:extLst>
              <a:ext uri="{FF2B5EF4-FFF2-40B4-BE49-F238E27FC236}">
                <a16:creationId xmlns:a16="http://schemas.microsoft.com/office/drawing/2014/main" id="{C11CC6B6-E9D4-1736-ABF6-727D2464A975}"/>
              </a:ext>
            </a:extLst>
          </p:cNvPr>
          <p:cNvSpPr>
            <a:spLocks noGrp="1"/>
          </p:cNvSpPr>
          <p:nvPr>
            <p:ph type="sldNum" sz="quarter" idx="12"/>
          </p:nvPr>
        </p:nvSpPr>
        <p:spPr/>
        <p:txBody>
          <a:bodyPr rtlCol="0"/>
          <a:lstStyle>
            <a:defPPr>
              <a:defRPr lang="vi-VN"/>
            </a:defPPr>
          </a:lstStyle>
          <a:p>
            <a:pPr rtl="0"/>
            <a:fld id="{294A09A9-5501-47C1-A89A-A340965A2BE2}" type="slidenum">
              <a:rPr lang="vi-VN" smtClean="0"/>
              <a:pPr/>
              <a:t>7</a:t>
            </a:fld>
            <a:endParaRPr lang="vi-VN" dirty="0"/>
          </a:p>
        </p:txBody>
      </p:sp>
    </p:spTree>
    <p:extLst>
      <p:ext uri="{BB962C8B-B14F-4D97-AF65-F5344CB8AC3E}">
        <p14:creationId xmlns:p14="http://schemas.microsoft.com/office/powerpoint/2010/main" val="40284104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êu đề 15">
            <a:extLst>
              <a:ext uri="{FF2B5EF4-FFF2-40B4-BE49-F238E27FC236}">
                <a16:creationId xmlns:a16="http://schemas.microsoft.com/office/drawing/2014/main" id="{599B5F29-ED3B-9B44-DBBE-FD28EE7733A7}"/>
              </a:ext>
            </a:extLst>
          </p:cNvPr>
          <p:cNvSpPr>
            <a:spLocks noGrp="1"/>
          </p:cNvSpPr>
          <p:nvPr>
            <p:ph type="title"/>
          </p:nvPr>
        </p:nvSpPr>
        <p:spPr/>
        <p:txBody>
          <a:bodyPr rtlCol="0"/>
          <a:lstStyle>
            <a:defPPr>
              <a:defRPr lang="vi-VN"/>
            </a:defPPr>
          </a:lstStyle>
          <a:p>
            <a:pPr rtl="0"/>
            <a:r>
              <a:rPr lang="vi-VN"/>
              <a:t>GẶP NHÓM MỞ RỘNG CỦA CHÚNG TÔI</a:t>
            </a:r>
          </a:p>
        </p:txBody>
      </p:sp>
      <p:sp>
        <p:nvSpPr>
          <p:cNvPr id="2" name="Chỗ dành sẵn cho Chân trang 1">
            <a:extLst>
              <a:ext uri="{FF2B5EF4-FFF2-40B4-BE49-F238E27FC236}">
                <a16:creationId xmlns:a16="http://schemas.microsoft.com/office/drawing/2014/main" id="{91A8AD5F-DCF2-F71C-E7E2-C2FD42878531}"/>
              </a:ext>
            </a:extLst>
          </p:cNvPr>
          <p:cNvSpPr>
            <a:spLocks noGrp="1"/>
          </p:cNvSpPr>
          <p:nvPr>
            <p:ph type="ftr" sz="quarter" idx="11"/>
          </p:nvPr>
        </p:nvSpPr>
        <p:spPr/>
        <p:txBody>
          <a:bodyPr rtlCol="0"/>
          <a:lstStyle>
            <a:defPPr>
              <a:defRPr lang="vi-VN"/>
            </a:defPPr>
          </a:lstStyle>
          <a:p>
            <a:pPr rtl="0"/>
            <a:r>
              <a:rPr lang="vi-VN"/>
              <a:t>TIÊU ĐỀ BẢN TRÌNH BÀY</a:t>
            </a:r>
          </a:p>
        </p:txBody>
      </p:sp>
      <p:sp>
        <p:nvSpPr>
          <p:cNvPr id="8" name="Chỗ dành sẵn cho Văn bản 7">
            <a:extLst>
              <a:ext uri="{FF2B5EF4-FFF2-40B4-BE49-F238E27FC236}">
                <a16:creationId xmlns:a16="http://schemas.microsoft.com/office/drawing/2014/main" id="{F07ACA27-076A-FAA7-417C-5BC0A85F36AF}"/>
              </a:ext>
            </a:extLst>
          </p:cNvPr>
          <p:cNvSpPr>
            <a:spLocks noGrp="1"/>
          </p:cNvSpPr>
          <p:nvPr>
            <p:ph type="body" sz="quarter" idx="17"/>
          </p:nvPr>
        </p:nvSpPr>
        <p:spPr/>
        <p:txBody>
          <a:bodyPr rtlCol="0"/>
          <a:lstStyle>
            <a:defPPr>
              <a:defRPr lang="vi-VN"/>
            </a:defPPr>
          </a:lstStyle>
          <a:p>
            <a:pPr rtl="0"/>
            <a:r>
              <a:rPr lang="vi-VN"/>
              <a:t>TAKUMA HAYASHI​</a:t>
            </a:r>
          </a:p>
        </p:txBody>
      </p:sp>
      <p:sp>
        <p:nvSpPr>
          <p:cNvPr id="9" name="Chỗ dành sẵn cho Văn bản 8">
            <a:extLst>
              <a:ext uri="{FF2B5EF4-FFF2-40B4-BE49-F238E27FC236}">
                <a16:creationId xmlns:a16="http://schemas.microsoft.com/office/drawing/2014/main" id="{D59ACCB8-2E44-8B01-9BCD-7AD37DA20F2E}"/>
              </a:ext>
            </a:extLst>
          </p:cNvPr>
          <p:cNvSpPr>
            <a:spLocks noGrp="1"/>
          </p:cNvSpPr>
          <p:nvPr>
            <p:ph type="body" sz="quarter" idx="18"/>
          </p:nvPr>
        </p:nvSpPr>
        <p:spPr/>
        <p:txBody>
          <a:bodyPr rtlCol="0"/>
          <a:lstStyle>
            <a:defPPr>
              <a:defRPr lang="vi-VN"/>
            </a:defPPr>
          </a:lstStyle>
          <a:p>
            <a:pPr rtl="0"/>
            <a:r>
              <a:rPr lang="vi-VN"/>
              <a:t>Chủ tịch</a:t>
            </a:r>
          </a:p>
        </p:txBody>
      </p:sp>
      <p:sp>
        <p:nvSpPr>
          <p:cNvPr id="17" name="Chỗ dành sẵn cho Văn bản 16">
            <a:extLst>
              <a:ext uri="{FF2B5EF4-FFF2-40B4-BE49-F238E27FC236}">
                <a16:creationId xmlns:a16="http://schemas.microsoft.com/office/drawing/2014/main" id="{9802C12A-D232-CD35-1180-8544916BCE2B}"/>
              </a:ext>
            </a:extLst>
          </p:cNvPr>
          <p:cNvSpPr>
            <a:spLocks noGrp="1"/>
          </p:cNvSpPr>
          <p:nvPr>
            <p:ph type="body" sz="quarter" idx="29"/>
          </p:nvPr>
        </p:nvSpPr>
        <p:spPr/>
        <p:txBody>
          <a:bodyPr rtlCol="0"/>
          <a:lstStyle>
            <a:defPPr>
              <a:defRPr lang="vi-VN"/>
            </a:defPPr>
          </a:lstStyle>
          <a:p>
            <a:pPr rtl="0"/>
            <a:r>
              <a:rPr lang="vi-VN"/>
              <a:t>GRAHAM BARNES</a:t>
            </a:r>
          </a:p>
        </p:txBody>
      </p:sp>
      <p:sp>
        <p:nvSpPr>
          <p:cNvPr id="19" name="Chỗ dành sẵn cho Văn bản 18">
            <a:extLst>
              <a:ext uri="{FF2B5EF4-FFF2-40B4-BE49-F238E27FC236}">
                <a16:creationId xmlns:a16="http://schemas.microsoft.com/office/drawing/2014/main" id="{29526A68-F582-4874-DA70-81D0841C1D1A}"/>
              </a:ext>
            </a:extLst>
          </p:cNvPr>
          <p:cNvSpPr>
            <a:spLocks noGrp="1"/>
          </p:cNvSpPr>
          <p:nvPr>
            <p:ph type="body" sz="quarter" idx="30"/>
          </p:nvPr>
        </p:nvSpPr>
        <p:spPr/>
        <p:txBody>
          <a:bodyPr rtlCol="0"/>
          <a:lstStyle>
            <a:defPPr>
              <a:defRPr lang="vi-VN"/>
            </a:defPPr>
          </a:lstStyle>
          <a:p>
            <a:pPr rtl="0"/>
            <a:r>
              <a:rPr lang="vi-VN"/>
              <a:t>Phó Chủ tịch Sản phẩm</a:t>
            </a:r>
          </a:p>
        </p:txBody>
      </p:sp>
      <p:pic>
        <p:nvPicPr>
          <p:cNvPr id="44" name="Chỗ dành sẵn cho Hình ảnh 43" descr="Ảnh chụp phần đầu của thành viên nhóm&#10;">
            <a:extLst>
              <a:ext uri="{FF2B5EF4-FFF2-40B4-BE49-F238E27FC236}">
                <a16:creationId xmlns:a16="http://schemas.microsoft.com/office/drawing/2014/main" id="{8E4AE635-532E-6FC4-A155-AB3B0533A045}"/>
              </a:ext>
            </a:extLst>
          </p:cNvPr>
          <p:cNvPicPr>
            <a:picLocks noGrp="1" noChangeAspect="1"/>
          </p:cNvPicPr>
          <p:nvPr>
            <p:ph type="pic" sz="quarter" idx="13"/>
          </p:nvPr>
        </p:nvPicPr>
        <p:blipFill rotWithShape="1">
          <a:blip r:embed="rId3"/>
          <a:srcRect/>
          <a:stretch/>
        </p:blipFill>
        <p:spPr/>
      </p:pic>
      <p:pic>
        <p:nvPicPr>
          <p:cNvPr id="48" name="Chỗ dành sẵn cho Hình ảnh 47" descr="Ảnh chụp phần đầu của thành viên nhóm&#10;">
            <a:extLst>
              <a:ext uri="{FF2B5EF4-FFF2-40B4-BE49-F238E27FC236}">
                <a16:creationId xmlns:a16="http://schemas.microsoft.com/office/drawing/2014/main" id="{3E5F6DD2-261B-76B8-29A7-384E2C07E182}"/>
              </a:ext>
            </a:extLst>
          </p:cNvPr>
          <p:cNvPicPr>
            <a:picLocks noGrp="1" noChangeAspect="1"/>
          </p:cNvPicPr>
          <p:nvPr>
            <p:ph type="pic" sz="quarter" idx="25"/>
          </p:nvPr>
        </p:nvPicPr>
        <p:blipFill rotWithShape="1">
          <a:blip r:embed="rId4"/>
          <a:srcRect l="262" r="262"/>
          <a:stretch/>
        </p:blipFill>
        <p:spPr/>
      </p:pic>
      <p:sp>
        <p:nvSpPr>
          <p:cNvPr id="10" name="Chỗ dành sẵn cho Văn bản 9">
            <a:extLst>
              <a:ext uri="{FF2B5EF4-FFF2-40B4-BE49-F238E27FC236}">
                <a16:creationId xmlns:a16="http://schemas.microsoft.com/office/drawing/2014/main" id="{5670C16D-9661-482A-986D-0D6CB98AB869}"/>
              </a:ext>
            </a:extLst>
          </p:cNvPr>
          <p:cNvSpPr>
            <a:spLocks noGrp="1"/>
          </p:cNvSpPr>
          <p:nvPr>
            <p:ph type="body" sz="quarter" idx="19"/>
          </p:nvPr>
        </p:nvSpPr>
        <p:spPr/>
        <p:txBody>
          <a:bodyPr rtlCol="0"/>
          <a:lstStyle>
            <a:defPPr>
              <a:defRPr lang="vi-VN"/>
            </a:defPPr>
          </a:lstStyle>
          <a:p>
            <a:pPr rtl="0"/>
            <a:r>
              <a:rPr lang="vi-VN"/>
              <a:t>MIRJAM NILSSON</a:t>
            </a:r>
          </a:p>
        </p:txBody>
      </p:sp>
      <p:sp>
        <p:nvSpPr>
          <p:cNvPr id="11" name="Chỗ dành sẵn cho Văn bản 10">
            <a:extLst>
              <a:ext uri="{FF2B5EF4-FFF2-40B4-BE49-F238E27FC236}">
                <a16:creationId xmlns:a16="http://schemas.microsoft.com/office/drawing/2014/main" id="{22115526-AEC6-C024-712E-E6CC8FB60E4D}"/>
              </a:ext>
            </a:extLst>
          </p:cNvPr>
          <p:cNvSpPr>
            <a:spLocks noGrp="1"/>
          </p:cNvSpPr>
          <p:nvPr>
            <p:ph type="body" sz="quarter" idx="20"/>
          </p:nvPr>
        </p:nvSpPr>
        <p:spPr/>
        <p:txBody>
          <a:bodyPr rtlCol="0"/>
          <a:lstStyle>
            <a:defPPr>
              <a:defRPr lang="vi-VN"/>
            </a:defPPr>
          </a:lstStyle>
          <a:p>
            <a:pPr rtl="0"/>
            <a:r>
              <a:rPr lang="vi-VN"/>
              <a:t>Lãnh tụ </a:t>
            </a:r>
            <a:br>
              <a:rPr lang="vi-VN" dirty="0"/>
            </a:br>
            <a:r>
              <a:rPr lang="vi-VN"/>
              <a:t>Điều hành </a:t>
            </a:r>
            <a:br>
              <a:rPr lang="vi-VN" dirty="0"/>
            </a:br>
            <a:r>
              <a:rPr lang="vi-VN"/>
              <a:t>Viên chức</a:t>
            </a:r>
          </a:p>
        </p:txBody>
      </p:sp>
      <p:sp>
        <p:nvSpPr>
          <p:cNvPr id="21" name="Chỗ dành sẵn cho Văn bản 20">
            <a:extLst>
              <a:ext uri="{FF2B5EF4-FFF2-40B4-BE49-F238E27FC236}">
                <a16:creationId xmlns:a16="http://schemas.microsoft.com/office/drawing/2014/main" id="{B2C6C37C-6141-B65E-91CC-6E6C4A9F6ECD}"/>
              </a:ext>
            </a:extLst>
          </p:cNvPr>
          <p:cNvSpPr>
            <a:spLocks noGrp="1"/>
          </p:cNvSpPr>
          <p:nvPr>
            <p:ph type="body" sz="quarter" idx="31"/>
          </p:nvPr>
        </p:nvSpPr>
        <p:spPr/>
        <p:txBody>
          <a:bodyPr rtlCol="0"/>
          <a:lstStyle>
            <a:defPPr>
              <a:defRPr lang="vi-VN"/>
            </a:defPPr>
          </a:lstStyle>
          <a:p>
            <a:pPr rtl="0"/>
            <a:r>
              <a:rPr lang="vi-VN"/>
              <a:t>ROWAN MURPHY</a:t>
            </a:r>
          </a:p>
        </p:txBody>
      </p:sp>
      <p:sp>
        <p:nvSpPr>
          <p:cNvPr id="23" name="Chỗ dành sẵn cho Văn bản 22">
            <a:extLst>
              <a:ext uri="{FF2B5EF4-FFF2-40B4-BE49-F238E27FC236}">
                <a16:creationId xmlns:a16="http://schemas.microsoft.com/office/drawing/2014/main" id="{3C9D5E96-D043-255D-647E-931CF0782375}"/>
              </a:ext>
            </a:extLst>
          </p:cNvPr>
          <p:cNvSpPr>
            <a:spLocks noGrp="1"/>
          </p:cNvSpPr>
          <p:nvPr>
            <p:ph type="body" sz="quarter" idx="32"/>
          </p:nvPr>
        </p:nvSpPr>
        <p:spPr>
          <a:xfrm>
            <a:off x="3447288" y="4904195"/>
            <a:ext cx="1170432" cy="517580"/>
          </a:xfrm>
        </p:spPr>
        <p:txBody>
          <a:bodyPr rtlCol="0"/>
          <a:lstStyle>
            <a:defPPr>
              <a:defRPr lang="vi-VN"/>
            </a:defPPr>
          </a:lstStyle>
          <a:p>
            <a:pPr rtl="0"/>
            <a:r>
              <a:rPr lang="vi-VN" dirty="0"/>
              <a:t>Nhà Chiến lược SEO</a:t>
            </a:r>
          </a:p>
        </p:txBody>
      </p:sp>
      <p:pic>
        <p:nvPicPr>
          <p:cNvPr id="42" name="Chỗ dành sẵn cho Hình ảnh 41" descr="Ảnh chụp phần đầu của thành viên nhóm&#10;">
            <a:extLst>
              <a:ext uri="{FF2B5EF4-FFF2-40B4-BE49-F238E27FC236}">
                <a16:creationId xmlns:a16="http://schemas.microsoft.com/office/drawing/2014/main" id="{C51CA361-456A-1016-DFBD-C344466DD963}"/>
              </a:ext>
            </a:extLst>
          </p:cNvPr>
          <p:cNvPicPr>
            <a:picLocks noGrp="1" noChangeAspect="1"/>
          </p:cNvPicPr>
          <p:nvPr>
            <p:ph type="pic" sz="quarter" idx="14"/>
          </p:nvPr>
        </p:nvPicPr>
        <p:blipFill rotWithShape="1">
          <a:blip r:embed="rId5"/>
          <a:srcRect t="68" b="68"/>
          <a:stretch/>
        </p:blipFill>
        <p:spPr/>
      </p:pic>
      <p:pic>
        <p:nvPicPr>
          <p:cNvPr id="50" name="Chỗ dành sẵn cho Hình ảnh 49" descr="Ảnh chụp phần đầu của thành viên nhóm&#10;">
            <a:extLst>
              <a:ext uri="{FF2B5EF4-FFF2-40B4-BE49-F238E27FC236}">
                <a16:creationId xmlns:a16="http://schemas.microsoft.com/office/drawing/2014/main" id="{2D9499A9-08D8-46CA-F959-DE882648A668}"/>
              </a:ext>
            </a:extLst>
          </p:cNvPr>
          <p:cNvPicPr>
            <a:picLocks noGrp="1" noChangeAspect="1"/>
          </p:cNvPicPr>
          <p:nvPr>
            <p:ph type="pic" sz="quarter" idx="26"/>
          </p:nvPr>
        </p:nvPicPr>
        <p:blipFill rotWithShape="1">
          <a:blip r:embed="rId6"/>
          <a:srcRect t="68" b="68"/>
          <a:stretch/>
        </p:blipFill>
        <p:spPr/>
      </p:pic>
      <p:sp>
        <p:nvSpPr>
          <p:cNvPr id="12" name="Chỗ dành sẵn cho Văn bản 11">
            <a:extLst>
              <a:ext uri="{FF2B5EF4-FFF2-40B4-BE49-F238E27FC236}">
                <a16:creationId xmlns:a16="http://schemas.microsoft.com/office/drawing/2014/main" id="{E26CB388-D0E5-9548-A57B-8A5352089E15}"/>
              </a:ext>
            </a:extLst>
          </p:cNvPr>
          <p:cNvSpPr>
            <a:spLocks noGrp="1"/>
          </p:cNvSpPr>
          <p:nvPr>
            <p:ph type="body" sz="quarter" idx="21"/>
          </p:nvPr>
        </p:nvSpPr>
        <p:spPr/>
        <p:txBody>
          <a:bodyPr rtlCol="0"/>
          <a:lstStyle>
            <a:defPPr>
              <a:defRPr lang="vi-VN"/>
            </a:defPPr>
          </a:lstStyle>
          <a:p>
            <a:pPr rtl="0"/>
            <a:r>
              <a:rPr lang="vi-VN"/>
              <a:t>FLORA BERGGREN</a:t>
            </a:r>
          </a:p>
        </p:txBody>
      </p:sp>
      <p:sp>
        <p:nvSpPr>
          <p:cNvPr id="13" name="Chỗ dành sẵn cho Văn bản 12">
            <a:extLst>
              <a:ext uri="{FF2B5EF4-FFF2-40B4-BE49-F238E27FC236}">
                <a16:creationId xmlns:a16="http://schemas.microsoft.com/office/drawing/2014/main" id="{7DA1EEF4-1C46-B9FD-302F-61FC0265F748}"/>
              </a:ext>
            </a:extLst>
          </p:cNvPr>
          <p:cNvSpPr>
            <a:spLocks noGrp="1"/>
          </p:cNvSpPr>
          <p:nvPr>
            <p:ph type="body" sz="quarter" idx="22"/>
          </p:nvPr>
        </p:nvSpPr>
        <p:spPr/>
        <p:txBody>
          <a:bodyPr rtlCol="0"/>
          <a:lstStyle>
            <a:defPPr>
              <a:defRPr lang="vi-VN"/>
            </a:defPPr>
          </a:lstStyle>
          <a:p>
            <a:pPr rtl="0"/>
            <a:r>
              <a:rPr lang="vi-VN"/>
              <a:t>Lãnh tụ </a:t>
            </a:r>
            <a:br>
              <a:rPr lang="vi-VN" dirty="0"/>
            </a:br>
            <a:r>
              <a:rPr lang="vi-VN"/>
              <a:t>Giám Đốc Hoạt Động</a:t>
            </a:r>
          </a:p>
        </p:txBody>
      </p:sp>
      <p:sp>
        <p:nvSpPr>
          <p:cNvPr id="25" name="Chỗ dành sẵn cho Văn bản 24">
            <a:extLst>
              <a:ext uri="{FF2B5EF4-FFF2-40B4-BE49-F238E27FC236}">
                <a16:creationId xmlns:a16="http://schemas.microsoft.com/office/drawing/2014/main" id="{D3B414CD-2F59-EAB8-E6C8-D233BF953DC9}"/>
              </a:ext>
            </a:extLst>
          </p:cNvPr>
          <p:cNvSpPr>
            <a:spLocks noGrp="1"/>
          </p:cNvSpPr>
          <p:nvPr>
            <p:ph type="body" sz="quarter" idx="33"/>
          </p:nvPr>
        </p:nvSpPr>
        <p:spPr/>
        <p:txBody>
          <a:bodyPr rtlCol="0"/>
          <a:lstStyle>
            <a:defPPr>
              <a:defRPr lang="vi-VN"/>
            </a:defPPr>
          </a:lstStyle>
          <a:p>
            <a:pPr rtl="0"/>
            <a:r>
              <a:rPr lang="vi-VN"/>
              <a:t>ELIZABETH MOORE</a:t>
            </a:r>
          </a:p>
        </p:txBody>
      </p:sp>
      <p:sp>
        <p:nvSpPr>
          <p:cNvPr id="26" name="Chỗ dành sẵn cho Văn bản 25">
            <a:extLst>
              <a:ext uri="{FF2B5EF4-FFF2-40B4-BE49-F238E27FC236}">
                <a16:creationId xmlns:a16="http://schemas.microsoft.com/office/drawing/2014/main" id="{98A87A1B-4C3D-5BB4-6449-1DB89F1926E3}"/>
              </a:ext>
            </a:extLst>
          </p:cNvPr>
          <p:cNvSpPr>
            <a:spLocks noGrp="1"/>
          </p:cNvSpPr>
          <p:nvPr>
            <p:ph type="body" sz="quarter" idx="34"/>
          </p:nvPr>
        </p:nvSpPr>
        <p:spPr/>
        <p:txBody>
          <a:bodyPr rtlCol="0"/>
          <a:lstStyle>
            <a:defPPr>
              <a:defRPr lang="vi-VN"/>
            </a:defPPr>
          </a:lstStyle>
          <a:p>
            <a:pPr rtl="0"/>
            <a:r>
              <a:rPr lang="vi-VN"/>
              <a:t>Sản phẩm </a:t>
            </a:r>
          </a:p>
          <a:p>
            <a:pPr rtl="0"/>
            <a:r>
              <a:rPr lang="vi-VN"/>
              <a:t>Nhà thiết kế</a:t>
            </a:r>
          </a:p>
        </p:txBody>
      </p:sp>
      <p:pic>
        <p:nvPicPr>
          <p:cNvPr id="40" name="Chỗ dành sẵn cho Hình ảnh 39" descr="Ảnh chụp phần đầu của thành viên nhóm&#10;">
            <a:extLst>
              <a:ext uri="{FF2B5EF4-FFF2-40B4-BE49-F238E27FC236}">
                <a16:creationId xmlns:a16="http://schemas.microsoft.com/office/drawing/2014/main" id="{52D3D64F-21AD-0755-9EEF-13762D95D6E0}"/>
              </a:ext>
            </a:extLst>
          </p:cNvPr>
          <p:cNvPicPr>
            <a:picLocks noGrp="1" noChangeAspect="1"/>
          </p:cNvPicPr>
          <p:nvPr>
            <p:ph type="pic" sz="quarter" idx="15"/>
          </p:nvPr>
        </p:nvPicPr>
        <p:blipFill rotWithShape="1">
          <a:blip r:embed="rId7"/>
          <a:srcRect t="2944" b="2944"/>
          <a:stretch/>
        </p:blipFill>
        <p:spPr/>
      </p:pic>
      <p:pic>
        <p:nvPicPr>
          <p:cNvPr id="52" name="Chỗ dành sẵn cho Hình ảnh 51" descr="Ảnh chụp phần đầu của thành viên nhóm&#10;">
            <a:extLst>
              <a:ext uri="{FF2B5EF4-FFF2-40B4-BE49-F238E27FC236}">
                <a16:creationId xmlns:a16="http://schemas.microsoft.com/office/drawing/2014/main" id="{22058AAC-5D9F-577D-B7B2-238391311514}"/>
              </a:ext>
            </a:extLst>
          </p:cNvPr>
          <p:cNvPicPr>
            <a:picLocks noGrp="1" noChangeAspect="1"/>
          </p:cNvPicPr>
          <p:nvPr>
            <p:ph type="pic" sz="quarter" idx="27"/>
          </p:nvPr>
        </p:nvPicPr>
        <p:blipFill rotWithShape="1">
          <a:blip r:embed="rId8"/>
          <a:srcRect t="68" b="68"/>
          <a:stretch/>
        </p:blipFill>
        <p:spPr/>
      </p:pic>
      <p:sp>
        <p:nvSpPr>
          <p:cNvPr id="14" name="Chỗ dành sẵn cho Văn bản 13">
            <a:extLst>
              <a:ext uri="{FF2B5EF4-FFF2-40B4-BE49-F238E27FC236}">
                <a16:creationId xmlns:a16="http://schemas.microsoft.com/office/drawing/2014/main" id="{519D9E81-2623-349E-904D-8BF6ECE353BA}"/>
              </a:ext>
            </a:extLst>
          </p:cNvPr>
          <p:cNvSpPr>
            <a:spLocks noGrp="1"/>
          </p:cNvSpPr>
          <p:nvPr>
            <p:ph type="body" sz="quarter" idx="23"/>
          </p:nvPr>
        </p:nvSpPr>
        <p:spPr/>
        <p:txBody>
          <a:bodyPr rtlCol="0"/>
          <a:lstStyle>
            <a:defPPr>
              <a:defRPr lang="vi-VN"/>
            </a:defPPr>
          </a:lstStyle>
          <a:p>
            <a:pPr rtl="0"/>
            <a:r>
              <a:rPr lang="vi-VN"/>
              <a:t>RAJESH SANTOSHI</a:t>
            </a:r>
          </a:p>
        </p:txBody>
      </p:sp>
      <p:sp>
        <p:nvSpPr>
          <p:cNvPr id="15" name="Chỗ dành sẵn cho Văn bản 14">
            <a:extLst>
              <a:ext uri="{FF2B5EF4-FFF2-40B4-BE49-F238E27FC236}">
                <a16:creationId xmlns:a16="http://schemas.microsoft.com/office/drawing/2014/main" id="{2FC00352-D201-B54A-FE76-985161F19FEC}"/>
              </a:ext>
            </a:extLst>
          </p:cNvPr>
          <p:cNvSpPr>
            <a:spLocks noGrp="1"/>
          </p:cNvSpPr>
          <p:nvPr>
            <p:ph type="body" sz="quarter" idx="24"/>
          </p:nvPr>
        </p:nvSpPr>
        <p:spPr/>
        <p:txBody>
          <a:bodyPr rtlCol="0"/>
          <a:lstStyle>
            <a:defPPr>
              <a:defRPr lang="vi-VN"/>
            </a:defPPr>
          </a:lstStyle>
          <a:p>
            <a:pPr rtl="0"/>
            <a:r>
              <a:rPr lang="vi-VN"/>
              <a:t>Phó Chủ tịch Tiếp thị</a:t>
            </a:r>
          </a:p>
        </p:txBody>
      </p:sp>
      <p:sp>
        <p:nvSpPr>
          <p:cNvPr id="27" name="Chỗ dành sẵn cho Văn bản 26">
            <a:extLst>
              <a:ext uri="{FF2B5EF4-FFF2-40B4-BE49-F238E27FC236}">
                <a16:creationId xmlns:a16="http://schemas.microsoft.com/office/drawing/2014/main" id="{C2D1179F-9CC5-E23D-37E2-BB999E68DE95}"/>
              </a:ext>
            </a:extLst>
          </p:cNvPr>
          <p:cNvSpPr>
            <a:spLocks noGrp="1"/>
          </p:cNvSpPr>
          <p:nvPr>
            <p:ph type="body" sz="quarter" idx="35"/>
          </p:nvPr>
        </p:nvSpPr>
        <p:spPr/>
        <p:txBody>
          <a:bodyPr rtlCol="0"/>
          <a:lstStyle>
            <a:defPPr>
              <a:defRPr lang="vi-VN"/>
            </a:defPPr>
          </a:lstStyle>
          <a:p>
            <a:pPr rtl="0"/>
            <a:r>
              <a:rPr lang="vi-VN"/>
              <a:t>ROBIN </a:t>
            </a:r>
          </a:p>
          <a:p>
            <a:pPr rtl="0"/>
            <a:r>
              <a:rPr lang="vi-VN"/>
              <a:t>KLINE</a:t>
            </a:r>
          </a:p>
        </p:txBody>
      </p:sp>
      <p:sp>
        <p:nvSpPr>
          <p:cNvPr id="28" name="Chỗ dành sẵn cho Văn bản 27">
            <a:extLst>
              <a:ext uri="{FF2B5EF4-FFF2-40B4-BE49-F238E27FC236}">
                <a16:creationId xmlns:a16="http://schemas.microsoft.com/office/drawing/2014/main" id="{5D27B745-1B31-09CB-F001-4408E3D2F75A}"/>
              </a:ext>
            </a:extLst>
          </p:cNvPr>
          <p:cNvSpPr>
            <a:spLocks noGrp="1"/>
          </p:cNvSpPr>
          <p:nvPr>
            <p:ph type="body" sz="quarter" idx="36"/>
          </p:nvPr>
        </p:nvSpPr>
        <p:spPr/>
        <p:txBody>
          <a:bodyPr rtlCol="0"/>
          <a:lstStyle>
            <a:defPPr>
              <a:defRPr lang="vi-VN"/>
            </a:defPPr>
          </a:lstStyle>
          <a:p>
            <a:pPr rtl="0"/>
            <a:r>
              <a:rPr lang="vi-VN"/>
              <a:t>Nhà phát triển Nội dung</a:t>
            </a:r>
          </a:p>
        </p:txBody>
      </p:sp>
      <p:pic>
        <p:nvPicPr>
          <p:cNvPr id="38" name="Chỗ dành sẵn cho Hình ảnh 37" descr="Ảnh chụp phần đầu của thành viên nhóm&#10;">
            <a:extLst>
              <a:ext uri="{FF2B5EF4-FFF2-40B4-BE49-F238E27FC236}">
                <a16:creationId xmlns:a16="http://schemas.microsoft.com/office/drawing/2014/main" id="{E4C98BD3-8494-80AB-2E48-5F7B70FCDE48}"/>
              </a:ext>
            </a:extLst>
          </p:cNvPr>
          <p:cNvPicPr>
            <a:picLocks noGrp="1" noChangeAspect="1"/>
          </p:cNvPicPr>
          <p:nvPr>
            <p:ph type="pic" sz="quarter" idx="16"/>
          </p:nvPr>
        </p:nvPicPr>
        <p:blipFill rotWithShape="1">
          <a:blip r:embed="rId9"/>
          <a:srcRect/>
          <a:stretch/>
        </p:blipFill>
        <p:spPr/>
      </p:pic>
      <p:pic>
        <p:nvPicPr>
          <p:cNvPr id="54" name="Chỗ dành sẵn cho Hình ảnh 53" descr="Ảnh chụp phần đầu của thành viên nhóm&#10;">
            <a:extLst>
              <a:ext uri="{FF2B5EF4-FFF2-40B4-BE49-F238E27FC236}">
                <a16:creationId xmlns:a16="http://schemas.microsoft.com/office/drawing/2014/main" id="{72EB0BF6-5AAA-BF98-00D4-C688D2CC92D1}"/>
              </a:ext>
            </a:extLst>
          </p:cNvPr>
          <p:cNvPicPr>
            <a:picLocks noGrp="1" noChangeAspect="1"/>
          </p:cNvPicPr>
          <p:nvPr>
            <p:ph type="pic" sz="quarter" idx="28"/>
          </p:nvPr>
        </p:nvPicPr>
        <p:blipFill rotWithShape="1">
          <a:blip r:embed="rId10"/>
          <a:srcRect l="262" r="262"/>
          <a:stretch/>
        </p:blipFill>
        <p:spPr/>
      </p:pic>
      <p:sp>
        <p:nvSpPr>
          <p:cNvPr id="3" name="Chỗ dành sẵn cho Số hiệu Bản chiếu 2">
            <a:extLst>
              <a:ext uri="{FF2B5EF4-FFF2-40B4-BE49-F238E27FC236}">
                <a16:creationId xmlns:a16="http://schemas.microsoft.com/office/drawing/2014/main" id="{C11CC6B6-E9D4-1736-ABF6-727D2464A975}"/>
              </a:ext>
            </a:extLst>
          </p:cNvPr>
          <p:cNvSpPr>
            <a:spLocks noGrp="1"/>
          </p:cNvSpPr>
          <p:nvPr>
            <p:ph type="sldNum" sz="quarter" idx="12"/>
          </p:nvPr>
        </p:nvSpPr>
        <p:spPr/>
        <p:txBody>
          <a:bodyPr rtlCol="0"/>
          <a:lstStyle>
            <a:defPPr>
              <a:defRPr lang="vi-VN"/>
            </a:defPPr>
          </a:lstStyle>
          <a:p>
            <a:pPr rtl="0"/>
            <a:fld id="{294A09A9-5501-47C1-A89A-A340965A2BE2}" type="slidenum">
              <a:rPr lang="vi-VN" smtClean="0"/>
              <a:pPr/>
              <a:t>8</a:t>
            </a:fld>
            <a:endParaRPr lang="vi-VN" dirty="0"/>
          </a:p>
        </p:txBody>
      </p:sp>
    </p:spTree>
    <p:extLst>
      <p:ext uri="{BB962C8B-B14F-4D97-AF65-F5344CB8AC3E}">
        <p14:creationId xmlns:p14="http://schemas.microsoft.com/office/powerpoint/2010/main" val="16287718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08737D19-4D60-B5D0-74C9-46A5D81261BB}"/>
              </a:ext>
            </a:extLst>
          </p:cNvPr>
          <p:cNvSpPr>
            <a:spLocks noGrp="1"/>
          </p:cNvSpPr>
          <p:nvPr>
            <p:ph type="title"/>
          </p:nvPr>
        </p:nvSpPr>
        <p:spPr/>
        <p:txBody>
          <a:bodyPr rtlCol="0"/>
          <a:lstStyle>
            <a:defPPr>
              <a:defRPr lang="vi-VN"/>
            </a:defPPr>
          </a:lstStyle>
          <a:p>
            <a:pPr rtl="0"/>
            <a:r>
              <a:rPr lang="vi-VN"/>
              <a:t>LẬP KẾ HOẠCH RA MẮT SẢN PHẨM</a:t>
            </a:r>
          </a:p>
        </p:txBody>
      </p:sp>
      <p:sp>
        <p:nvSpPr>
          <p:cNvPr id="7" name="Chỗ dành sẵn cho Chân trang 6">
            <a:extLst>
              <a:ext uri="{FF2B5EF4-FFF2-40B4-BE49-F238E27FC236}">
                <a16:creationId xmlns:a16="http://schemas.microsoft.com/office/drawing/2014/main" id="{C9F924E8-B6E6-C266-842D-422148E57074}"/>
              </a:ext>
            </a:extLst>
          </p:cNvPr>
          <p:cNvSpPr>
            <a:spLocks noGrp="1"/>
          </p:cNvSpPr>
          <p:nvPr>
            <p:ph type="ftr" sz="quarter" idx="11"/>
          </p:nvPr>
        </p:nvSpPr>
        <p:spPr/>
        <p:txBody>
          <a:bodyPr rtlCol="0"/>
          <a:lstStyle>
            <a:defPPr>
              <a:defRPr lang="vi-VN"/>
            </a:defPPr>
          </a:lstStyle>
          <a:p>
            <a:pPr rtl="0"/>
            <a:r>
              <a:rPr lang="vi-VN"/>
              <a:t>TIÊU ĐỀ BẢN TRÌNH BÀY</a:t>
            </a:r>
          </a:p>
        </p:txBody>
      </p:sp>
      <p:sp>
        <p:nvSpPr>
          <p:cNvPr id="3" name="Chỗ dành sẵn cho Văn bản 2">
            <a:extLst>
              <a:ext uri="{FF2B5EF4-FFF2-40B4-BE49-F238E27FC236}">
                <a16:creationId xmlns:a16="http://schemas.microsoft.com/office/drawing/2014/main" id="{9B0814BF-E9DC-8615-1CF0-1112CBD60A66}"/>
              </a:ext>
            </a:extLst>
          </p:cNvPr>
          <p:cNvSpPr>
            <a:spLocks noGrp="1"/>
          </p:cNvSpPr>
          <p:nvPr>
            <p:ph type="body" idx="1"/>
          </p:nvPr>
        </p:nvSpPr>
        <p:spPr/>
        <p:txBody>
          <a:bodyPr rtlCol="0"/>
          <a:lstStyle>
            <a:defPPr>
              <a:defRPr lang="vi-VN"/>
            </a:defPPr>
          </a:lstStyle>
          <a:p>
            <a:pPr rtl="0"/>
            <a:r>
              <a:rPr lang="vi-VN" sz="1600" spc="0" dirty="0"/>
              <a:t>LẬP KẾ HOẠCH</a:t>
            </a:r>
          </a:p>
        </p:txBody>
      </p:sp>
      <p:sp>
        <p:nvSpPr>
          <p:cNvPr id="23" name="Chỗ dành sẵn cho Nội dung 22">
            <a:extLst>
              <a:ext uri="{FF2B5EF4-FFF2-40B4-BE49-F238E27FC236}">
                <a16:creationId xmlns:a16="http://schemas.microsoft.com/office/drawing/2014/main" id="{2C051FD2-C541-D8EE-D263-DFD01AD1C602}"/>
              </a:ext>
            </a:extLst>
          </p:cNvPr>
          <p:cNvSpPr>
            <a:spLocks noGrp="1"/>
          </p:cNvSpPr>
          <p:nvPr>
            <p:ph sz="half" idx="2"/>
          </p:nvPr>
        </p:nvSpPr>
        <p:spPr/>
        <p:txBody>
          <a:bodyPr rtlCol="0"/>
          <a:lstStyle>
            <a:defPPr>
              <a:defRPr lang="vi-VN"/>
            </a:defPPr>
          </a:lstStyle>
          <a:p>
            <a:pPr rtl="0"/>
            <a:r>
              <a:rPr lang="vi-VN" dirty="0"/>
              <a:t>Hợp lực hóa thương mại điện tử có thể mở rộng</a:t>
            </a:r>
          </a:p>
          <a:p>
            <a:pPr rtl="0"/>
            <a:endParaRPr lang="vi-VN" dirty="0"/>
          </a:p>
        </p:txBody>
      </p:sp>
      <p:sp>
        <p:nvSpPr>
          <p:cNvPr id="5" name="Chỗ dành sẵn cho Văn bản 4">
            <a:extLst>
              <a:ext uri="{FF2B5EF4-FFF2-40B4-BE49-F238E27FC236}">
                <a16:creationId xmlns:a16="http://schemas.microsoft.com/office/drawing/2014/main" id="{4714EE7D-83C7-DE47-C100-0904BB907007}"/>
              </a:ext>
            </a:extLst>
          </p:cNvPr>
          <p:cNvSpPr>
            <a:spLocks noGrp="1"/>
          </p:cNvSpPr>
          <p:nvPr>
            <p:ph type="body" sz="quarter" idx="3"/>
          </p:nvPr>
        </p:nvSpPr>
        <p:spPr/>
        <p:txBody>
          <a:bodyPr rtlCol="0"/>
          <a:lstStyle>
            <a:defPPr>
              <a:defRPr lang="vi-VN"/>
            </a:defPPr>
          </a:lstStyle>
          <a:p>
            <a:pPr rtl="0"/>
            <a:r>
              <a:rPr lang="vi-VN" sz="1600" spc="0"/>
              <a:t>TIẾP THỊ</a:t>
            </a:r>
          </a:p>
        </p:txBody>
      </p:sp>
      <p:sp>
        <p:nvSpPr>
          <p:cNvPr id="24" name="Chỗ dành sẵn cho Nội dung 23">
            <a:extLst>
              <a:ext uri="{FF2B5EF4-FFF2-40B4-BE49-F238E27FC236}">
                <a16:creationId xmlns:a16="http://schemas.microsoft.com/office/drawing/2014/main" id="{61DE34F0-9D00-D163-584E-9738310DB6BC}"/>
              </a:ext>
            </a:extLst>
          </p:cNvPr>
          <p:cNvSpPr>
            <a:spLocks noGrp="1"/>
          </p:cNvSpPr>
          <p:nvPr>
            <p:ph sz="quarter" idx="4"/>
          </p:nvPr>
        </p:nvSpPr>
        <p:spPr/>
        <p:txBody>
          <a:bodyPr rtlCol="0"/>
          <a:lstStyle>
            <a:defPPr>
              <a:defRPr lang="vi-VN"/>
            </a:defPPr>
          </a:lstStyle>
          <a:p>
            <a:pPr lvl="0" rtl="0"/>
            <a:r>
              <a:rPr lang="vi-VN"/>
              <a:t>Phổ biến các thước đo được tiêu chuẩn hóa</a:t>
            </a:r>
          </a:p>
        </p:txBody>
      </p:sp>
      <p:sp>
        <p:nvSpPr>
          <p:cNvPr id="9" name="Chỗ dành sẵn cho Văn bản 8">
            <a:extLst>
              <a:ext uri="{FF2B5EF4-FFF2-40B4-BE49-F238E27FC236}">
                <a16:creationId xmlns:a16="http://schemas.microsoft.com/office/drawing/2014/main" id="{310ADB9E-1121-2450-35D1-8486C9BC3613}"/>
              </a:ext>
            </a:extLst>
          </p:cNvPr>
          <p:cNvSpPr>
            <a:spLocks noGrp="1"/>
          </p:cNvSpPr>
          <p:nvPr>
            <p:ph type="body" sz="quarter" idx="13"/>
          </p:nvPr>
        </p:nvSpPr>
        <p:spPr/>
        <p:txBody>
          <a:bodyPr rtlCol="0"/>
          <a:lstStyle>
            <a:defPPr>
              <a:defRPr lang="vi-VN"/>
            </a:defPPr>
          </a:lstStyle>
          <a:p>
            <a:pPr rtl="0"/>
            <a:r>
              <a:rPr lang="vi-VN" sz="1600" spc="0"/>
              <a:t>THIẾT KẾ</a:t>
            </a:r>
          </a:p>
        </p:txBody>
      </p:sp>
      <p:sp>
        <p:nvSpPr>
          <p:cNvPr id="25" name="Chỗ dành sẵn cho Nội dung 24">
            <a:extLst>
              <a:ext uri="{FF2B5EF4-FFF2-40B4-BE49-F238E27FC236}">
                <a16:creationId xmlns:a16="http://schemas.microsoft.com/office/drawing/2014/main" id="{3F1B077F-4F6F-1F99-B5B6-BF27786BBA9F}"/>
              </a:ext>
            </a:extLst>
          </p:cNvPr>
          <p:cNvSpPr>
            <a:spLocks noGrp="1"/>
          </p:cNvSpPr>
          <p:nvPr>
            <p:ph sz="quarter" idx="14"/>
          </p:nvPr>
        </p:nvSpPr>
        <p:spPr/>
        <p:txBody>
          <a:bodyPr rtlCol="0"/>
          <a:lstStyle>
            <a:defPPr>
              <a:defRPr lang="vi-VN"/>
            </a:defPPr>
          </a:lstStyle>
          <a:p>
            <a:pPr lvl="0" rtl="0"/>
            <a:r>
              <a:rPr lang="vi-VN" dirty="0"/>
              <a:t>Điều phối </a:t>
            </a:r>
            <a:br>
              <a:rPr lang="vi-VN" dirty="0"/>
            </a:br>
            <a:r>
              <a:rPr lang="vi-VN" dirty="0"/>
              <a:t>Các ứng dụng kinh doanh điện tử</a:t>
            </a:r>
          </a:p>
        </p:txBody>
      </p:sp>
      <p:sp>
        <p:nvSpPr>
          <p:cNvPr id="11" name="Chỗ dành sẵn cho Văn bản 10">
            <a:extLst>
              <a:ext uri="{FF2B5EF4-FFF2-40B4-BE49-F238E27FC236}">
                <a16:creationId xmlns:a16="http://schemas.microsoft.com/office/drawing/2014/main" id="{FAA4C0B8-3B41-049C-EA95-B5BC48C10C66}"/>
              </a:ext>
            </a:extLst>
          </p:cNvPr>
          <p:cNvSpPr>
            <a:spLocks noGrp="1"/>
          </p:cNvSpPr>
          <p:nvPr>
            <p:ph type="body" sz="quarter" idx="15"/>
          </p:nvPr>
        </p:nvSpPr>
        <p:spPr/>
        <p:txBody>
          <a:bodyPr rtlCol="0"/>
          <a:lstStyle>
            <a:defPPr>
              <a:defRPr lang="vi-VN"/>
            </a:defPPr>
          </a:lstStyle>
          <a:p>
            <a:pPr rtl="0"/>
            <a:r>
              <a:rPr lang="vi-VN" sz="1600" spc="0"/>
              <a:t>CHIẾN LƯỢC</a:t>
            </a:r>
          </a:p>
        </p:txBody>
      </p:sp>
      <p:sp>
        <p:nvSpPr>
          <p:cNvPr id="26" name="Chỗ dành sẵn cho Nội dung 25">
            <a:extLst>
              <a:ext uri="{FF2B5EF4-FFF2-40B4-BE49-F238E27FC236}">
                <a16:creationId xmlns:a16="http://schemas.microsoft.com/office/drawing/2014/main" id="{6ACBEE98-EEED-F89F-8CC0-E8497F8E546E}"/>
              </a:ext>
            </a:extLst>
          </p:cNvPr>
          <p:cNvSpPr>
            <a:spLocks noGrp="1"/>
          </p:cNvSpPr>
          <p:nvPr>
            <p:ph sz="quarter" idx="16"/>
          </p:nvPr>
        </p:nvSpPr>
        <p:spPr/>
        <p:txBody>
          <a:bodyPr rtlCol="0"/>
          <a:lstStyle>
            <a:defPPr>
              <a:defRPr lang="vi-VN"/>
            </a:defPPr>
          </a:lstStyle>
          <a:p>
            <a:pPr lvl="0" rtl="0"/>
            <a:r>
              <a:rPr lang="vi-VN"/>
              <a:t>Thúc đẩy các phương pháp luận ưu việt toàn diện</a:t>
            </a:r>
          </a:p>
        </p:txBody>
      </p:sp>
      <p:sp>
        <p:nvSpPr>
          <p:cNvPr id="13" name="Chỗ dành sẵn cho Văn bản 12">
            <a:extLst>
              <a:ext uri="{FF2B5EF4-FFF2-40B4-BE49-F238E27FC236}">
                <a16:creationId xmlns:a16="http://schemas.microsoft.com/office/drawing/2014/main" id="{8850A56B-786B-E4E2-77AC-8193D264E2FE}"/>
              </a:ext>
            </a:extLst>
          </p:cNvPr>
          <p:cNvSpPr>
            <a:spLocks noGrp="1"/>
          </p:cNvSpPr>
          <p:nvPr>
            <p:ph type="body" sz="quarter" idx="17"/>
          </p:nvPr>
        </p:nvSpPr>
        <p:spPr/>
        <p:txBody>
          <a:bodyPr rtlCol="0"/>
          <a:lstStyle>
            <a:defPPr>
              <a:defRPr lang="vi-VN"/>
            </a:defPPr>
          </a:lstStyle>
          <a:p>
            <a:pPr rtl="0"/>
            <a:r>
              <a:rPr lang="vi-VN" sz="1600" spc="0"/>
              <a:t>RA MẮT</a:t>
            </a:r>
          </a:p>
        </p:txBody>
      </p:sp>
      <p:sp>
        <p:nvSpPr>
          <p:cNvPr id="27" name="Chỗ dành sẵn cho Nội dung 26">
            <a:extLst>
              <a:ext uri="{FF2B5EF4-FFF2-40B4-BE49-F238E27FC236}">
                <a16:creationId xmlns:a16="http://schemas.microsoft.com/office/drawing/2014/main" id="{5D63848E-7E38-C88A-D15E-40DF95AB07BB}"/>
              </a:ext>
            </a:extLst>
          </p:cNvPr>
          <p:cNvSpPr>
            <a:spLocks noGrp="1"/>
          </p:cNvSpPr>
          <p:nvPr>
            <p:ph sz="quarter" idx="18"/>
          </p:nvPr>
        </p:nvSpPr>
        <p:spPr/>
        <p:txBody>
          <a:bodyPr rtlCol="0"/>
          <a:lstStyle>
            <a:defPPr>
              <a:defRPr lang="vi-VN"/>
            </a:defPPr>
          </a:lstStyle>
          <a:p>
            <a:pPr lvl="0" rtl="0"/>
            <a:r>
              <a:rPr lang="vi-VN"/>
              <a:t>Triển khai các mạng chiến lược với sự hấp dẫn </a:t>
            </a:r>
            <a:br>
              <a:rPr lang="vi-VN" dirty="0"/>
            </a:br>
            <a:r>
              <a:rPr lang="vi-VN"/>
              <a:t>Nhu cầu kinh doanh điện tử</a:t>
            </a:r>
          </a:p>
        </p:txBody>
      </p:sp>
      <p:sp>
        <p:nvSpPr>
          <p:cNvPr id="8" name="Chỗ dành sẵn cho Số hiệu Bản chiếu 7">
            <a:extLst>
              <a:ext uri="{FF2B5EF4-FFF2-40B4-BE49-F238E27FC236}">
                <a16:creationId xmlns:a16="http://schemas.microsoft.com/office/drawing/2014/main" id="{60DE4CC7-0F16-896F-1EBA-F387E12A24C3}"/>
              </a:ext>
            </a:extLst>
          </p:cNvPr>
          <p:cNvSpPr>
            <a:spLocks noGrp="1"/>
          </p:cNvSpPr>
          <p:nvPr>
            <p:ph type="sldNum" sz="quarter" idx="12"/>
          </p:nvPr>
        </p:nvSpPr>
        <p:spPr/>
        <p:txBody>
          <a:bodyPr rtlCol="0"/>
          <a:lstStyle>
            <a:defPPr>
              <a:defRPr lang="vi-VN"/>
            </a:defPPr>
          </a:lstStyle>
          <a:p>
            <a:pPr rtl="0"/>
            <a:fld id="{294A09A9-5501-47C1-A89A-A340965A2BE2}" type="slidenum">
              <a:rPr lang="vi-VN" smtClean="0"/>
              <a:pPr/>
              <a:t>9</a:t>
            </a:fld>
            <a:endParaRPr lang="vi-VN" dirty="0"/>
          </a:p>
        </p:txBody>
      </p:sp>
    </p:spTree>
    <p:extLst>
      <p:ext uri="{BB962C8B-B14F-4D97-AF65-F5344CB8AC3E}">
        <p14:creationId xmlns:p14="http://schemas.microsoft.com/office/powerpoint/2010/main" val="30087499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iêu đề 42">
            <a:extLst>
              <a:ext uri="{FF2B5EF4-FFF2-40B4-BE49-F238E27FC236}">
                <a16:creationId xmlns:a16="http://schemas.microsoft.com/office/drawing/2014/main" id="{6F402D0D-1253-FDCF-200C-358D2373CCEA}"/>
              </a:ext>
            </a:extLst>
          </p:cNvPr>
          <p:cNvSpPr>
            <a:spLocks noGrp="1"/>
          </p:cNvSpPr>
          <p:nvPr>
            <p:ph type="title"/>
          </p:nvPr>
        </p:nvSpPr>
        <p:spPr/>
        <p:txBody>
          <a:bodyPr rtlCol="0"/>
          <a:lstStyle>
            <a:defPPr>
              <a:defRPr lang="vi-VN"/>
            </a:defPPr>
          </a:lstStyle>
          <a:p>
            <a:pPr rtl="0"/>
            <a:r>
              <a:rPr lang="vi-VN"/>
              <a:t>DÒNG THỜI GIAN</a:t>
            </a:r>
          </a:p>
        </p:txBody>
      </p:sp>
      <p:sp>
        <p:nvSpPr>
          <p:cNvPr id="8" name="Chỗ dành sẵn cho Chân trang 7">
            <a:extLst>
              <a:ext uri="{FF2B5EF4-FFF2-40B4-BE49-F238E27FC236}">
                <a16:creationId xmlns:a16="http://schemas.microsoft.com/office/drawing/2014/main" id="{A82C041C-BA32-9DB5-9158-1264919F5376}"/>
              </a:ext>
            </a:extLst>
          </p:cNvPr>
          <p:cNvSpPr>
            <a:spLocks noGrp="1"/>
          </p:cNvSpPr>
          <p:nvPr>
            <p:ph type="ftr" sz="quarter" idx="11"/>
          </p:nvPr>
        </p:nvSpPr>
        <p:spPr/>
        <p:txBody>
          <a:bodyPr rtlCol="0"/>
          <a:lstStyle>
            <a:defPPr>
              <a:defRPr lang="vi-VN"/>
            </a:defPPr>
          </a:lstStyle>
          <a:p>
            <a:pPr rtl="0"/>
            <a:r>
              <a:rPr lang="vi-VN"/>
              <a:t>TIÊU ĐỀ BẢN TRÌNH BÀY</a:t>
            </a:r>
          </a:p>
        </p:txBody>
      </p:sp>
      <p:sp>
        <p:nvSpPr>
          <p:cNvPr id="2" name="Chỗ dành sẵn cho Văn bản 1">
            <a:extLst>
              <a:ext uri="{FF2B5EF4-FFF2-40B4-BE49-F238E27FC236}">
                <a16:creationId xmlns:a16="http://schemas.microsoft.com/office/drawing/2014/main" id="{0649137D-2A6C-3A81-F639-FA3C26C76D3F}"/>
              </a:ext>
            </a:extLst>
          </p:cNvPr>
          <p:cNvSpPr>
            <a:spLocks noGrp="1"/>
          </p:cNvSpPr>
          <p:nvPr>
            <p:ph type="body" sz="quarter" idx="13"/>
          </p:nvPr>
        </p:nvSpPr>
        <p:spPr>
          <a:xfrm rot="16200000">
            <a:off x="-228091" y="3072704"/>
            <a:ext cx="2187448" cy="512064"/>
          </a:xfrm>
        </p:spPr>
        <p:txBody>
          <a:bodyPr rtlCol="0"/>
          <a:lstStyle>
            <a:defPPr>
              <a:defRPr lang="vi-VN"/>
            </a:defPPr>
          </a:lstStyle>
          <a:p>
            <a:pPr rtl="0"/>
            <a:r>
              <a:rPr lang="vi-VN" spc="0" dirty="0"/>
              <a:t>THÁNG 9 20XX</a:t>
            </a:r>
          </a:p>
        </p:txBody>
      </p:sp>
      <p:sp>
        <p:nvSpPr>
          <p:cNvPr id="10" name="Chỗ dành sẵn cho Văn bản 9">
            <a:extLst>
              <a:ext uri="{FF2B5EF4-FFF2-40B4-BE49-F238E27FC236}">
                <a16:creationId xmlns:a16="http://schemas.microsoft.com/office/drawing/2014/main" id="{483C06D0-E1DB-BF5B-0723-E86ECD593FA6}"/>
              </a:ext>
            </a:extLst>
          </p:cNvPr>
          <p:cNvSpPr>
            <a:spLocks noGrp="1"/>
          </p:cNvSpPr>
          <p:nvPr>
            <p:ph type="body" sz="quarter" idx="18"/>
          </p:nvPr>
        </p:nvSpPr>
        <p:spPr/>
        <p:txBody>
          <a:bodyPr rtlCol="0"/>
          <a:lstStyle>
            <a:defPPr>
              <a:defRPr lang="vi-VN"/>
            </a:defPPr>
          </a:lstStyle>
          <a:p>
            <a:pPr lvl="0" rtl="0"/>
            <a:r>
              <a:rPr lang="vi-VN" dirty="0"/>
              <a:t>Hợp lực </a:t>
            </a:r>
            <a:r>
              <a:rPr lang="vi-VN" b="1" dirty="0"/>
              <a:t>có thể mở rộng thương mại điện tử</a:t>
            </a:r>
          </a:p>
        </p:txBody>
      </p:sp>
      <p:cxnSp>
        <p:nvCxnSpPr>
          <p:cNvPr id="47" name="Đường nối Mũi tên Thẳng 44" descr="Mũi tên kết nối">
            <a:extLst>
              <a:ext uri="{FF2B5EF4-FFF2-40B4-BE49-F238E27FC236}">
                <a16:creationId xmlns:a16="http://schemas.microsoft.com/office/drawing/2014/main" id="{BC3D7D22-1710-7586-51EC-807950387573}"/>
              </a:ext>
            </a:extLst>
          </p:cNvPr>
          <p:cNvCxnSpPr>
            <a:cxnSpLocks/>
            <a:stCxn id="5" idx="3"/>
            <a:endCxn id="3" idx="0"/>
          </p:cNvCxnSpPr>
          <p:nvPr/>
        </p:nvCxnSpPr>
        <p:spPr>
          <a:xfrm rot="5400000" flipH="1" flipV="1">
            <a:off x="3892693" y="2518959"/>
            <a:ext cx="355977" cy="1966011"/>
          </a:xfrm>
          <a:prstGeom prst="bentConnector2">
            <a:avLst/>
          </a:prstGeom>
          <a:ln w="12700">
            <a:solidFill>
              <a:schemeClr val="tx1"/>
            </a:solidFill>
            <a:prstDash val="dash"/>
            <a:tailEnd type="triangle" w="lg" len="lg"/>
          </a:ln>
        </p:spPr>
        <p:style>
          <a:lnRef idx="1">
            <a:schemeClr val="accent1"/>
          </a:lnRef>
          <a:fillRef idx="0">
            <a:schemeClr val="accent1"/>
          </a:fillRef>
          <a:effectRef idx="0">
            <a:schemeClr val="accent1"/>
          </a:effectRef>
          <a:fontRef idx="minor">
            <a:schemeClr val="tx1"/>
          </a:fontRef>
        </p:style>
      </p:cxnSp>
      <p:sp>
        <p:nvSpPr>
          <p:cNvPr id="3" name="Chỗ dành sẵn cho Văn bản 2">
            <a:extLst>
              <a:ext uri="{FF2B5EF4-FFF2-40B4-BE49-F238E27FC236}">
                <a16:creationId xmlns:a16="http://schemas.microsoft.com/office/drawing/2014/main" id="{3BAC312B-0248-777F-AEB1-4F76CAA95ABF}"/>
              </a:ext>
            </a:extLst>
          </p:cNvPr>
          <p:cNvSpPr>
            <a:spLocks noGrp="1"/>
          </p:cNvSpPr>
          <p:nvPr>
            <p:ph type="body" sz="quarter" idx="14"/>
          </p:nvPr>
        </p:nvSpPr>
        <p:spPr>
          <a:xfrm rot="16200000">
            <a:off x="4215995" y="3067943"/>
            <a:ext cx="2187448" cy="512064"/>
          </a:xfrm>
        </p:spPr>
        <p:txBody>
          <a:bodyPr rtlCol="0"/>
          <a:lstStyle>
            <a:defPPr>
              <a:defRPr lang="vi-VN"/>
            </a:defPPr>
          </a:lstStyle>
          <a:p>
            <a:pPr rtl="0"/>
            <a:r>
              <a:rPr lang="vi-VN" spc="0"/>
              <a:t>THÁNG 1 20XX</a:t>
            </a:r>
          </a:p>
        </p:txBody>
      </p:sp>
      <p:sp>
        <p:nvSpPr>
          <p:cNvPr id="11" name="Chỗ dành sẵn cho Văn bản 10">
            <a:extLst>
              <a:ext uri="{FF2B5EF4-FFF2-40B4-BE49-F238E27FC236}">
                <a16:creationId xmlns:a16="http://schemas.microsoft.com/office/drawing/2014/main" id="{763E08B0-2334-33D6-E6CC-5D7120AD82A8}"/>
              </a:ext>
            </a:extLst>
          </p:cNvPr>
          <p:cNvSpPr>
            <a:spLocks noGrp="1"/>
          </p:cNvSpPr>
          <p:nvPr>
            <p:ph type="body" sz="quarter" idx="19"/>
          </p:nvPr>
        </p:nvSpPr>
        <p:spPr/>
        <p:txBody>
          <a:bodyPr rtlCol="0"/>
          <a:lstStyle>
            <a:defPPr>
              <a:defRPr lang="vi-VN"/>
            </a:defPPr>
          </a:lstStyle>
          <a:p>
            <a:pPr lvl="0" rtl="0"/>
            <a:r>
              <a:rPr lang="vi-VN"/>
              <a:t>Điều phối </a:t>
            </a:r>
          </a:p>
          <a:p>
            <a:pPr lvl="0" rtl="0"/>
            <a:r>
              <a:rPr lang="vi-VN" b="1"/>
              <a:t>Các ứng dụng kinh doanh điện tử</a:t>
            </a:r>
          </a:p>
        </p:txBody>
      </p:sp>
      <p:cxnSp>
        <p:nvCxnSpPr>
          <p:cNvPr id="51" name="Đường nối Mũi tên Thẳng 44" descr="Mũi tên kết nối">
            <a:extLst>
              <a:ext uri="{FF2B5EF4-FFF2-40B4-BE49-F238E27FC236}">
                <a16:creationId xmlns:a16="http://schemas.microsoft.com/office/drawing/2014/main" id="{48A4C37F-6D4C-F508-C28E-2170FC2A6D8F}"/>
              </a:ext>
            </a:extLst>
          </p:cNvPr>
          <p:cNvCxnSpPr>
            <a:cxnSpLocks/>
            <a:stCxn id="6" idx="3"/>
            <a:endCxn id="4" idx="0"/>
          </p:cNvCxnSpPr>
          <p:nvPr/>
        </p:nvCxnSpPr>
        <p:spPr>
          <a:xfrm rot="5400000" flipH="1" flipV="1">
            <a:off x="8339159" y="2521339"/>
            <a:ext cx="351216" cy="1966010"/>
          </a:xfrm>
          <a:prstGeom prst="bentConnector2">
            <a:avLst/>
          </a:prstGeom>
          <a:ln w="12700">
            <a:solidFill>
              <a:schemeClr val="tx1"/>
            </a:solidFill>
            <a:prstDash val="dash"/>
            <a:tailEnd type="triangle" w="lg" len="lg"/>
          </a:ln>
        </p:spPr>
        <p:style>
          <a:lnRef idx="1">
            <a:schemeClr val="accent1"/>
          </a:lnRef>
          <a:fillRef idx="0">
            <a:schemeClr val="accent1"/>
          </a:fillRef>
          <a:effectRef idx="0">
            <a:schemeClr val="accent1"/>
          </a:effectRef>
          <a:fontRef idx="minor">
            <a:schemeClr val="tx1"/>
          </a:fontRef>
        </p:style>
      </p:cxnSp>
      <p:sp>
        <p:nvSpPr>
          <p:cNvPr id="4" name="Chỗ dành sẵn cho Văn bản 3">
            <a:extLst>
              <a:ext uri="{FF2B5EF4-FFF2-40B4-BE49-F238E27FC236}">
                <a16:creationId xmlns:a16="http://schemas.microsoft.com/office/drawing/2014/main" id="{662F7B83-4957-3FDF-FCD7-670A863C20B2}"/>
              </a:ext>
            </a:extLst>
          </p:cNvPr>
          <p:cNvSpPr>
            <a:spLocks noGrp="1"/>
          </p:cNvSpPr>
          <p:nvPr>
            <p:ph type="body" sz="quarter" idx="15"/>
          </p:nvPr>
        </p:nvSpPr>
        <p:spPr>
          <a:xfrm rot="16200000">
            <a:off x="8660080" y="3072704"/>
            <a:ext cx="2187448" cy="512064"/>
          </a:xfrm>
        </p:spPr>
        <p:txBody>
          <a:bodyPr rtlCol="0"/>
          <a:lstStyle>
            <a:defPPr>
              <a:defRPr lang="vi-VN"/>
            </a:defPPr>
          </a:lstStyle>
          <a:p>
            <a:pPr rtl="0"/>
            <a:r>
              <a:rPr lang="vi-VN" spc="0"/>
              <a:t>THÁNG 5 20XX</a:t>
            </a:r>
          </a:p>
        </p:txBody>
      </p:sp>
      <p:sp>
        <p:nvSpPr>
          <p:cNvPr id="12" name="Chỗ dành sẵn cho Văn bản 11">
            <a:extLst>
              <a:ext uri="{FF2B5EF4-FFF2-40B4-BE49-F238E27FC236}">
                <a16:creationId xmlns:a16="http://schemas.microsoft.com/office/drawing/2014/main" id="{B0661D74-2EFE-C693-BB74-D733AD13A861}"/>
              </a:ext>
            </a:extLst>
          </p:cNvPr>
          <p:cNvSpPr>
            <a:spLocks noGrp="1"/>
          </p:cNvSpPr>
          <p:nvPr>
            <p:ph type="body" sz="quarter" idx="20"/>
          </p:nvPr>
        </p:nvSpPr>
        <p:spPr/>
        <p:txBody>
          <a:bodyPr rtlCol="0"/>
          <a:lstStyle>
            <a:defPPr>
              <a:defRPr lang="vi-VN"/>
            </a:defPPr>
          </a:lstStyle>
          <a:p>
            <a:pPr lvl="0" rtl="0"/>
            <a:r>
              <a:rPr lang="vi-VN" dirty="0"/>
              <a:t>Triển khai </a:t>
            </a:r>
            <a:r>
              <a:rPr lang="vi-VN" b="1" dirty="0"/>
              <a:t>các mạng chiến lược với sự hấp dẫn Nhu cầu kinh doanh điện tử</a:t>
            </a:r>
          </a:p>
        </p:txBody>
      </p:sp>
      <p:cxnSp>
        <p:nvCxnSpPr>
          <p:cNvPr id="45" name="Đường nối Mũi tên Thẳng 44" descr="Mũi tên kết nối">
            <a:extLst>
              <a:ext uri="{FF2B5EF4-FFF2-40B4-BE49-F238E27FC236}">
                <a16:creationId xmlns:a16="http://schemas.microsoft.com/office/drawing/2014/main" id="{B8BFA6A1-385F-2847-59C6-213D0606710D}"/>
              </a:ext>
            </a:extLst>
          </p:cNvPr>
          <p:cNvCxnSpPr>
            <a:cxnSpLocks/>
            <a:stCxn id="2" idx="1"/>
            <a:endCxn id="5" idx="0"/>
          </p:cNvCxnSpPr>
          <p:nvPr/>
        </p:nvCxnSpPr>
        <p:spPr>
          <a:xfrm rot="16200000" flipH="1">
            <a:off x="1673030" y="3615062"/>
            <a:ext cx="351216" cy="1966011"/>
          </a:xfrm>
          <a:prstGeom prst="bentConnector2">
            <a:avLst/>
          </a:prstGeom>
          <a:ln w="12700">
            <a:solidFill>
              <a:schemeClr val="tx1"/>
            </a:solidFill>
            <a:prstDash val="dash"/>
            <a:tailEnd type="triangle" w="lg" len="lg"/>
          </a:ln>
        </p:spPr>
        <p:style>
          <a:lnRef idx="1">
            <a:schemeClr val="accent1"/>
          </a:lnRef>
          <a:fillRef idx="0">
            <a:schemeClr val="accent1"/>
          </a:fillRef>
          <a:effectRef idx="0">
            <a:schemeClr val="accent1"/>
          </a:effectRef>
          <a:fontRef idx="minor">
            <a:schemeClr val="tx1"/>
          </a:fontRef>
        </p:style>
      </p:cxnSp>
      <p:sp>
        <p:nvSpPr>
          <p:cNvPr id="5" name="Chỗ dành sẵn cho Văn bản 4">
            <a:extLst>
              <a:ext uri="{FF2B5EF4-FFF2-40B4-BE49-F238E27FC236}">
                <a16:creationId xmlns:a16="http://schemas.microsoft.com/office/drawing/2014/main" id="{568C0CFC-4DE9-71AA-6D3C-E8652D9BEBF5}"/>
              </a:ext>
            </a:extLst>
          </p:cNvPr>
          <p:cNvSpPr>
            <a:spLocks noGrp="1"/>
          </p:cNvSpPr>
          <p:nvPr>
            <p:ph type="body" sz="quarter" idx="16"/>
          </p:nvPr>
        </p:nvSpPr>
        <p:spPr>
          <a:xfrm rot="16200000">
            <a:off x="1993952" y="4517644"/>
            <a:ext cx="2187448" cy="512064"/>
          </a:xfrm>
        </p:spPr>
        <p:txBody>
          <a:bodyPr rtlCol="0"/>
          <a:lstStyle>
            <a:defPPr>
              <a:defRPr lang="vi-VN"/>
            </a:defPPr>
          </a:lstStyle>
          <a:p>
            <a:pPr rtl="0"/>
            <a:r>
              <a:rPr lang="vi-VN" spc="0"/>
              <a:t>THÁNG 11 20XX</a:t>
            </a:r>
          </a:p>
        </p:txBody>
      </p:sp>
      <p:sp>
        <p:nvSpPr>
          <p:cNvPr id="14" name="Chỗ dành sẵn cho Văn bản 13">
            <a:extLst>
              <a:ext uri="{FF2B5EF4-FFF2-40B4-BE49-F238E27FC236}">
                <a16:creationId xmlns:a16="http://schemas.microsoft.com/office/drawing/2014/main" id="{43DFEEA6-4AAD-5436-17AA-56EFDA3E432C}"/>
              </a:ext>
            </a:extLst>
          </p:cNvPr>
          <p:cNvSpPr>
            <a:spLocks noGrp="1"/>
          </p:cNvSpPr>
          <p:nvPr>
            <p:ph type="body" sz="quarter" idx="22"/>
          </p:nvPr>
        </p:nvSpPr>
        <p:spPr/>
        <p:txBody>
          <a:bodyPr rtlCol="0"/>
          <a:lstStyle>
            <a:defPPr>
              <a:defRPr lang="vi-VN"/>
            </a:defPPr>
          </a:lstStyle>
          <a:p>
            <a:pPr lvl="0" rtl="0"/>
            <a:r>
              <a:rPr lang="vi-VN"/>
              <a:t>Phổ biến </a:t>
            </a:r>
            <a:r>
              <a:rPr lang="vi-VN" b="1"/>
              <a:t>các thước đo</a:t>
            </a:r>
            <a:r>
              <a:rPr lang="vi-VN"/>
              <a:t> được tiêu chuẩn hóa</a:t>
            </a:r>
          </a:p>
        </p:txBody>
      </p:sp>
      <p:cxnSp>
        <p:nvCxnSpPr>
          <p:cNvPr id="49" name="Đường nối Mũi tên Thẳng 44" descr="Mũi tên kết nối">
            <a:extLst>
              <a:ext uri="{FF2B5EF4-FFF2-40B4-BE49-F238E27FC236}">
                <a16:creationId xmlns:a16="http://schemas.microsoft.com/office/drawing/2014/main" id="{900822B8-79FE-91B5-6738-C9AA0E33984E}"/>
              </a:ext>
            </a:extLst>
          </p:cNvPr>
          <p:cNvCxnSpPr>
            <a:cxnSpLocks/>
            <a:stCxn id="3" idx="1"/>
            <a:endCxn id="6" idx="0"/>
          </p:cNvCxnSpPr>
          <p:nvPr/>
        </p:nvCxnSpPr>
        <p:spPr>
          <a:xfrm rot="16200000" flipH="1">
            <a:off x="6114736" y="3612681"/>
            <a:ext cx="355977" cy="1966011"/>
          </a:xfrm>
          <a:prstGeom prst="bentConnector2">
            <a:avLst/>
          </a:prstGeom>
          <a:ln w="12700">
            <a:solidFill>
              <a:schemeClr val="tx1"/>
            </a:solidFill>
            <a:prstDash val="dash"/>
            <a:tailEnd type="triangle" w="lg" len="lg"/>
          </a:ln>
        </p:spPr>
        <p:style>
          <a:lnRef idx="1">
            <a:schemeClr val="accent1"/>
          </a:lnRef>
          <a:fillRef idx="0">
            <a:schemeClr val="accent1"/>
          </a:fillRef>
          <a:effectRef idx="0">
            <a:schemeClr val="accent1"/>
          </a:effectRef>
          <a:fontRef idx="minor">
            <a:schemeClr val="tx1"/>
          </a:fontRef>
        </p:style>
      </p:cxnSp>
      <p:sp>
        <p:nvSpPr>
          <p:cNvPr id="6" name="Chỗ dành sẵn cho Văn bản 5">
            <a:extLst>
              <a:ext uri="{FF2B5EF4-FFF2-40B4-BE49-F238E27FC236}">
                <a16:creationId xmlns:a16="http://schemas.microsoft.com/office/drawing/2014/main" id="{B68524C6-142C-4627-2305-AAB73C14EE1A}"/>
              </a:ext>
            </a:extLst>
          </p:cNvPr>
          <p:cNvSpPr>
            <a:spLocks noGrp="1"/>
          </p:cNvSpPr>
          <p:nvPr>
            <p:ph type="body" sz="quarter" idx="17"/>
          </p:nvPr>
        </p:nvSpPr>
        <p:spPr>
          <a:xfrm rot="16200000">
            <a:off x="6438038" y="4517644"/>
            <a:ext cx="2187448" cy="512064"/>
          </a:xfrm>
        </p:spPr>
        <p:txBody>
          <a:bodyPr rtlCol="0"/>
          <a:lstStyle>
            <a:defPPr>
              <a:defRPr lang="vi-VN"/>
            </a:defPPr>
          </a:lstStyle>
          <a:p>
            <a:pPr rtl="0"/>
            <a:r>
              <a:rPr lang="vi-VN" spc="0"/>
              <a:t>THÁNG 3 20XX</a:t>
            </a:r>
          </a:p>
        </p:txBody>
      </p:sp>
      <p:sp>
        <p:nvSpPr>
          <p:cNvPr id="13" name="Chỗ dành sẵn cho Văn bản 12">
            <a:extLst>
              <a:ext uri="{FF2B5EF4-FFF2-40B4-BE49-F238E27FC236}">
                <a16:creationId xmlns:a16="http://schemas.microsoft.com/office/drawing/2014/main" id="{13F81BE4-398C-16CD-B300-25082227312B}"/>
              </a:ext>
            </a:extLst>
          </p:cNvPr>
          <p:cNvSpPr>
            <a:spLocks noGrp="1"/>
          </p:cNvSpPr>
          <p:nvPr>
            <p:ph type="body" sz="quarter" idx="21"/>
          </p:nvPr>
        </p:nvSpPr>
        <p:spPr>
          <a:xfrm>
            <a:off x="7827392" y="3882136"/>
            <a:ext cx="1711538" cy="1783080"/>
          </a:xfrm>
        </p:spPr>
        <p:txBody>
          <a:bodyPr rtlCol="0"/>
          <a:lstStyle>
            <a:defPPr>
              <a:defRPr lang="vi-VN"/>
            </a:defPPr>
          </a:lstStyle>
          <a:p>
            <a:pPr rtl="0"/>
            <a:r>
              <a:rPr lang="vi-VN"/>
              <a:t>Thúc đẩy </a:t>
            </a:r>
            <a:r>
              <a:rPr lang="vi-VN" b="1"/>
              <a:t>các phương pháp luận</a:t>
            </a:r>
            <a:r>
              <a:rPr lang="vi-VN"/>
              <a:t> ưu việt toàn diện</a:t>
            </a:r>
          </a:p>
        </p:txBody>
      </p:sp>
      <p:sp>
        <p:nvSpPr>
          <p:cNvPr id="9" name="Chỗ dành sẵn cho Số hiệu Bản chiếu 8">
            <a:extLst>
              <a:ext uri="{FF2B5EF4-FFF2-40B4-BE49-F238E27FC236}">
                <a16:creationId xmlns:a16="http://schemas.microsoft.com/office/drawing/2014/main" id="{42D01FA3-0BE0-D543-3ABD-0B0771F30A19}"/>
              </a:ext>
            </a:extLst>
          </p:cNvPr>
          <p:cNvSpPr>
            <a:spLocks noGrp="1"/>
          </p:cNvSpPr>
          <p:nvPr>
            <p:ph type="sldNum" sz="quarter" idx="12"/>
          </p:nvPr>
        </p:nvSpPr>
        <p:spPr/>
        <p:txBody>
          <a:bodyPr rtlCol="0"/>
          <a:lstStyle>
            <a:defPPr>
              <a:defRPr lang="vi-VN"/>
            </a:defPPr>
          </a:lstStyle>
          <a:p>
            <a:pPr rtl="0"/>
            <a:fld id="{294A09A9-5501-47C1-A89A-A340965A2BE2}" type="slidenum">
              <a:rPr lang="vi-VN" smtClean="0"/>
              <a:pPr/>
              <a:t>10</a:t>
            </a:fld>
            <a:endParaRPr lang="vi-VN" dirty="0"/>
          </a:p>
        </p:txBody>
      </p:sp>
    </p:spTree>
    <p:extLst>
      <p:ext uri="{BB962C8B-B14F-4D97-AF65-F5344CB8AC3E}">
        <p14:creationId xmlns:p14="http://schemas.microsoft.com/office/powerpoint/2010/main" val="3120437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iêu đề 40">
            <a:extLst>
              <a:ext uri="{FF2B5EF4-FFF2-40B4-BE49-F238E27FC236}">
                <a16:creationId xmlns:a16="http://schemas.microsoft.com/office/drawing/2014/main" id="{A49ABFAC-D966-9A7C-EFB9-4AA2A4BFCB3B}"/>
              </a:ext>
            </a:extLst>
          </p:cNvPr>
          <p:cNvSpPr>
            <a:spLocks noGrp="1"/>
          </p:cNvSpPr>
          <p:nvPr>
            <p:ph type="title"/>
          </p:nvPr>
        </p:nvSpPr>
        <p:spPr/>
        <p:txBody>
          <a:bodyPr rtlCol="0"/>
          <a:lstStyle>
            <a:defPPr>
              <a:defRPr lang="vi-VN"/>
            </a:defPPr>
          </a:lstStyle>
          <a:p>
            <a:pPr rtl="0"/>
            <a:r>
              <a:rPr lang="vi-VN"/>
              <a:t>LĨNH VỰC TẬP TRUNG</a:t>
            </a:r>
          </a:p>
        </p:txBody>
      </p:sp>
      <p:sp>
        <p:nvSpPr>
          <p:cNvPr id="7" name="Chỗ dành sẵn cho Chân trang 6">
            <a:extLst>
              <a:ext uri="{FF2B5EF4-FFF2-40B4-BE49-F238E27FC236}">
                <a16:creationId xmlns:a16="http://schemas.microsoft.com/office/drawing/2014/main" id="{6C58156F-B502-2468-F7F7-7EF56BA44FBE}"/>
              </a:ext>
            </a:extLst>
          </p:cNvPr>
          <p:cNvSpPr>
            <a:spLocks noGrp="1"/>
          </p:cNvSpPr>
          <p:nvPr>
            <p:ph type="ftr" sz="quarter" idx="11"/>
          </p:nvPr>
        </p:nvSpPr>
        <p:spPr/>
        <p:txBody>
          <a:bodyPr rtlCol="0"/>
          <a:lstStyle>
            <a:defPPr>
              <a:defRPr lang="vi-VN"/>
            </a:defPPr>
          </a:lstStyle>
          <a:p>
            <a:pPr rtl="0"/>
            <a:r>
              <a:rPr lang="vi-VN"/>
              <a:t>TIÊU ĐỀ BẢN TRÌNH BÀY</a:t>
            </a:r>
          </a:p>
        </p:txBody>
      </p:sp>
      <p:sp>
        <p:nvSpPr>
          <p:cNvPr id="42" name="Chỗ dành sẵn cho Văn bản 41">
            <a:extLst>
              <a:ext uri="{FF2B5EF4-FFF2-40B4-BE49-F238E27FC236}">
                <a16:creationId xmlns:a16="http://schemas.microsoft.com/office/drawing/2014/main" id="{E7EE4D5B-87DD-4137-0625-40623A0E8A35}"/>
              </a:ext>
            </a:extLst>
          </p:cNvPr>
          <p:cNvSpPr>
            <a:spLocks noGrp="1"/>
          </p:cNvSpPr>
          <p:nvPr>
            <p:ph type="body" idx="1"/>
          </p:nvPr>
        </p:nvSpPr>
        <p:spPr/>
        <p:txBody>
          <a:bodyPr rtlCol="0"/>
          <a:lstStyle>
            <a:defPPr>
              <a:defRPr lang="vi-VN"/>
            </a:defPPr>
          </a:lstStyle>
          <a:p>
            <a:pPr rtl="0"/>
            <a:r>
              <a:rPr lang="vi-VN"/>
              <a:t>TÌNH HUỐNG THỊ TRƯỜNG B2B</a:t>
            </a:r>
          </a:p>
        </p:txBody>
      </p:sp>
      <p:sp>
        <p:nvSpPr>
          <p:cNvPr id="43" name="Chỗ dành sẵn cho Nội dung 42">
            <a:extLst>
              <a:ext uri="{FF2B5EF4-FFF2-40B4-BE49-F238E27FC236}">
                <a16:creationId xmlns:a16="http://schemas.microsoft.com/office/drawing/2014/main" id="{DDD88D28-D711-5AC9-E34C-3050A6413FB3}"/>
              </a:ext>
            </a:extLst>
          </p:cNvPr>
          <p:cNvSpPr>
            <a:spLocks noGrp="1"/>
          </p:cNvSpPr>
          <p:nvPr>
            <p:ph sz="half" idx="2"/>
          </p:nvPr>
        </p:nvSpPr>
        <p:spPr/>
        <p:txBody>
          <a:bodyPr rtlCol="0"/>
          <a:lstStyle>
            <a:defPPr>
              <a:defRPr lang="vi-VN"/>
            </a:defPPr>
          </a:lstStyle>
          <a:p>
            <a:pPr rtl="0"/>
            <a:r>
              <a:rPr lang="vi-VN"/>
              <a:t>Phát triển các chiến lược chiến thắng để tiếp tục dẫn đầu cạnh tranh</a:t>
            </a:r>
          </a:p>
          <a:p>
            <a:pPr rtl="0"/>
            <a:r>
              <a:rPr lang="vi-VN"/>
              <a:t>Tận dụng quả treo thấp để xác định giá trị của sân chơi bóng</a:t>
            </a:r>
          </a:p>
          <a:p>
            <a:pPr rtl="0"/>
            <a:r>
              <a:rPr lang="vi-VN"/>
              <a:t>Hình dung sự hội tụ hướng đến khách hàng</a:t>
            </a:r>
          </a:p>
        </p:txBody>
      </p:sp>
      <p:sp>
        <p:nvSpPr>
          <p:cNvPr id="44" name="Chỗ dành sẵn cho Văn bản 43">
            <a:extLst>
              <a:ext uri="{FF2B5EF4-FFF2-40B4-BE49-F238E27FC236}">
                <a16:creationId xmlns:a16="http://schemas.microsoft.com/office/drawing/2014/main" id="{9A16E2DA-8782-EACD-C467-2BD2FC22391C}"/>
              </a:ext>
            </a:extLst>
          </p:cNvPr>
          <p:cNvSpPr>
            <a:spLocks noGrp="1"/>
          </p:cNvSpPr>
          <p:nvPr>
            <p:ph type="body" sz="quarter" idx="3"/>
          </p:nvPr>
        </p:nvSpPr>
        <p:spPr/>
        <p:txBody>
          <a:bodyPr rtlCol="0"/>
          <a:lstStyle>
            <a:defPPr>
              <a:defRPr lang="vi-VN"/>
            </a:defPPr>
          </a:lstStyle>
          <a:p>
            <a:pPr rtl="0"/>
            <a:r>
              <a:rPr lang="vi-VN"/>
              <a:t>CƠ HỘI DỰA TRÊN ĐÁM MÂY</a:t>
            </a:r>
          </a:p>
        </p:txBody>
      </p:sp>
      <p:sp>
        <p:nvSpPr>
          <p:cNvPr id="45" name="Chỗ dành sẵn cho Nội dung 44">
            <a:extLst>
              <a:ext uri="{FF2B5EF4-FFF2-40B4-BE49-F238E27FC236}">
                <a16:creationId xmlns:a16="http://schemas.microsoft.com/office/drawing/2014/main" id="{2A504466-AF6B-14A5-DBE7-37A09EC63EC7}"/>
              </a:ext>
            </a:extLst>
          </p:cNvPr>
          <p:cNvSpPr>
            <a:spLocks noGrp="1"/>
          </p:cNvSpPr>
          <p:nvPr>
            <p:ph sz="quarter" idx="4"/>
          </p:nvPr>
        </p:nvSpPr>
        <p:spPr/>
        <p:txBody>
          <a:bodyPr rtlCol="0"/>
          <a:lstStyle>
            <a:defPPr>
              <a:defRPr lang="vi-VN"/>
            </a:defPPr>
          </a:lstStyle>
          <a:p>
            <a:pPr rtl="0"/>
            <a:r>
              <a:rPr lang="vi-VN"/>
              <a:t>Các cách tiếp cận lặp đi lặp lại đối với chiến lược công ty</a:t>
            </a:r>
          </a:p>
          <a:p>
            <a:pPr rtl="0"/>
            <a:r>
              <a:rPr lang="vi-VN"/>
              <a:t>Thiết lập khuôn khổ quản lý từ bên trong</a:t>
            </a:r>
          </a:p>
          <a:p>
            <a:pPr rtl="0"/>
            <a:endParaRPr lang="vi-VN" dirty="0"/>
          </a:p>
        </p:txBody>
      </p:sp>
      <p:sp>
        <p:nvSpPr>
          <p:cNvPr id="8" name="Chỗ dành sẵn cho Số hiệu Bản chiếu 7">
            <a:extLst>
              <a:ext uri="{FF2B5EF4-FFF2-40B4-BE49-F238E27FC236}">
                <a16:creationId xmlns:a16="http://schemas.microsoft.com/office/drawing/2014/main" id="{151DE16D-6222-1703-D240-DA742BD7BEF9}"/>
              </a:ext>
            </a:extLst>
          </p:cNvPr>
          <p:cNvSpPr>
            <a:spLocks noGrp="1"/>
          </p:cNvSpPr>
          <p:nvPr>
            <p:ph type="sldNum" sz="quarter" idx="12"/>
          </p:nvPr>
        </p:nvSpPr>
        <p:spPr/>
        <p:txBody>
          <a:bodyPr rtlCol="0"/>
          <a:lstStyle>
            <a:defPPr>
              <a:defRPr lang="vi-VN"/>
            </a:defPPr>
          </a:lstStyle>
          <a:p>
            <a:pPr rtl="0"/>
            <a:fld id="{294A09A9-5501-47C1-A89A-A340965A2BE2}" type="slidenum">
              <a:rPr lang="vi-VN" smtClean="0"/>
              <a:pPr/>
              <a:t>11</a:t>
            </a:fld>
            <a:endParaRPr lang="vi-VN" dirty="0"/>
          </a:p>
        </p:txBody>
      </p:sp>
    </p:spTree>
    <p:extLst>
      <p:ext uri="{BB962C8B-B14F-4D97-AF65-F5344CB8AC3E}">
        <p14:creationId xmlns:p14="http://schemas.microsoft.com/office/powerpoint/2010/main" val="27003175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38F5A0AD-52EA-8A3D-00F9-72C649D792FF}"/>
              </a:ext>
            </a:extLst>
          </p:cNvPr>
          <p:cNvSpPr>
            <a:spLocks noGrp="1"/>
          </p:cNvSpPr>
          <p:nvPr>
            <p:ph type="title"/>
          </p:nvPr>
        </p:nvSpPr>
        <p:spPr>
          <a:xfrm>
            <a:off x="234696" y="868679"/>
            <a:ext cx="11728704" cy="1572768"/>
          </a:xfrm>
        </p:spPr>
        <p:txBody>
          <a:bodyPr rtlCol="0"/>
          <a:lstStyle>
            <a:defPPr>
              <a:defRPr lang="vi-VN"/>
            </a:defPPr>
          </a:lstStyle>
          <a:p>
            <a:pPr rtl="0"/>
            <a:r>
              <a:rPr lang="vi-VN" spc="200" dirty="0"/>
              <a:t>LÀM THẾ NÀO CHÚNG TA ĐẾN ĐÓ</a:t>
            </a:r>
          </a:p>
        </p:txBody>
      </p:sp>
      <p:sp>
        <p:nvSpPr>
          <p:cNvPr id="3" name="Chỗ dành sẵn cho Văn bản 2">
            <a:extLst>
              <a:ext uri="{FF2B5EF4-FFF2-40B4-BE49-F238E27FC236}">
                <a16:creationId xmlns:a16="http://schemas.microsoft.com/office/drawing/2014/main" id="{90961576-ECF8-2387-1D6B-533B869103A2}"/>
              </a:ext>
            </a:extLst>
          </p:cNvPr>
          <p:cNvSpPr>
            <a:spLocks noGrp="1"/>
          </p:cNvSpPr>
          <p:nvPr>
            <p:ph type="body" idx="1"/>
          </p:nvPr>
        </p:nvSpPr>
        <p:spPr/>
        <p:txBody>
          <a:bodyPr rtlCol="0"/>
          <a:lstStyle>
            <a:defPPr>
              <a:defRPr lang="vi-VN"/>
            </a:defPPr>
          </a:lstStyle>
          <a:p>
            <a:pPr rtl="0"/>
            <a:r>
              <a:rPr lang="vi-VN"/>
              <a:t>HOÀN LẠI VỐN ĐẦU TƯ (ROI)</a:t>
            </a:r>
          </a:p>
        </p:txBody>
      </p:sp>
      <p:sp>
        <p:nvSpPr>
          <p:cNvPr id="4" name="Chỗ dành sẵn cho Nội dung 3">
            <a:extLst>
              <a:ext uri="{FF2B5EF4-FFF2-40B4-BE49-F238E27FC236}">
                <a16:creationId xmlns:a16="http://schemas.microsoft.com/office/drawing/2014/main" id="{642609F2-7307-B671-065E-0168414672CB}"/>
              </a:ext>
            </a:extLst>
          </p:cNvPr>
          <p:cNvSpPr>
            <a:spLocks noGrp="1"/>
          </p:cNvSpPr>
          <p:nvPr>
            <p:ph sz="half" idx="2"/>
          </p:nvPr>
        </p:nvSpPr>
        <p:spPr>
          <a:xfrm>
            <a:off x="612648" y="3200400"/>
            <a:ext cx="3419856" cy="2925554"/>
          </a:xfrm>
        </p:spPr>
        <p:txBody>
          <a:bodyPr rtlCol="0"/>
          <a:lstStyle>
            <a:defPPr>
              <a:defRPr lang="vi-VN"/>
            </a:defPPr>
          </a:lstStyle>
          <a:p>
            <a:pPr rtl="0"/>
            <a:r>
              <a:rPr lang="vi-VN"/>
              <a:t>Hình dung kiến thức chuyên môn dựa trên đa phương tiện và các chiến lược phát triển đa phương tiện</a:t>
            </a:r>
          </a:p>
          <a:p>
            <a:pPr rtl="0"/>
            <a:r>
              <a:rPr lang="vi-VN"/>
              <a:t>Hình dung vốn tri thức chất lượng</a:t>
            </a:r>
          </a:p>
          <a:p>
            <a:pPr rtl="0"/>
            <a:r>
              <a:rPr lang="vi-VN"/>
              <a:t>Tham gia các phương pháp luận trên toàn thế giới với các công nghệ hỗ trợ web</a:t>
            </a:r>
          </a:p>
          <a:p>
            <a:pPr rtl="0"/>
            <a:endParaRPr lang="vi-VN" dirty="0"/>
          </a:p>
        </p:txBody>
      </p:sp>
      <p:sp>
        <p:nvSpPr>
          <p:cNvPr id="12" name="Chỗ dành sẵn cho Văn bản 11">
            <a:extLst>
              <a:ext uri="{FF2B5EF4-FFF2-40B4-BE49-F238E27FC236}">
                <a16:creationId xmlns:a16="http://schemas.microsoft.com/office/drawing/2014/main" id="{B1A869CC-7228-424F-689B-19D4CEA20FF0}"/>
              </a:ext>
            </a:extLst>
          </p:cNvPr>
          <p:cNvSpPr>
            <a:spLocks noGrp="1"/>
          </p:cNvSpPr>
          <p:nvPr>
            <p:ph type="body" sz="quarter" idx="3"/>
          </p:nvPr>
        </p:nvSpPr>
        <p:spPr/>
        <p:txBody>
          <a:bodyPr rtlCol="0"/>
          <a:lstStyle>
            <a:defPPr>
              <a:defRPr lang="vi-VN"/>
            </a:defPPr>
          </a:lstStyle>
          <a:p>
            <a:pPr rtl="0"/>
            <a:r>
              <a:rPr lang="vi-VN"/>
              <a:t>THỊ TRƯỜNG NGÁCH</a:t>
            </a:r>
          </a:p>
        </p:txBody>
      </p:sp>
      <p:sp>
        <p:nvSpPr>
          <p:cNvPr id="14" name="Chỗ dành sẵn cho Nội dung 13">
            <a:extLst>
              <a:ext uri="{FF2B5EF4-FFF2-40B4-BE49-F238E27FC236}">
                <a16:creationId xmlns:a16="http://schemas.microsoft.com/office/drawing/2014/main" id="{110B594D-EC9B-B552-2A8F-EE5113E8B143}"/>
              </a:ext>
            </a:extLst>
          </p:cNvPr>
          <p:cNvSpPr>
            <a:spLocks noGrp="1"/>
          </p:cNvSpPr>
          <p:nvPr>
            <p:ph sz="quarter" idx="4"/>
          </p:nvPr>
        </p:nvSpPr>
        <p:spPr>
          <a:xfrm>
            <a:off x="4407408" y="3200400"/>
            <a:ext cx="3419856" cy="2925554"/>
          </a:xfrm>
        </p:spPr>
        <p:txBody>
          <a:bodyPr rtlCol="0"/>
          <a:lstStyle>
            <a:defPPr>
              <a:defRPr lang="vi-VN"/>
            </a:defPPr>
          </a:lstStyle>
          <a:p>
            <a:pPr rtl="0"/>
            <a:r>
              <a:rPr lang="vi-VN"/>
              <a:t>Theo đuổi dịch vụ khách hàng có thể mở rộng thông qua các chiến lược bền vững</a:t>
            </a:r>
          </a:p>
          <a:p>
            <a:pPr rtl="0"/>
            <a:r>
              <a:rPr lang="vi-VN"/>
              <a:t>Tương tác với web hàng đầu </a:t>
            </a:r>
            <a:br>
              <a:rPr lang="vi-VN" dirty="0"/>
            </a:br>
            <a:r>
              <a:rPr lang="vi-VN"/>
              <a:t>Dịch vụ với sản phẩm chuyển giao tiên tiến</a:t>
            </a:r>
          </a:p>
          <a:p>
            <a:pPr rtl="0"/>
            <a:endParaRPr lang="vi-VN" dirty="0"/>
          </a:p>
        </p:txBody>
      </p:sp>
      <p:sp>
        <p:nvSpPr>
          <p:cNvPr id="9" name="Chỗ dành sẵn cho Văn bản 8">
            <a:extLst>
              <a:ext uri="{FF2B5EF4-FFF2-40B4-BE49-F238E27FC236}">
                <a16:creationId xmlns:a16="http://schemas.microsoft.com/office/drawing/2014/main" id="{EBAA58E7-F0D8-F39A-CEFD-71E5913073EF}"/>
              </a:ext>
            </a:extLst>
          </p:cNvPr>
          <p:cNvSpPr>
            <a:spLocks noGrp="1"/>
          </p:cNvSpPr>
          <p:nvPr>
            <p:ph type="body" sz="quarter" idx="13"/>
          </p:nvPr>
        </p:nvSpPr>
        <p:spPr>
          <a:xfrm>
            <a:off x="8183880" y="2438400"/>
            <a:ext cx="3550920" cy="365760"/>
          </a:xfrm>
        </p:spPr>
        <p:txBody>
          <a:bodyPr rtlCol="0"/>
          <a:lstStyle>
            <a:defPPr>
              <a:defRPr lang="vi-VN"/>
            </a:defPPr>
          </a:lstStyle>
          <a:p>
            <a:pPr rtl="0"/>
            <a:r>
              <a:rPr lang="vi-VN" dirty="0"/>
              <a:t>CÁC CHUỖI cung ứng</a:t>
            </a:r>
          </a:p>
        </p:txBody>
      </p:sp>
      <p:sp>
        <p:nvSpPr>
          <p:cNvPr id="10" name="Chỗ dành sẵn cho Nội dung 9">
            <a:extLst>
              <a:ext uri="{FF2B5EF4-FFF2-40B4-BE49-F238E27FC236}">
                <a16:creationId xmlns:a16="http://schemas.microsoft.com/office/drawing/2014/main" id="{E54F306D-CD94-F11A-8633-26962EE68BF7}"/>
              </a:ext>
            </a:extLst>
          </p:cNvPr>
          <p:cNvSpPr>
            <a:spLocks noGrp="1"/>
          </p:cNvSpPr>
          <p:nvPr>
            <p:ph sz="quarter" idx="14"/>
          </p:nvPr>
        </p:nvSpPr>
        <p:spPr>
          <a:xfrm>
            <a:off x="8183880" y="3200400"/>
            <a:ext cx="3419856" cy="2925554"/>
          </a:xfrm>
        </p:spPr>
        <p:txBody>
          <a:bodyPr rtlCol="0"/>
          <a:lstStyle>
            <a:defPPr>
              <a:defRPr lang="vi-VN"/>
            </a:defPPr>
          </a:lstStyle>
          <a:p>
            <a:pPr rtl="0"/>
            <a:r>
              <a:rPr lang="vi-VN"/>
              <a:t>Trau dồi dịch vụ khách hàng một-một với các ý tưởng mạnh mẽ</a:t>
            </a:r>
          </a:p>
          <a:p>
            <a:pPr rtl="0"/>
            <a:r>
              <a:rPr lang="vi-VN"/>
              <a:t>Tối đa hóa việc chuyển giao kịp thời cho lược đồ thời gian thực</a:t>
            </a:r>
          </a:p>
        </p:txBody>
      </p:sp>
      <p:sp>
        <p:nvSpPr>
          <p:cNvPr id="7" name="Chỗ dành sẵn cho Chân trang 6">
            <a:extLst>
              <a:ext uri="{FF2B5EF4-FFF2-40B4-BE49-F238E27FC236}">
                <a16:creationId xmlns:a16="http://schemas.microsoft.com/office/drawing/2014/main" id="{0E08FD8E-3A0A-CCD4-5C2F-5B65BE73CBC5}"/>
              </a:ext>
            </a:extLst>
          </p:cNvPr>
          <p:cNvSpPr>
            <a:spLocks noGrp="1"/>
          </p:cNvSpPr>
          <p:nvPr>
            <p:ph type="ftr" sz="quarter" idx="11"/>
          </p:nvPr>
        </p:nvSpPr>
        <p:spPr/>
        <p:txBody>
          <a:bodyPr rtlCol="0"/>
          <a:lstStyle>
            <a:defPPr>
              <a:defRPr lang="vi-VN"/>
            </a:defPPr>
          </a:lstStyle>
          <a:p>
            <a:pPr rtl="0"/>
            <a:r>
              <a:rPr lang="vi-VN"/>
              <a:t>TIÊU ĐỀ BẢN TRÌNH BÀY</a:t>
            </a:r>
          </a:p>
        </p:txBody>
      </p:sp>
      <p:sp>
        <p:nvSpPr>
          <p:cNvPr id="8" name="Chỗ dành sẵn cho Số hiệu Bản chiếu 7">
            <a:extLst>
              <a:ext uri="{FF2B5EF4-FFF2-40B4-BE49-F238E27FC236}">
                <a16:creationId xmlns:a16="http://schemas.microsoft.com/office/drawing/2014/main" id="{94786B75-8C5A-A01F-F202-D3CB14D3031F}"/>
              </a:ext>
            </a:extLst>
          </p:cNvPr>
          <p:cNvSpPr>
            <a:spLocks noGrp="1"/>
          </p:cNvSpPr>
          <p:nvPr>
            <p:ph type="sldNum" sz="quarter" idx="12"/>
          </p:nvPr>
        </p:nvSpPr>
        <p:spPr/>
        <p:txBody>
          <a:bodyPr rtlCol="0"/>
          <a:lstStyle>
            <a:defPPr>
              <a:defRPr lang="vi-VN"/>
            </a:defPPr>
          </a:lstStyle>
          <a:p>
            <a:pPr rtl="0"/>
            <a:fld id="{294A09A9-5501-47C1-A89A-A340965A2BE2}" type="slidenum">
              <a:rPr lang="vi-VN" smtClean="0"/>
              <a:pPr/>
              <a:t>12</a:t>
            </a:fld>
            <a:endParaRPr lang="vi-VN" dirty="0"/>
          </a:p>
        </p:txBody>
      </p:sp>
    </p:spTree>
    <p:extLst>
      <p:ext uri="{BB962C8B-B14F-4D97-AF65-F5344CB8AC3E}">
        <p14:creationId xmlns:p14="http://schemas.microsoft.com/office/powerpoint/2010/main" val="23529937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êu đề 3">
            <a:extLst>
              <a:ext uri="{FF2B5EF4-FFF2-40B4-BE49-F238E27FC236}">
                <a16:creationId xmlns:a16="http://schemas.microsoft.com/office/drawing/2014/main" id="{224F687D-905D-5940-E92B-664E8ED07C88}"/>
              </a:ext>
            </a:extLst>
          </p:cNvPr>
          <p:cNvSpPr>
            <a:spLocks noGrp="1"/>
          </p:cNvSpPr>
          <p:nvPr>
            <p:ph type="title"/>
          </p:nvPr>
        </p:nvSpPr>
        <p:spPr/>
        <p:txBody>
          <a:bodyPr rtlCol="0"/>
          <a:lstStyle>
            <a:defPPr>
              <a:defRPr lang="vi-VN"/>
            </a:defPPr>
          </a:lstStyle>
          <a:p>
            <a:pPr rtl="0"/>
            <a:r>
              <a:rPr lang="vi-VN"/>
              <a:t>TÓM TẮT</a:t>
            </a:r>
          </a:p>
        </p:txBody>
      </p:sp>
      <p:sp>
        <p:nvSpPr>
          <p:cNvPr id="2" name="Chỗ dành sẵn cho Chân trang 1">
            <a:extLst>
              <a:ext uri="{FF2B5EF4-FFF2-40B4-BE49-F238E27FC236}">
                <a16:creationId xmlns:a16="http://schemas.microsoft.com/office/drawing/2014/main" id="{0EF1DD75-A4B1-D99B-2111-46A878B8EDA3}"/>
              </a:ext>
            </a:extLst>
          </p:cNvPr>
          <p:cNvSpPr>
            <a:spLocks noGrp="1"/>
          </p:cNvSpPr>
          <p:nvPr>
            <p:ph type="ftr" sz="quarter" idx="11"/>
          </p:nvPr>
        </p:nvSpPr>
        <p:spPr/>
        <p:txBody>
          <a:bodyPr rtlCol="0"/>
          <a:lstStyle>
            <a:defPPr>
              <a:defRPr lang="vi-VN"/>
            </a:defPPr>
          </a:lstStyle>
          <a:p>
            <a:pPr rtl="0"/>
            <a:r>
              <a:rPr lang="vi-VN"/>
              <a:t>TIÊU ĐỀ BẢN TRÌNH BÀY</a:t>
            </a:r>
          </a:p>
        </p:txBody>
      </p:sp>
      <p:sp>
        <p:nvSpPr>
          <p:cNvPr id="5" name="Chỗ dành sẵn cho Nội dung 4">
            <a:extLst>
              <a:ext uri="{FF2B5EF4-FFF2-40B4-BE49-F238E27FC236}">
                <a16:creationId xmlns:a16="http://schemas.microsoft.com/office/drawing/2014/main" id="{C4CDA331-68CA-C2AE-0A48-6F7117361A05}"/>
              </a:ext>
            </a:extLst>
          </p:cNvPr>
          <p:cNvSpPr>
            <a:spLocks noGrp="1"/>
          </p:cNvSpPr>
          <p:nvPr>
            <p:ph sz="quarter" idx="13"/>
          </p:nvPr>
        </p:nvSpPr>
        <p:spPr/>
        <p:txBody>
          <a:bodyPr rtlCol="0"/>
          <a:lstStyle>
            <a:defPPr>
              <a:defRPr lang="vi-VN"/>
            </a:defPPr>
          </a:lstStyle>
          <a:p>
            <a:pPr rtl="0"/>
            <a:r>
              <a:rPr lang="vi-VN"/>
              <a:t>Tại Contoso, chúng tôi tin tưởng vào việc cống hiến 110%. Bằng cách sử dụng kiến trúc dữ liệu thế hệ tiếp theo của mình, chúng tôi giúp các tổ chức quản lý ảo các quy trình làm việc nhanh.  Chúng tôi phát triển mạnh nhờ kiến thức thị trường và đội ngũ tuyệt vời đằng sau sản phẩm của chúng tôi. Như Giám đốc Điều hành của chúng tôi nói, "Hiệu quả sẽ đến từ việc chủ động chuyển đổi cách chúng ta làm kinh doanh."</a:t>
            </a:r>
          </a:p>
        </p:txBody>
      </p:sp>
      <p:sp>
        <p:nvSpPr>
          <p:cNvPr id="3" name="Chỗ dành sẵn cho Số hiệu Bản chiếu 2">
            <a:extLst>
              <a:ext uri="{FF2B5EF4-FFF2-40B4-BE49-F238E27FC236}">
                <a16:creationId xmlns:a16="http://schemas.microsoft.com/office/drawing/2014/main" id="{F5FA6A62-8FBF-887D-0560-47FF98E22EF4}"/>
              </a:ext>
            </a:extLst>
          </p:cNvPr>
          <p:cNvSpPr>
            <a:spLocks noGrp="1"/>
          </p:cNvSpPr>
          <p:nvPr>
            <p:ph type="sldNum" sz="quarter" idx="12"/>
          </p:nvPr>
        </p:nvSpPr>
        <p:spPr/>
        <p:txBody>
          <a:bodyPr rtlCol="0"/>
          <a:lstStyle>
            <a:defPPr>
              <a:defRPr lang="vi-VN"/>
            </a:defPPr>
          </a:lstStyle>
          <a:p>
            <a:pPr rtl="0"/>
            <a:fld id="{294A09A9-5501-47C1-A89A-A340965A2BE2}" type="slidenum">
              <a:rPr lang="vi-VN" smtClean="0"/>
              <a:pPr/>
              <a:t>13</a:t>
            </a:fld>
            <a:endParaRPr lang="vi-VN" dirty="0"/>
          </a:p>
        </p:txBody>
      </p:sp>
    </p:spTree>
    <p:extLst>
      <p:ext uri="{BB962C8B-B14F-4D97-AF65-F5344CB8AC3E}">
        <p14:creationId xmlns:p14="http://schemas.microsoft.com/office/powerpoint/2010/main" val="37292418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1DF3D98-3C30-4CFC-8643-C81E829C8C25}"/>
              </a:ext>
            </a:extLst>
          </p:cNvPr>
          <p:cNvSpPr>
            <a:spLocks noGrp="1"/>
          </p:cNvSpPr>
          <p:nvPr>
            <p:ph type="ctrTitle"/>
          </p:nvPr>
        </p:nvSpPr>
        <p:spPr/>
        <p:txBody>
          <a:bodyPr rtlCol="0" anchor="t">
            <a:noAutofit/>
          </a:bodyPr>
          <a:lstStyle>
            <a:defPPr>
              <a:defRPr lang="vi-VN"/>
            </a:defPPr>
          </a:lstStyle>
          <a:p>
            <a:pPr algn="l" rtl="0"/>
            <a:r>
              <a:rPr lang="vi-VN" sz="9600" spc="300">
                <a:ln w="28575">
                  <a:solidFill>
                    <a:schemeClr val="tx1"/>
                  </a:solidFill>
                </a:ln>
                <a:noFill/>
              </a:rPr>
              <a:t>CẢM ƠN BẠN</a:t>
            </a:r>
          </a:p>
        </p:txBody>
      </p:sp>
      <p:sp>
        <p:nvSpPr>
          <p:cNvPr id="3" name="Tiêu đề phụ 2">
            <a:extLst>
              <a:ext uri="{FF2B5EF4-FFF2-40B4-BE49-F238E27FC236}">
                <a16:creationId xmlns:a16="http://schemas.microsoft.com/office/drawing/2014/main" id="{A068D447-28D3-4F5F-B2DC-FD67E9015868}"/>
              </a:ext>
            </a:extLst>
          </p:cNvPr>
          <p:cNvSpPr>
            <a:spLocks noGrp="1"/>
          </p:cNvSpPr>
          <p:nvPr>
            <p:ph type="subTitle" idx="1"/>
          </p:nvPr>
        </p:nvSpPr>
        <p:spPr/>
        <p:txBody>
          <a:bodyPr rtlCol="0" anchor="t">
            <a:normAutofit lnSpcReduction="10000"/>
          </a:bodyPr>
          <a:lstStyle>
            <a:defPPr>
              <a:defRPr lang="vi-VN"/>
            </a:defPPr>
          </a:lstStyle>
          <a:p>
            <a:pPr marL="0" indent="0" algn="l" rtl="0">
              <a:buNone/>
            </a:pPr>
            <a:r>
              <a:rPr lang="vi-VN" b="1"/>
              <a:t>Mirjam Nilsson​</a:t>
            </a:r>
          </a:p>
          <a:p>
            <a:pPr marL="0" indent="0" algn="l" rtl="0">
              <a:buNone/>
            </a:pPr>
            <a:r>
              <a:rPr lang="vi-VN" b="1"/>
              <a:t>mirjam@contoso.com</a:t>
            </a:r>
          </a:p>
          <a:p>
            <a:pPr marL="0" indent="0" algn="l" rtl="0">
              <a:buNone/>
            </a:pPr>
            <a:r>
              <a:rPr lang="vi-VN" b="1"/>
              <a:t>www.contoso.com</a:t>
            </a:r>
          </a:p>
        </p:txBody>
      </p:sp>
    </p:spTree>
    <p:extLst>
      <p:ext uri="{BB962C8B-B14F-4D97-AF65-F5344CB8AC3E}">
        <p14:creationId xmlns:p14="http://schemas.microsoft.com/office/powerpoint/2010/main" val="627731054"/>
      </p:ext>
    </p:extLst>
  </p:cSld>
  <p:clrMapOvr>
    <a:masterClrMapping/>
  </p:clrMapOvr>
</p:sld>
</file>

<file path=ppt/theme/theme1.xml><?xml version="1.0" encoding="utf-8"?>
<a:theme xmlns:a="http://schemas.openxmlformats.org/drawingml/2006/main" name="Chủ đề Office">
  <a:themeElements>
    <a:clrScheme name="Droplet">
      <a:dk1>
        <a:srgbClr val="000000"/>
      </a:dk1>
      <a:lt1>
        <a:srgbClr val="FFFFFF"/>
      </a:lt1>
      <a:dk2>
        <a:srgbClr val="0065A8"/>
      </a:dk2>
      <a:lt2>
        <a:srgbClr val="E7E6E6"/>
      </a:lt2>
      <a:accent1>
        <a:srgbClr val="FDCFFD"/>
      </a:accent1>
      <a:accent2>
        <a:srgbClr val="B6DFFF"/>
      </a:accent2>
      <a:accent3>
        <a:srgbClr val="8AE3A8"/>
      </a:accent3>
      <a:accent4>
        <a:srgbClr val="A69BFB"/>
      </a:accent4>
      <a:accent5>
        <a:srgbClr val="B5C3FF"/>
      </a:accent5>
      <a:accent6>
        <a:srgbClr val="73E9C4"/>
      </a:accent6>
      <a:hlink>
        <a:srgbClr val="0563C1"/>
      </a:hlink>
      <a:folHlink>
        <a:srgbClr val="954F72"/>
      </a:folHlink>
    </a:clrScheme>
    <a:fontScheme name="Custom 2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roplet-Design-TM34316244_Win32_SD_v9" id="{3E0090C2-CA58-4B70-B5D1-01F921C14922}" vid="{00CD7D6A-B673-47B4-AF03-4EFC805EABBC}"/>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32A75F4-FAA4-4B3A-89D9-C65257DD927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C239F86-289C-4137-84E8-C0091446A9E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8441F879-28B8-493E-AE7E-E245EA409B76}">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788</Words>
  <Application>Microsoft Office PowerPoint</Application>
  <PresentationFormat>Màn hình rộng</PresentationFormat>
  <Paragraphs>152</Paragraphs>
  <Slides>14</Slides>
  <Notes>14</Notes>
  <HiddenSlides>0</HiddenSlides>
  <MMClips>0</MMClips>
  <ScaleCrop>false</ScaleCrop>
  <HeadingPairs>
    <vt:vector size="4" baseType="variant">
      <vt:variant>
        <vt:lpstr>Chủ đề</vt:lpstr>
      </vt:variant>
      <vt:variant>
        <vt:i4>1</vt:i4>
      </vt:variant>
      <vt:variant>
        <vt:lpstr>Tiêu đề Bản chiếu</vt:lpstr>
      </vt:variant>
      <vt:variant>
        <vt:i4>14</vt:i4>
      </vt:variant>
    </vt:vector>
  </HeadingPairs>
  <TitlesOfParts>
    <vt:vector size="15" baseType="lpstr">
      <vt:lpstr>Chủ đề Office</vt:lpstr>
      <vt:lpstr>TIÊU ĐỀ BẢN TRÌNH BÀY</vt:lpstr>
      <vt:lpstr>CHƯƠNG TRÌNH LÀM VIỆC</vt:lpstr>
      <vt:lpstr>GIỚI-THIỆU</vt:lpstr>
      <vt:lpstr>MỤC TIÊU CHÍNH</vt:lpstr>
      <vt:lpstr>CÁC LĨNH VỰC PHÁT TRIỂN</vt:lpstr>
      <vt:lpstr>Cơ hội kinh doanh giống như xe buýt. Luôn có một cái khác đến.</vt:lpstr>
      <vt:lpstr>GẶP NHÓM CHÚNG TÔI</vt:lpstr>
      <vt:lpstr>GẶP NHÓM MỞ RỘNG CỦA CHÚNG TÔI</vt:lpstr>
      <vt:lpstr>LẬP KẾ HOẠCH RA MẮT SẢN PHẨM</vt:lpstr>
      <vt:lpstr>DÒNG THỜI GIAN</vt:lpstr>
      <vt:lpstr>LĨNH VỰC TẬP TRUNG</vt:lpstr>
      <vt:lpstr>LÀM THẾ NÀO CHÚNG TA ĐẾN ĐÓ</vt:lpstr>
      <vt:lpstr>TÓM TẮT</vt:lpstr>
      <vt:lpstr>CẢM ƠN BẠN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cp:revision>
  <dcterms:created xsi:type="dcterms:W3CDTF">2026-10-30T12:36:56Z</dcterms:created>
  <dcterms:modified xsi:type="dcterms:W3CDTF">2026-10-30T12:37:10Z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